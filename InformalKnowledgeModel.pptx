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gJYT2jgKbnxl70o0a5H/l5F5qI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2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2"/>
        <p:cNvGrpSpPr/>
        <p:nvPr/>
      </p:nvGrpSpPr>
      <p:grpSpPr>
        <a:xfrm>
          <a:off x="0" y="0"/>
          <a:ext cx="0" cy="0"/>
          <a:chOff x="0" y="0"/>
          <a:chExt cx="0" cy="0"/>
        </a:xfrm>
      </p:grpSpPr>
      <p:sp>
        <p:nvSpPr>
          <p:cNvPr id="2923" name="Google Shape;29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4" name="Google Shape;292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5" name="Google Shape;292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2"/>
        <p:cNvGrpSpPr/>
        <p:nvPr/>
      </p:nvGrpSpPr>
      <p:grpSpPr>
        <a:xfrm>
          <a:off x="0" y="0"/>
          <a:ext cx="0" cy="0"/>
          <a:chOff x="0" y="0"/>
          <a:chExt cx="0" cy="0"/>
        </a:xfrm>
      </p:grpSpPr>
      <p:sp>
        <p:nvSpPr>
          <p:cNvPr id="2933" name="Google Shape;293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4" name="Google Shape;293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6" name="Google Shape;298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7"/>
        <p:cNvGrpSpPr/>
        <p:nvPr/>
      </p:nvGrpSpPr>
      <p:grpSpPr>
        <a:xfrm>
          <a:off x="0" y="0"/>
          <a:ext cx="0" cy="0"/>
          <a:chOff x="0" y="0"/>
          <a:chExt cx="0" cy="0"/>
        </a:xfrm>
      </p:grpSpPr>
      <p:sp>
        <p:nvSpPr>
          <p:cNvPr id="2998" name="Google Shape;299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9" name="Google Shape;299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1"/>
        <p:cNvGrpSpPr/>
        <p:nvPr/>
      </p:nvGrpSpPr>
      <p:grpSpPr>
        <a:xfrm>
          <a:off x="0" y="0"/>
          <a:ext cx="0" cy="0"/>
          <a:chOff x="0" y="0"/>
          <a:chExt cx="0" cy="0"/>
        </a:xfrm>
      </p:grpSpPr>
      <p:sp>
        <p:nvSpPr>
          <p:cNvPr id="3012" name="Google Shape;301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3" name="Google Shape;301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6"/>
        <p:cNvGrpSpPr/>
        <p:nvPr/>
      </p:nvGrpSpPr>
      <p:grpSpPr>
        <a:xfrm>
          <a:off x="0" y="0"/>
          <a:ext cx="0" cy="0"/>
          <a:chOff x="0" y="0"/>
          <a:chExt cx="0" cy="0"/>
        </a:xfrm>
      </p:grpSpPr>
      <p:sp>
        <p:nvSpPr>
          <p:cNvPr id="3107" name="Google Shape;3107;g3e34c58cc36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8" name="Google Shape;3108;g3e34c58cc36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5"/>
        <p:cNvGrpSpPr/>
        <p:nvPr/>
      </p:nvGrpSpPr>
      <p:grpSpPr>
        <a:xfrm>
          <a:off x="0" y="0"/>
          <a:ext cx="0" cy="0"/>
          <a:chOff x="0" y="0"/>
          <a:chExt cx="0" cy="0"/>
        </a:xfrm>
      </p:grpSpPr>
      <p:sp>
        <p:nvSpPr>
          <p:cNvPr id="3206" name="Google Shape;3206;g3e34c58cc36_0_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7" name="Google Shape;3207;g3e34c58cc36_0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7"/>
        <p:cNvGrpSpPr/>
        <p:nvPr/>
      </p:nvGrpSpPr>
      <p:grpSpPr>
        <a:xfrm>
          <a:off x="0" y="0"/>
          <a:ext cx="0" cy="0"/>
          <a:chOff x="0" y="0"/>
          <a:chExt cx="0" cy="0"/>
        </a:xfrm>
      </p:grpSpPr>
      <p:sp>
        <p:nvSpPr>
          <p:cNvPr id="3298" name="Google Shape;329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9" name="Google Shape;329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0"/>
        <p:cNvGrpSpPr/>
        <p:nvPr/>
      </p:nvGrpSpPr>
      <p:grpSpPr>
        <a:xfrm>
          <a:off x="0" y="0"/>
          <a:ext cx="0" cy="0"/>
          <a:chOff x="0" y="0"/>
          <a:chExt cx="0" cy="0"/>
        </a:xfrm>
      </p:grpSpPr>
      <p:sp>
        <p:nvSpPr>
          <p:cNvPr id="3311" name="Google Shape;3311;g3dc3dab8585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2" name="Google Shape;3312;g3dc3dab8585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6"/>
        <p:cNvGrpSpPr/>
        <p:nvPr/>
      </p:nvGrpSpPr>
      <p:grpSpPr>
        <a:xfrm>
          <a:off x="0" y="0"/>
          <a:ext cx="0" cy="0"/>
          <a:chOff x="0" y="0"/>
          <a:chExt cx="0" cy="0"/>
        </a:xfrm>
      </p:grpSpPr>
      <p:sp>
        <p:nvSpPr>
          <p:cNvPr id="3327" name="Google Shape;3327;g3e34c58cc36_0_4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8" name="Google Shape;3328;g3e34c58cc36_0_4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3"/>
        <p:cNvGrpSpPr/>
        <p:nvPr/>
      </p:nvGrpSpPr>
      <p:grpSpPr>
        <a:xfrm>
          <a:off x="0" y="0"/>
          <a:ext cx="0" cy="0"/>
          <a:chOff x="0" y="0"/>
          <a:chExt cx="0" cy="0"/>
        </a:xfrm>
      </p:grpSpPr>
      <p:sp>
        <p:nvSpPr>
          <p:cNvPr id="3424" name="Google Shape;3424;g3e34c58cc36_0_2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5" name="Google Shape;3425;g3e34c58cc36_0_2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8"/>
        <p:cNvGrpSpPr/>
        <p:nvPr/>
      </p:nvGrpSpPr>
      <p:grpSpPr>
        <a:xfrm>
          <a:off x="0" y="0"/>
          <a:ext cx="0" cy="0"/>
          <a:chOff x="0" y="0"/>
          <a:chExt cx="0" cy="0"/>
        </a:xfrm>
      </p:grpSpPr>
      <p:sp>
        <p:nvSpPr>
          <p:cNvPr id="3519" name="Google Shape;3519;g3e34c58cc36_0_3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0" name="Google Shape;3520;g3e34c58cc36_0_3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4"/>
        <p:cNvGrpSpPr/>
        <p:nvPr/>
      </p:nvGrpSpPr>
      <p:grpSpPr>
        <a:xfrm>
          <a:off x="0" y="0"/>
          <a:ext cx="0" cy="0"/>
          <a:chOff x="0" y="0"/>
          <a:chExt cx="0" cy="0"/>
        </a:xfrm>
      </p:grpSpPr>
      <p:sp>
        <p:nvSpPr>
          <p:cNvPr id="3615" name="Google Shape;3615;g3e34c58cc36_0_6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6" name="Google Shape;3616;g3e34c58cc36_0_6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7"/>
        <p:cNvGrpSpPr/>
        <p:nvPr/>
      </p:nvGrpSpPr>
      <p:grpSpPr>
        <a:xfrm>
          <a:off x="0" y="0"/>
          <a:ext cx="0" cy="0"/>
          <a:chOff x="0" y="0"/>
          <a:chExt cx="0" cy="0"/>
        </a:xfrm>
      </p:grpSpPr>
      <p:sp>
        <p:nvSpPr>
          <p:cNvPr id="3628" name="Google Shape;3628;g3dc3dab8585_0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9" name="Google Shape;3629;g3dc3dab8585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4"/>
        <p:cNvGrpSpPr/>
        <p:nvPr/>
      </p:nvGrpSpPr>
      <p:grpSpPr>
        <a:xfrm>
          <a:off x="0" y="0"/>
          <a:ext cx="0" cy="0"/>
          <a:chOff x="0" y="0"/>
          <a:chExt cx="0" cy="0"/>
        </a:xfrm>
      </p:grpSpPr>
      <p:sp>
        <p:nvSpPr>
          <p:cNvPr id="3645" name="Google Shape;3645;g3e34c58cc36_0_5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6" name="Google Shape;3646;g3e34c58cc36_0_5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6"/>
        <p:cNvGrpSpPr/>
        <p:nvPr/>
      </p:nvGrpSpPr>
      <p:grpSpPr>
        <a:xfrm>
          <a:off x="0" y="0"/>
          <a:ext cx="0" cy="0"/>
          <a:chOff x="0" y="0"/>
          <a:chExt cx="0" cy="0"/>
        </a:xfrm>
      </p:grpSpPr>
      <p:sp>
        <p:nvSpPr>
          <p:cNvPr id="3737" name="Google Shape;3737;g3dc3dab8585_0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8" name="Google Shape;3738;g3dc3dab8585_0_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9" name="Google Shape;3739;g3dc3dab8585_0_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4"/>
        <p:cNvGrpSpPr/>
        <p:nvPr/>
      </p:nvGrpSpPr>
      <p:grpSpPr>
        <a:xfrm>
          <a:off x="0" y="0"/>
          <a:ext cx="0" cy="0"/>
          <a:chOff x="0" y="0"/>
          <a:chExt cx="0" cy="0"/>
        </a:xfrm>
      </p:grpSpPr>
      <p:sp>
        <p:nvSpPr>
          <p:cNvPr id="3745" name="Google Shape;3745;g3dc3dab8585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6" name="Google Shape;3746;g3dc3dab8585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7"/>
        <p:cNvGrpSpPr/>
        <p:nvPr/>
      </p:nvGrpSpPr>
      <p:grpSpPr>
        <a:xfrm>
          <a:off x="0" y="0"/>
          <a:ext cx="0" cy="0"/>
          <a:chOff x="0" y="0"/>
          <a:chExt cx="0" cy="0"/>
        </a:xfrm>
      </p:grpSpPr>
      <p:sp>
        <p:nvSpPr>
          <p:cNvPr id="3758" name="Google Shape;3758;g3dc3dab8585_0_1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9" name="Google Shape;3759;g3dc3dab8585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3"/>
        <p:cNvGrpSpPr/>
        <p:nvPr/>
      </p:nvGrpSpPr>
      <p:grpSpPr>
        <a:xfrm>
          <a:off x="0" y="0"/>
          <a:ext cx="0" cy="0"/>
          <a:chOff x="0" y="0"/>
          <a:chExt cx="0" cy="0"/>
        </a:xfrm>
      </p:grpSpPr>
      <p:sp>
        <p:nvSpPr>
          <p:cNvPr id="3774" name="Google Shape;3774;g3e34c58cc36_0_68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5" name="Google Shape;3775;g3e34c58cc36_0_6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8"/>
        <p:cNvGrpSpPr/>
        <p:nvPr/>
      </p:nvGrpSpPr>
      <p:grpSpPr>
        <a:xfrm>
          <a:off x="0" y="0"/>
          <a:ext cx="0" cy="0"/>
          <a:chOff x="0" y="0"/>
          <a:chExt cx="0" cy="0"/>
        </a:xfrm>
      </p:grpSpPr>
      <p:sp>
        <p:nvSpPr>
          <p:cNvPr id="3869" name="Google Shape;3869;g3dc3dab8585_0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0" name="Google Shape;3870;g3dc3dab8585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1"/>
        <p:cNvGrpSpPr/>
        <p:nvPr/>
      </p:nvGrpSpPr>
      <p:grpSpPr>
        <a:xfrm>
          <a:off x="0" y="0"/>
          <a:ext cx="0" cy="0"/>
          <a:chOff x="0" y="0"/>
          <a:chExt cx="0" cy="0"/>
        </a:xfrm>
      </p:grpSpPr>
      <p:sp>
        <p:nvSpPr>
          <p:cNvPr id="3882" name="Google Shape;3882;g3e34c58cc36_0_7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3" name="Google Shape;3883;g3e34c58cc36_0_7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4"/>
        <p:cNvGrpSpPr/>
        <p:nvPr/>
      </p:nvGrpSpPr>
      <p:grpSpPr>
        <a:xfrm>
          <a:off x="0" y="0"/>
          <a:ext cx="0" cy="0"/>
          <a:chOff x="0" y="0"/>
          <a:chExt cx="0" cy="0"/>
        </a:xfrm>
      </p:grpSpPr>
      <p:sp>
        <p:nvSpPr>
          <p:cNvPr id="3975" name="Google Shape;3975;g3e34c58cc36_0_8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6" name="Google Shape;3976;g3e34c58cc36_0_8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7"/>
        <p:cNvGrpSpPr/>
        <p:nvPr/>
      </p:nvGrpSpPr>
      <p:grpSpPr>
        <a:xfrm>
          <a:off x="0" y="0"/>
          <a:ext cx="0" cy="0"/>
          <a:chOff x="0" y="0"/>
          <a:chExt cx="0" cy="0"/>
        </a:xfrm>
      </p:grpSpPr>
      <p:sp>
        <p:nvSpPr>
          <p:cNvPr id="3988" name="Google Shape;3988;g3e34c58cc36_0_8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9" name="Google Shape;3989;g3e34c58cc36_0_8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 image">
  <p:cSld name="Title slide + image">
    <p:bg>
      <p:bgPr>
        <a:solidFill>
          <a:schemeClr val="accent1"/>
        </a:solidFill>
        <a:effectLst/>
      </p:bgPr>
    </p:bg>
    <p:spTree>
      <p:nvGrpSpPr>
        <p:cNvPr id="1" name="Shape 42"/>
        <p:cNvGrpSpPr/>
        <p:nvPr/>
      </p:nvGrpSpPr>
      <p:grpSpPr>
        <a:xfrm>
          <a:off x="0" y="0"/>
          <a:ext cx="0" cy="0"/>
          <a:chOff x="0" y="0"/>
          <a:chExt cx="0" cy="0"/>
        </a:xfrm>
      </p:grpSpPr>
      <p:sp>
        <p:nvSpPr>
          <p:cNvPr id="43" name="Google Shape;43;p66"/>
          <p:cNvSpPr/>
          <p:nvPr/>
        </p:nvSpPr>
        <p:spPr>
          <a:xfrm>
            <a:off x="-10751" y="0"/>
            <a:ext cx="12202751" cy="6858000"/>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sp>
        <p:nvSpPr>
          <p:cNvPr id="44" name="Google Shape;44;p66"/>
          <p:cNvSpPr txBox="1">
            <a:spLocks noGrp="1"/>
          </p:cNvSpPr>
          <p:nvPr>
            <p:ph type="title"/>
          </p:nvPr>
        </p:nvSpPr>
        <p:spPr>
          <a:xfrm>
            <a:off x="0" y="-429019"/>
            <a:ext cx="1989968"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45" name="Google Shape;45;p66"/>
          <p:cNvGrpSpPr/>
          <p:nvPr/>
        </p:nvGrpSpPr>
        <p:grpSpPr>
          <a:xfrm>
            <a:off x="721114" y="437497"/>
            <a:ext cx="1530269" cy="594427"/>
            <a:chOff x="717019" y="5865846"/>
            <a:chExt cx="1413341" cy="549007"/>
          </a:xfrm>
        </p:grpSpPr>
        <p:sp>
          <p:nvSpPr>
            <p:cNvPr id="46" name="Google Shape;46;p66"/>
            <p:cNvSpPr/>
            <p:nvPr/>
          </p:nvSpPr>
          <p:spPr>
            <a:xfrm>
              <a:off x="998576" y="6136009"/>
              <a:ext cx="258644" cy="277455"/>
            </a:xfrm>
            <a:custGeom>
              <a:avLst/>
              <a:gdLst/>
              <a:ahLst/>
              <a:cxnLst/>
              <a:rect l="l" t="t" r="r" b="b"/>
              <a:pathLst>
                <a:path w="258644" h="277455"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66"/>
            <p:cNvSpPr/>
            <p:nvPr/>
          </p:nvSpPr>
          <p:spPr>
            <a:xfrm>
              <a:off x="717019" y="6136183"/>
              <a:ext cx="244583" cy="271726"/>
            </a:xfrm>
            <a:custGeom>
              <a:avLst/>
              <a:gdLst/>
              <a:ahLst/>
              <a:cxnLst/>
              <a:rect l="l" t="t" r="r" b="b"/>
              <a:pathLst>
                <a:path w="244583" h="271726"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66"/>
            <p:cNvSpPr/>
            <p:nvPr/>
          </p:nvSpPr>
          <p:spPr>
            <a:xfrm>
              <a:off x="792227" y="5865846"/>
              <a:ext cx="256862" cy="254189"/>
            </a:xfrm>
            <a:custGeom>
              <a:avLst/>
              <a:gdLst/>
              <a:ahLst/>
              <a:cxnLst/>
              <a:rect l="l" t="t" r="r" b="b"/>
              <a:pathLst>
                <a:path w="256862" h="254189"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66"/>
            <p:cNvSpPr/>
            <p:nvPr/>
          </p:nvSpPr>
          <p:spPr>
            <a:xfrm>
              <a:off x="1588597" y="6213099"/>
              <a:ext cx="172024" cy="200539"/>
            </a:xfrm>
            <a:custGeom>
              <a:avLst/>
              <a:gdLst/>
              <a:ahLst/>
              <a:cxnLst/>
              <a:rect l="l" t="t" r="r" b="b"/>
              <a:pathLst>
                <a:path w="172024" h="200539"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66"/>
            <p:cNvSpPr/>
            <p:nvPr/>
          </p:nvSpPr>
          <p:spPr>
            <a:xfrm>
              <a:off x="1803323" y="6136183"/>
              <a:ext cx="35585" cy="271552"/>
            </a:xfrm>
            <a:custGeom>
              <a:avLst/>
              <a:gdLst/>
              <a:ahLst/>
              <a:cxnLst/>
              <a:rect l="l" t="t" r="r" b="b"/>
              <a:pathLst>
                <a:path w="35585" h="271552" extrusionOk="0">
                  <a:moveTo>
                    <a:pt x="0" y="0"/>
                  </a:moveTo>
                  <a:lnTo>
                    <a:pt x="35585" y="0"/>
                  </a:lnTo>
                  <a:lnTo>
                    <a:pt x="35585" y="271552"/>
                  </a:lnTo>
                  <a:lnTo>
                    <a:pt x="0" y="27155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66"/>
            <p:cNvSpPr/>
            <p:nvPr/>
          </p:nvSpPr>
          <p:spPr>
            <a:xfrm>
              <a:off x="1880049" y="6129238"/>
              <a:ext cx="122204" cy="278671"/>
            </a:xfrm>
            <a:custGeom>
              <a:avLst/>
              <a:gdLst/>
              <a:ahLst/>
              <a:cxnLst/>
              <a:rect l="l" t="t" r="r" b="b"/>
              <a:pathLst>
                <a:path w="122204" h="27867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66"/>
            <p:cNvSpPr/>
            <p:nvPr/>
          </p:nvSpPr>
          <p:spPr>
            <a:xfrm>
              <a:off x="2016661" y="6168998"/>
              <a:ext cx="113699" cy="245855"/>
            </a:xfrm>
            <a:custGeom>
              <a:avLst/>
              <a:gdLst/>
              <a:ahLst/>
              <a:cxnLst/>
              <a:rect l="l" t="t" r="r" b="b"/>
              <a:pathLst>
                <a:path w="113699" h="245855"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66"/>
            <p:cNvSpPr/>
            <p:nvPr/>
          </p:nvSpPr>
          <p:spPr>
            <a:xfrm>
              <a:off x="1332730" y="6134967"/>
              <a:ext cx="221843" cy="272941"/>
            </a:xfrm>
            <a:custGeom>
              <a:avLst/>
              <a:gdLst/>
              <a:ahLst/>
              <a:cxnLst/>
              <a:rect l="l" t="t" r="r" b="b"/>
              <a:pathLst>
                <a:path w="221843" h="27294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66"/>
          <p:cNvSpPr txBox="1">
            <a:spLocks noGrp="1"/>
          </p:cNvSpPr>
          <p:nvPr>
            <p:ph type="body" idx="1"/>
          </p:nvPr>
        </p:nvSpPr>
        <p:spPr>
          <a:xfrm>
            <a:off x="719138" y="3950387"/>
            <a:ext cx="5865553" cy="1333698"/>
          </a:xfrm>
          <a:prstGeom prst="rect">
            <a:avLst/>
          </a:prstGeom>
          <a:noFill/>
          <a:ln>
            <a:noFill/>
          </a:ln>
        </p:spPr>
        <p:txBody>
          <a:bodyPr spcFirstLastPara="1" wrap="square" lIns="0" tIns="0" rIns="0" bIns="0" anchor="b" anchorCtr="0">
            <a:spAutoFit/>
          </a:bodyPr>
          <a:lstStyle>
            <a:lvl1pPr marL="457200" lvl="0" indent="-228600" algn="l">
              <a:lnSpc>
                <a:spcPct val="108333"/>
              </a:lnSpc>
              <a:spcBef>
                <a:spcPts val="0"/>
              </a:spcBef>
              <a:spcAft>
                <a:spcPts val="0"/>
              </a:spcAft>
              <a:buSzPts val="5760"/>
              <a:buNone/>
              <a:defRPr sz="4800" b="1"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5280"/>
              <a:buNone/>
              <a:defRPr sz="4400" b="1"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4400"/>
              <a:buFont typeface="Arial"/>
              <a:buNone/>
              <a:defRPr sz="4400" b="1" i="0">
                <a:solidFill>
                  <a:schemeClr val="lt1"/>
                </a:solidFill>
                <a:latin typeface="Arial"/>
                <a:ea typeface="Arial"/>
                <a:cs typeface="Arial"/>
                <a:sym typeface="Arial"/>
              </a:defRPr>
            </a:lvl9pPr>
          </a:lstStyle>
          <a:p>
            <a:endParaRPr/>
          </a:p>
        </p:txBody>
      </p:sp>
      <p:sp>
        <p:nvSpPr>
          <p:cNvPr id="55" name="Google Shape;55;p66"/>
          <p:cNvSpPr txBox="1">
            <a:spLocks noGrp="1"/>
          </p:cNvSpPr>
          <p:nvPr>
            <p:ph type="body" idx="2"/>
          </p:nvPr>
        </p:nvSpPr>
        <p:spPr>
          <a:xfrm>
            <a:off x="719137" y="5404234"/>
            <a:ext cx="5871541" cy="332399"/>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600"/>
              </a:spcBef>
              <a:spcAft>
                <a:spcPts val="0"/>
              </a:spcAft>
              <a:buSzPts val="2880"/>
              <a:buFont typeface="Arial"/>
              <a:buNone/>
              <a:defRPr sz="2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56" name="Google Shape;56;p66"/>
          <p:cNvSpPr txBox="1">
            <a:spLocks noGrp="1"/>
          </p:cNvSpPr>
          <p:nvPr>
            <p:ph type="dt" idx="10"/>
          </p:nvPr>
        </p:nvSpPr>
        <p:spPr>
          <a:xfrm>
            <a:off x="719137" y="5813671"/>
            <a:ext cx="766235" cy="184666"/>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sz="1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6"/>
          <p:cNvSpPr>
            <a:spLocks noGrp="1"/>
          </p:cNvSpPr>
          <p:nvPr>
            <p:ph type="pic" idx="3"/>
          </p:nvPr>
        </p:nvSpPr>
        <p:spPr>
          <a:xfrm>
            <a:off x="7308357" y="0"/>
            <a:ext cx="4883643" cy="6858000"/>
          </a:xfrm>
          <a:prstGeom prst="rect">
            <a:avLst/>
          </a:prstGeom>
          <a:solidFill>
            <a:srgbClr val="D8D8D8"/>
          </a:solidFill>
          <a:ln>
            <a:noFill/>
          </a:ln>
        </p:spPr>
        <p:txBody>
          <a:bodyPr/>
          <a:lstStyle/>
          <a:p>
            <a:endParaRPr lang="en-IN"/>
          </a:p>
        </p:txBody>
      </p:sp>
      <p:grpSp>
        <p:nvGrpSpPr>
          <p:cNvPr id="58" name="Google Shape;58;p66"/>
          <p:cNvGrpSpPr/>
          <p:nvPr/>
        </p:nvGrpSpPr>
        <p:grpSpPr>
          <a:xfrm>
            <a:off x="12377595" y="-1"/>
            <a:ext cx="3693386" cy="6640349"/>
            <a:chOff x="-3786165" y="-1"/>
            <a:chExt cx="3693386" cy="6640349"/>
          </a:xfrm>
        </p:grpSpPr>
        <p:sp>
          <p:nvSpPr>
            <p:cNvPr id="59" name="Google Shape;59;p66"/>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60" name="Google Shape;60;p66"/>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61" name="Google Shape;61;p66"/>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62" name="Google Shape;62;p66"/>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63" name="Google Shape;63;p66"/>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64" name="Google Shape;64;p66"/>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65" name="Google Shape;65;p66"/>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66" name="Google Shape;66;p66"/>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67" name="Google Shape;67;p66"/>
            <p:cNvGrpSpPr/>
            <p:nvPr/>
          </p:nvGrpSpPr>
          <p:grpSpPr>
            <a:xfrm>
              <a:off x="-2485819" y="3479783"/>
              <a:ext cx="1222990" cy="563933"/>
              <a:chOff x="-2485819" y="3399207"/>
              <a:chExt cx="1222990" cy="563933"/>
            </a:xfrm>
          </p:grpSpPr>
          <p:sp>
            <p:nvSpPr>
              <p:cNvPr id="68" name="Google Shape;68;p66"/>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69" name="Google Shape;69;p66"/>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70" name="Google Shape;70;p66"/>
              <p:cNvGrpSpPr/>
              <p:nvPr/>
            </p:nvGrpSpPr>
            <p:grpSpPr>
              <a:xfrm>
                <a:off x="-2403869" y="3460544"/>
                <a:ext cx="155951" cy="131922"/>
                <a:chOff x="12968836" y="3354170"/>
                <a:chExt cx="404806" cy="342433"/>
              </a:xfrm>
            </p:grpSpPr>
            <p:sp>
              <p:nvSpPr>
                <p:cNvPr id="71" name="Google Shape;71;p66"/>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72" name="Google Shape;72;p66"/>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73" name="Google Shape;73;p66"/>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74" name="Google Shape;74;p66"/>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75" name="Google Shape;75;p66"/>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76" name="Google Shape;76;p66"/>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77" name="Google Shape;77;p66"/>
              <p:cNvGrpSpPr/>
              <p:nvPr/>
            </p:nvGrpSpPr>
            <p:grpSpPr>
              <a:xfrm>
                <a:off x="-2463904" y="3680944"/>
                <a:ext cx="207219" cy="237490"/>
                <a:chOff x="12835752" y="3926551"/>
                <a:chExt cx="537889" cy="616458"/>
              </a:xfrm>
            </p:grpSpPr>
            <p:grpSp>
              <p:nvGrpSpPr>
                <p:cNvPr id="78" name="Google Shape;78;p66"/>
                <p:cNvGrpSpPr/>
                <p:nvPr/>
              </p:nvGrpSpPr>
              <p:grpSpPr>
                <a:xfrm>
                  <a:off x="13000382" y="4006891"/>
                  <a:ext cx="373259" cy="315747"/>
                  <a:chOff x="12968836" y="3354170"/>
                  <a:chExt cx="404806" cy="342433"/>
                </a:xfrm>
              </p:grpSpPr>
              <p:sp>
                <p:nvSpPr>
                  <p:cNvPr id="79" name="Google Shape;79;p66"/>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80" name="Google Shape;80;p66"/>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81" name="Google Shape;81;p66"/>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82" name="Google Shape;82;p66"/>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83" name="Google Shape;83;p66"/>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84" name="Google Shape;84;p66"/>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85" name="Google Shape;85;p66"/>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86" name="Google Shape;86;p66"/>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87" name="Google Shape;87;p66"/>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88" name="Google Shape;88;p66"/>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89" name="Google Shape;89;p66"/>
            <p:cNvGrpSpPr/>
            <p:nvPr/>
          </p:nvGrpSpPr>
          <p:grpSpPr>
            <a:xfrm>
              <a:off x="-3786165" y="5680652"/>
              <a:ext cx="3693386" cy="959696"/>
              <a:chOff x="-3786437" y="6163468"/>
              <a:chExt cx="3693386" cy="959696"/>
            </a:xfrm>
          </p:grpSpPr>
          <p:sp>
            <p:nvSpPr>
              <p:cNvPr id="90" name="Google Shape;90;p66"/>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91" name="Google Shape;91;p66"/>
              <p:cNvGrpSpPr/>
              <p:nvPr/>
            </p:nvGrpSpPr>
            <p:grpSpPr>
              <a:xfrm>
                <a:off x="-376736" y="6163468"/>
                <a:ext cx="283685" cy="283685"/>
                <a:chOff x="-510741" y="5913713"/>
                <a:chExt cx="267555" cy="267555"/>
              </a:xfrm>
            </p:grpSpPr>
            <p:sp>
              <p:nvSpPr>
                <p:cNvPr id="92" name="Google Shape;92;p66"/>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93" name="Google Shape;93;p66"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94" name="Google Shape;94;p66"/>
              <p:cNvGrpSpPr/>
              <p:nvPr/>
            </p:nvGrpSpPr>
            <p:grpSpPr>
              <a:xfrm>
                <a:off x="-938434" y="6420818"/>
                <a:ext cx="627798" cy="576693"/>
                <a:chOff x="-938434" y="4570310"/>
                <a:chExt cx="627798" cy="576693"/>
              </a:xfrm>
            </p:grpSpPr>
            <p:grpSp>
              <p:nvGrpSpPr>
                <p:cNvPr id="95" name="Google Shape;95;p66"/>
                <p:cNvGrpSpPr/>
                <p:nvPr/>
              </p:nvGrpSpPr>
              <p:grpSpPr>
                <a:xfrm>
                  <a:off x="-716116" y="4570310"/>
                  <a:ext cx="169778" cy="242385"/>
                  <a:chOff x="4768" y="2783"/>
                  <a:chExt cx="788" cy="1125"/>
                </a:xfrm>
              </p:grpSpPr>
              <p:sp>
                <p:nvSpPr>
                  <p:cNvPr id="96" name="Google Shape;96;p6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97" name="Google Shape;97;p6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98" name="Google Shape;98;p66"/>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99" name="Google Shape;99;p66"/>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00" name="Google Shape;100;p66"/>
            <p:cNvGrpSpPr/>
            <p:nvPr/>
          </p:nvGrpSpPr>
          <p:grpSpPr>
            <a:xfrm>
              <a:off x="-3426806" y="5129582"/>
              <a:ext cx="514284" cy="506545"/>
              <a:chOff x="12617641" y="3403239"/>
              <a:chExt cx="752963" cy="741634"/>
            </a:xfrm>
          </p:grpSpPr>
          <p:grpSp>
            <p:nvGrpSpPr>
              <p:cNvPr id="101" name="Google Shape;101;p66"/>
              <p:cNvGrpSpPr/>
              <p:nvPr/>
            </p:nvGrpSpPr>
            <p:grpSpPr>
              <a:xfrm>
                <a:off x="12771530" y="3403239"/>
                <a:ext cx="467176" cy="448491"/>
                <a:chOff x="12782157" y="3403239"/>
                <a:chExt cx="467176" cy="448491"/>
              </a:xfrm>
            </p:grpSpPr>
            <p:grpSp>
              <p:nvGrpSpPr>
                <p:cNvPr id="102" name="Google Shape;102;p66"/>
                <p:cNvGrpSpPr/>
                <p:nvPr/>
              </p:nvGrpSpPr>
              <p:grpSpPr>
                <a:xfrm>
                  <a:off x="12782157" y="3403239"/>
                  <a:ext cx="412976" cy="396132"/>
                  <a:chOff x="13554906" y="3320109"/>
                  <a:chExt cx="443917" cy="425811"/>
                </a:xfrm>
              </p:grpSpPr>
              <p:grpSp>
                <p:nvGrpSpPr>
                  <p:cNvPr id="103" name="Google Shape;103;p66"/>
                  <p:cNvGrpSpPr/>
                  <p:nvPr/>
                </p:nvGrpSpPr>
                <p:grpSpPr>
                  <a:xfrm>
                    <a:off x="13554906" y="3320109"/>
                    <a:ext cx="443917" cy="425811"/>
                    <a:chOff x="12909684" y="1276143"/>
                    <a:chExt cx="443917" cy="425811"/>
                  </a:xfrm>
                </p:grpSpPr>
                <p:sp>
                  <p:nvSpPr>
                    <p:cNvPr id="104" name="Google Shape;104;p66"/>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5" name="Google Shape;105;p66"/>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6" name="Google Shape;106;p66"/>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07" name="Google Shape;107;p66"/>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108" name="Google Shape;108;p66"/>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109" name="Google Shape;109;p66"/>
                <p:cNvGrpSpPr/>
                <p:nvPr/>
              </p:nvGrpSpPr>
              <p:grpSpPr>
                <a:xfrm>
                  <a:off x="13103513" y="3705268"/>
                  <a:ext cx="145820" cy="146462"/>
                  <a:chOff x="13096169" y="3602278"/>
                  <a:chExt cx="145820" cy="146462"/>
                </a:xfrm>
              </p:grpSpPr>
              <p:sp>
                <p:nvSpPr>
                  <p:cNvPr id="110" name="Google Shape;110;p66"/>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11" name="Google Shape;111;p66"/>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12" name="Google Shape;112;p66"/>
                <p:cNvGrpSpPr/>
                <p:nvPr/>
              </p:nvGrpSpPr>
              <p:grpSpPr>
                <a:xfrm rot="10800000">
                  <a:off x="13061402" y="3665637"/>
                  <a:ext cx="145820" cy="146462"/>
                  <a:chOff x="13096169" y="3602278"/>
                  <a:chExt cx="145820" cy="146462"/>
                </a:xfrm>
              </p:grpSpPr>
              <p:sp>
                <p:nvSpPr>
                  <p:cNvPr id="113" name="Google Shape;113;p66"/>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14" name="Google Shape;114;p66"/>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15" name="Google Shape;115;p66"/>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16" name="Google Shape;116;p66"/>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17" name="Google Shape;117;p66"/>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18" name="Google Shape;118;p66"/>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19" name="Google Shape;119;p66"/>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20" name="Google Shape;120;p66"/>
            <p:cNvGrpSpPr/>
            <p:nvPr/>
          </p:nvGrpSpPr>
          <p:grpSpPr>
            <a:xfrm>
              <a:off x="-3365484" y="1226982"/>
              <a:ext cx="446937" cy="406485"/>
              <a:chOff x="-3563526" y="1409294"/>
              <a:chExt cx="354190" cy="322133"/>
            </a:xfrm>
          </p:grpSpPr>
          <p:grpSp>
            <p:nvGrpSpPr>
              <p:cNvPr id="121" name="Google Shape;121;p66"/>
              <p:cNvGrpSpPr/>
              <p:nvPr/>
            </p:nvGrpSpPr>
            <p:grpSpPr>
              <a:xfrm>
                <a:off x="-3499992" y="1409294"/>
                <a:ext cx="225195" cy="195499"/>
                <a:chOff x="8987389" y="1361199"/>
                <a:chExt cx="2200275" cy="1914525"/>
              </a:xfrm>
            </p:grpSpPr>
            <p:sp>
              <p:nvSpPr>
                <p:cNvPr id="122" name="Google Shape;122;p66"/>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23" name="Google Shape;123;p66"/>
                <p:cNvGrpSpPr/>
                <p:nvPr/>
              </p:nvGrpSpPr>
              <p:grpSpPr>
                <a:xfrm>
                  <a:off x="8987389" y="1361199"/>
                  <a:ext cx="2200275" cy="1914525"/>
                  <a:chOff x="8987389" y="1361199"/>
                  <a:chExt cx="2200275" cy="1914525"/>
                </a:xfrm>
              </p:grpSpPr>
              <p:sp>
                <p:nvSpPr>
                  <p:cNvPr id="124" name="Google Shape;124;p66"/>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25" name="Google Shape;125;p66"/>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26" name="Google Shape;126;p66"/>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27"/>
        <p:cNvGrpSpPr/>
        <p:nvPr/>
      </p:nvGrpSpPr>
      <p:grpSpPr>
        <a:xfrm>
          <a:off x="0" y="0"/>
          <a:ext cx="0" cy="0"/>
          <a:chOff x="0" y="0"/>
          <a:chExt cx="0" cy="0"/>
        </a:xfrm>
      </p:grpSpPr>
      <p:sp>
        <p:nvSpPr>
          <p:cNvPr id="128" name="Google Shape;128;p67"/>
          <p:cNvSpPr/>
          <p:nvPr/>
        </p:nvSpPr>
        <p:spPr>
          <a:xfrm>
            <a:off x="0" y="-441330"/>
            <a:ext cx="1008931"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Title only</a:t>
            </a:r>
            <a:endParaRPr/>
          </a:p>
        </p:txBody>
      </p:sp>
      <p:sp>
        <p:nvSpPr>
          <p:cNvPr id="129" name="Google Shape;129;p67"/>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67"/>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31" name="Google Shape;131;p67"/>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p:cSld name="Custom">
    <p:spTree>
      <p:nvGrpSpPr>
        <p:cNvPr id="1" name="Shape 132"/>
        <p:cNvGrpSpPr/>
        <p:nvPr/>
      </p:nvGrpSpPr>
      <p:grpSpPr>
        <a:xfrm>
          <a:off x="0" y="0"/>
          <a:ext cx="0" cy="0"/>
          <a:chOff x="0" y="0"/>
          <a:chExt cx="0" cy="0"/>
        </a:xfrm>
      </p:grpSpPr>
      <p:sp>
        <p:nvSpPr>
          <p:cNvPr id="133" name="Google Shape;133;p68"/>
          <p:cNvSpPr txBox="1">
            <a:spLocks noGrp="1"/>
          </p:cNvSpPr>
          <p:nvPr>
            <p:ph type="title"/>
          </p:nvPr>
        </p:nvSpPr>
        <p:spPr>
          <a:xfrm>
            <a:off x="0" y="-429019"/>
            <a:ext cx="1782539"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68"/>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68"/>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2">
  <p:cSld name="Custom #2">
    <p:bg>
      <p:bgPr>
        <a:solidFill>
          <a:schemeClr val="accent1"/>
        </a:solidFill>
        <a:effectLst/>
      </p:bgPr>
    </p:bg>
    <p:spTree>
      <p:nvGrpSpPr>
        <p:cNvPr id="1" name="Shape 136"/>
        <p:cNvGrpSpPr/>
        <p:nvPr/>
      </p:nvGrpSpPr>
      <p:grpSpPr>
        <a:xfrm>
          <a:off x="0" y="0"/>
          <a:ext cx="0" cy="0"/>
          <a:chOff x="0" y="0"/>
          <a:chExt cx="0" cy="0"/>
        </a:xfrm>
      </p:grpSpPr>
      <p:sp>
        <p:nvSpPr>
          <p:cNvPr id="137" name="Google Shape;137;p69"/>
          <p:cNvSpPr/>
          <p:nvPr/>
        </p:nvSpPr>
        <p:spPr>
          <a:xfrm>
            <a:off x="-10751" y="0"/>
            <a:ext cx="12202751" cy="6858000"/>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sp>
        <p:nvSpPr>
          <p:cNvPr id="138" name="Google Shape;138;p69"/>
          <p:cNvSpPr txBox="1">
            <a:spLocks noGrp="1"/>
          </p:cNvSpPr>
          <p:nvPr>
            <p:ph type="title"/>
          </p:nvPr>
        </p:nvSpPr>
        <p:spPr>
          <a:xfrm>
            <a:off x="0" y="-429019"/>
            <a:ext cx="1179810"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69"/>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69"/>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41" name="Google Shape;141;p69"/>
          <p:cNvSpPr/>
          <p:nvPr/>
        </p:nvSpPr>
        <p:spPr>
          <a:xfrm>
            <a:off x="-10751" y="3282846"/>
            <a:ext cx="12192000" cy="3575154"/>
          </a:xfrm>
          <a:prstGeom prst="rect">
            <a:avLst/>
          </a:prstGeom>
          <a:solidFill>
            <a:schemeClr val="l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142" name="Google Shape;142;p69"/>
          <p:cNvSpPr>
            <a:spLocks noGrp="1"/>
          </p:cNvSpPr>
          <p:nvPr>
            <p:ph type="pic" idx="2"/>
          </p:nvPr>
        </p:nvSpPr>
        <p:spPr>
          <a:xfrm>
            <a:off x="721079" y="719138"/>
            <a:ext cx="3318867" cy="5281612"/>
          </a:xfrm>
          <a:prstGeom prst="rect">
            <a:avLst/>
          </a:prstGeom>
          <a:solidFill>
            <a:srgbClr val="D8D8D8"/>
          </a:solidFill>
          <a:ln>
            <a:noFill/>
          </a:ln>
        </p:spPr>
      </p:sp>
      <p:grpSp>
        <p:nvGrpSpPr>
          <p:cNvPr id="143" name="Google Shape;143;p69"/>
          <p:cNvGrpSpPr/>
          <p:nvPr/>
        </p:nvGrpSpPr>
        <p:grpSpPr>
          <a:xfrm>
            <a:off x="-3786164" y="0"/>
            <a:ext cx="3693113" cy="5054643"/>
            <a:chOff x="-3786164" y="0"/>
            <a:chExt cx="3693113" cy="5054643"/>
          </a:xfrm>
        </p:grpSpPr>
        <p:sp>
          <p:nvSpPr>
            <p:cNvPr id="144" name="Google Shape;144;p69"/>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45" name="Google Shape;145;p69"/>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146" name="Google Shape;146;p69"/>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47" name="Google Shape;147;p69"/>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48" name="Google Shape;148;p69"/>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49" name="Google Shape;149;p69"/>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50" name="Google Shape;150;p69"/>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151" name="Google Shape;151;p69"/>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52" name="Google Shape;152;p69"/>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153" name="Google Shape;153;p69"/>
            <p:cNvGrpSpPr/>
            <p:nvPr/>
          </p:nvGrpSpPr>
          <p:grpSpPr>
            <a:xfrm>
              <a:off x="-3414453" y="3534339"/>
              <a:ext cx="514284" cy="506545"/>
              <a:chOff x="12617641" y="3403239"/>
              <a:chExt cx="752963" cy="741634"/>
            </a:xfrm>
          </p:grpSpPr>
          <p:grpSp>
            <p:nvGrpSpPr>
              <p:cNvPr id="154" name="Google Shape;154;p69"/>
              <p:cNvGrpSpPr/>
              <p:nvPr/>
            </p:nvGrpSpPr>
            <p:grpSpPr>
              <a:xfrm>
                <a:off x="12771530" y="3403239"/>
                <a:ext cx="467176" cy="448491"/>
                <a:chOff x="12782157" y="3403239"/>
                <a:chExt cx="467176" cy="448491"/>
              </a:xfrm>
            </p:grpSpPr>
            <p:grpSp>
              <p:nvGrpSpPr>
                <p:cNvPr id="155" name="Google Shape;155;p69"/>
                <p:cNvGrpSpPr/>
                <p:nvPr/>
              </p:nvGrpSpPr>
              <p:grpSpPr>
                <a:xfrm>
                  <a:off x="12782157" y="3403239"/>
                  <a:ext cx="412976" cy="396132"/>
                  <a:chOff x="13554906" y="3320109"/>
                  <a:chExt cx="443917" cy="425811"/>
                </a:xfrm>
              </p:grpSpPr>
              <p:grpSp>
                <p:nvGrpSpPr>
                  <p:cNvPr id="156" name="Google Shape;156;p69"/>
                  <p:cNvGrpSpPr/>
                  <p:nvPr/>
                </p:nvGrpSpPr>
                <p:grpSpPr>
                  <a:xfrm>
                    <a:off x="13554906" y="3320109"/>
                    <a:ext cx="443917" cy="425811"/>
                    <a:chOff x="12909684" y="1276143"/>
                    <a:chExt cx="443917" cy="425811"/>
                  </a:xfrm>
                </p:grpSpPr>
                <p:sp>
                  <p:nvSpPr>
                    <p:cNvPr id="157" name="Google Shape;157;p69"/>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58" name="Google Shape;158;p69"/>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59" name="Google Shape;159;p69"/>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60" name="Google Shape;160;p69"/>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161" name="Google Shape;161;p69"/>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162" name="Google Shape;162;p69"/>
                <p:cNvGrpSpPr/>
                <p:nvPr/>
              </p:nvGrpSpPr>
              <p:grpSpPr>
                <a:xfrm>
                  <a:off x="13103513" y="3705268"/>
                  <a:ext cx="145820" cy="146462"/>
                  <a:chOff x="13096169" y="3602278"/>
                  <a:chExt cx="145820" cy="146462"/>
                </a:xfrm>
              </p:grpSpPr>
              <p:sp>
                <p:nvSpPr>
                  <p:cNvPr id="163" name="Google Shape;163;p69"/>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4" name="Google Shape;164;p69"/>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65" name="Google Shape;165;p69"/>
                <p:cNvGrpSpPr/>
                <p:nvPr/>
              </p:nvGrpSpPr>
              <p:grpSpPr>
                <a:xfrm rot="10800000">
                  <a:off x="13061402" y="3665637"/>
                  <a:ext cx="145820" cy="146462"/>
                  <a:chOff x="13096169" y="3602278"/>
                  <a:chExt cx="145820" cy="146462"/>
                </a:xfrm>
              </p:grpSpPr>
              <p:sp>
                <p:nvSpPr>
                  <p:cNvPr id="166" name="Google Shape;166;p69"/>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7" name="Google Shape;167;p69"/>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68" name="Google Shape;168;p69"/>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69" name="Google Shape;169;p69"/>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70" name="Google Shape;170;p69"/>
            <p:cNvGrpSpPr/>
            <p:nvPr/>
          </p:nvGrpSpPr>
          <p:grpSpPr>
            <a:xfrm>
              <a:off x="-376736" y="4055594"/>
              <a:ext cx="283685" cy="283685"/>
              <a:chOff x="-510741" y="5913713"/>
              <a:chExt cx="267555" cy="267555"/>
            </a:xfrm>
          </p:grpSpPr>
          <p:sp>
            <p:nvSpPr>
              <p:cNvPr id="171" name="Google Shape;171;p69"/>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72" name="Google Shape;172;p69"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73" name="Google Shape;173;p69"/>
            <p:cNvGrpSpPr/>
            <p:nvPr/>
          </p:nvGrpSpPr>
          <p:grpSpPr>
            <a:xfrm>
              <a:off x="-938434" y="4364020"/>
              <a:ext cx="627798" cy="576693"/>
              <a:chOff x="-938434" y="4570310"/>
              <a:chExt cx="627798" cy="576693"/>
            </a:xfrm>
          </p:grpSpPr>
          <p:grpSp>
            <p:nvGrpSpPr>
              <p:cNvPr id="174" name="Google Shape;174;p69"/>
              <p:cNvGrpSpPr/>
              <p:nvPr/>
            </p:nvGrpSpPr>
            <p:grpSpPr>
              <a:xfrm>
                <a:off x="-716116" y="4570310"/>
                <a:ext cx="169778" cy="242385"/>
                <a:chOff x="4768" y="2783"/>
                <a:chExt cx="788" cy="1125"/>
              </a:xfrm>
            </p:grpSpPr>
            <p:sp>
              <p:nvSpPr>
                <p:cNvPr id="175" name="Google Shape;175;p69"/>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76" name="Google Shape;176;p69"/>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77" name="Google Shape;177;p69"/>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78" name="Google Shape;178;p69"/>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179" name="Google Shape;179;p69"/>
            <p:cNvGrpSpPr/>
            <p:nvPr/>
          </p:nvGrpSpPr>
          <p:grpSpPr>
            <a:xfrm>
              <a:off x="-3365484" y="1226982"/>
              <a:ext cx="446937" cy="406485"/>
              <a:chOff x="-3563526" y="1409294"/>
              <a:chExt cx="354190" cy="322133"/>
            </a:xfrm>
          </p:grpSpPr>
          <p:grpSp>
            <p:nvGrpSpPr>
              <p:cNvPr id="180" name="Google Shape;180;p69"/>
              <p:cNvGrpSpPr/>
              <p:nvPr/>
            </p:nvGrpSpPr>
            <p:grpSpPr>
              <a:xfrm>
                <a:off x="-3499992" y="1409294"/>
                <a:ext cx="225195" cy="195499"/>
                <a:chOff x="8987389" y="1361199"/>
                <a:chExt cx="2200275" cy="1914525"/>
              </a:xfrm>
            </p:grpSpPr>
            <p:sp>
              <p:nvSpPr>
                <p:cNvPr id="181" name="Google Shape;181;p69"/>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82" name="Google Shape;182;p69"/>
                <p:cNvGrpSpPr/>
                <p:nvPr/>
              </p:nvGrpSpPr>
              <p:grpSpPr>
                <a:xfrm>
                  <a:off x="8987389" y="1361199"/>
                  <a:ext cx="2200275" cy="1914525"/>
                  <a:chOff x="8987389" y="1361199"/>
                  <a:chExt cx="2200275" cy="1914525"/>
                </a:xfrm>
              </p:grpSpPr>
              <p:sp>
                <p:nvSpPr>
                  <p:cNvPr id="183" name="Google Shape;183;p69"/>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84" name="Google Shape;184;p69"/>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85" name="Google Shape;185;p69"/>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roduction | 12x">
  <p:cSld name="Introduction | 12x">
    <p:bg>
      <p:bgPr>
        <a:solidFill>
          <a:schemeClr val="lt1"/>
        </a:solidFill>
        <a:effectLst/>
      </p:bgPr>
    </p:bg>
    <p:spTree>
      <p:nvGrpSpPr>
        <p:cNvPr id="1" name="Shape 186"/>
        <p:cNvGrpSpPr/>
        <p:nvPr/>
      </p:nvGrpSpPr>
      <p:grpSpPr>
        <a:xfrm>
          <a:off x="0" y="0"/>
          <a:ext cx="0" cy="0"/>
          <a:chOff x="0" y="0"/>
          <a:chExt cx="0" cy="0"/>
        </a:xfrm>
      </p:grpSpPr>
      <p:sp>
        <p:nvSpPr>
          <p:cNvPr id="187" name="Google Shape;187;p70"/>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70"/>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89" name="Google Shape;189;p70"/>
          <p:cNvSpPr>
            <a:spLocks noGrp="1"/>
          </p:cNvSpPr>
          <p:nvPr>
            <p:ph type="pic" idx="2"/>
          </p:nvPr>
        </p:nvSpPr>
        <p:spPr>
          <a:xfrm>
            <a:off x="721079" y="1553213"/>
            <a:ext cx="1643193" cy="1145017"/>
          </a:xfrm>
          <a:prstGeom prst="rect">
            <a:avLst/>
          </a:prstGeom>
          <a:solidFill>
            <a:srgbClr val="D8D8D8"/>
          </a:solidFill>
          <a:ln>
            <a:noFill/>
          </a:ln>
        </p:spPr>
      </p:sp>
      <p:sp>
        <p:nvSpPr>
          <p:cNvPr id="190" name="Google Shape;190;p70"/>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70"/>
          <p:cNvSpPr txBox="1">
            <a:spLocks noGrp="1"/>
          </p:cNvSpPr>
          <p:nvPr>
            <p:ph type="body" idx="1"/>
          </p:nvPr>
        </p:nvSpPr>
        <p:spPr>
          <a:xfrm>
            <a:off x="719137" y="2804304"/>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92" name="Google Shape;192;p70"/>
          <p:cNvSpPr txBox="1">
            <a:spLocks noGrp="1"/>
          </p:cNvSpPr>
          <p:nvPr>
            <p:ph type="body" idx="3"/>
          </p:nvPr>
        </p:nvSpPr>
        <p:spPr>
          <a:xfrm>
            <a:off x="718666" y="3379465"/>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93" name="Google Shape;193;p70"/>
          <p:cNvSpPr>
            <a:spLocks noGrp="1"/>
          </p:cNvSpPr>
          <p:nvPr>
            <p:ph type="pic" idx="4"/>
          </p:nvPr>
        </p:nvSpPr>
        <p:spPr>
          <a:xfrm>
            <a:off x="2540885" y="1553213"/>
            <a:ext cx="1643193" cy="1145017"/>
          </a:xfrm>
          <a:prstGeom prst="rect">
            <a:avLst/>
          </a:prstGeom>
          <a:solidFill>
            <a:srgbClr val="D8D8D8"/>
          </a:solidFill>
          <a:ln>
            <a:noFill/>
          </a:ln>
        </p:spPr>
      </p:sp>
      <p:sp>
        <p:nvSpPr>
          <p:cNvPr id="194" name="Google Shape;194;p70"/>
          <p:cNvSpPr txBox="1">
            <a:spLocks noGrp="1"/>
          </p:cNvSpPr>
          <p:nvPr>
            <p:ph type="body" idx="5"/>
          </p:nvPr>
        </p:nvSpPr>
        <p:spPr>
          <a:xfrm>
            <a:off x="2538943" y="2804304"/>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95" name="Google Shape;195;p70"/>
          <p:cNvSpPr txBox="1">
            <a:spLocks noGrp="1"/>
          </p:cNvSpPr>
          <p:nvPr>
            <p:ph type="body" idx="6"/>
          </p:nvPr>
        </p:nvSpPr>
        <p:spPr>
          <a:xfrm>
            <a:off x="2538472" y="3379465"/>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96" name="Google Shape;196;p70"/>
          <p:cNvSpPr>
            <a:spLocks noGrp="1"/>
          </p:cNvSpPr>
          <p:nvPr>
            <p:ph type="pic" idx="7"/>
          </p:nvPr>
        </p:nvSpPr>
        <p:spPr>
          <a:xfrm>
            <a:off x="4360691" y="1553213"/>
            <a:ext cx="1643193" cy="1145017"/>
          </a:xfrm>
          <a:prstGeom prst="rect">
            <a:avLst/>
          </a:prstGeom>
          <a:solidFill>
            <a:srgbClr val="D8D8D8"/>
          </a:solidFill>
          <a:ln>
            <a:noFill/>
          </a:ln>
        </p:spPr>
      </p:sp>
      <p:sp>
        <p:nvSpPr>
          <p:cNvPr id="197" name="Google Shape;197;p70"/>
          <p:cNvSpPr txBox="1">
            <a:spLocks noGrp="1"/>
          </p:cNvSpPr>
          <p:nvPr>
            <p:ph type="body" idx="8"/>
          </p:nvPr>
        </p:nvSpPr>
        <p:spPr>
          <a:xfrm>
            <a:off x="4358749" y="2804304"/>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98" name="Google Shape;198;p70"/>
          <p:cNvSpPr txBox="1">
            <a:spLocks noGrp="1"/>
          </p:cNvSpPr>
          <p:nvPr>
            <p:ph type="body" idx="9"/>
          </p:nvPr>
        </p:nvSpPr>
        <p:spPr>
          <a:xfrm>
            <a:off x="4358278" y="3379465"/>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99" name="Google Shape;199;p70"/>
          <p:cNvSpPr>
            <a:spLocks noGrp="1"/>
          </p:cNvSpPr>
          <p:nvPr>
            <p:ph type="pic" idx="13"/>
          </p:nvPr>
        </p:nvSpPr>
        <p:spPr>
          <a:xfrm>
            <a:off x="6180497" y="1553213"/>
            <a:ext cx="1643193" cy="1145017"/>
          </a:xfrm>
          <a:prstGeom prst="rect">
            <a:avLst/>
          </a:prstGeom>
          <a:solidFill>
            <a:srgbClr val="D8D8D8"/>
          </a:solidFill>
          <a:ln>
            <a:noFill/>
          </a:ln>
        </p:spPr>
      </p:sp>
      <p:sp>
        <p:nvSpPr>
          <p:cNvPr id="200" name="Google Shape;200;p70"/>
          <p:cNvSpPr txBox="1">
            <a:spLocks noGrp="1"/>
          </p:cNvSpPr>
          <p:nvPr>
            <p:ph type="body" idx="14"/>
          </p:nvPr>
        </p:nvSpPr>
        <p:spPr>
          <a:xfrm>
            <a:off x="6178555" y="2804304"/>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01" name="Google Shape;201;p70"/>
          <p:cNvSpPr txBox="1">
            <a:spLocks noGrp="1"/>
          </p:cNvSpPr>
          <p:nvPr>
            <p:ph type="body" idx="15"/>
          </p:nvPr>
        </p:nvSpPr>
        <p:spPr>
          <a:xfrm>
            <a:off x="6178084" y="3379465"/>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02" name="Google Shape;202;p70"/>
          <p:cNvSpPr>
            <a:spLocks noGrp="1"/>
          </p:cNvSpPr>
          <p:nvPr>
            <p:ph type="pic" idx="16"/>
          </p:nvPr>
        </p:nvSpPr>
        <p:spPr>
          <a:xfrm>
            <a:off x="8000303" y="1553213"/>
            <a:ext cx="1643193" cy="1145017"/>
          </a:xfrm>
          <a:prstGeom prst="rect">
            <a:avLst/>
          </a:prstGeom>
          <a:solidFill>
            <a:srgbClr val="D8D8D8"/>
          </a:solidFill>
          <a:ln>
            <a:noFill/>
          </a:ln>
        </p:spPr>
      </p:sp>
      <p:sp>
        <p:nvSpPr>
          <p:cNvPr id="203" name="Google Shape;203;p70"/>
          <p:cNvSpPr txBox="1">
            <a:spLocks noGrp="1"/>
          </p:cNvSpPr>
          <p:nvPr>
            <p:ph type="body" idx="17"/>
          </p:nvPr>
        </p:nvSpPr>
        <p:spPr>
          <a:xfrm>
            <a:off x="7998361" y="2804304"/>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04" name="Google Shape;204;p70"/>
          <p:cNvSpPr txBox="1">
            <a:spLocks noGrp="1"/>
          </p:cNvSpPr>
          <p:nvPr>
            <p:ph type="body" idx="18"/>
          </p:nvPr>
        </p:nvSpPr>
        <p:spPr>
          <a:xfrm>
            <a:off x="7997890" y="3379465"/>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05" name="Google Shape;205;p70"/>
          <p:cNvSpPr>
            <a:spLocks noGrp="1"/>
          </p:cNvSpPr>
          <p:nvPr>
            <p:ph type="pic" idx="19"/>
          </p:nvPr>
        </p:nvSpPr>
        <p:spPr>
          <a:xfrm>
            <a:off x="9820109" y="1553213"/>
            <a:ext cx="1643193" cy="1145017"/>
          </a:xfrm>
          <a:prstGeom prst="rect">
            <a:avLst/>
          </a:prstGeom>
          <a:solidFill>
            <a:srgbClr val="D8D8D8"/>
          </a:solidFill>
          <a:ln>
            <a:noFill/>
          </a:ln>
        </p:spPr>
      </p:sp>
      <p:sp>
        <p:nvSpPr>
          <p:cNvPr id="206" name="Google Shape;206;p70"/>
          <p:cNvSpPr txBox="1">
            <a:spLocks noGrp="1"/>
          </p:cNvSpPr>
          <p:nvPr>
            <p:ph type="body" idx="20"/>
          </p:nvPr>
        </p:nvSpPr>
        <p:spPr>
          <a:xfrm>
            <a:off x="9818167" y="2804304"/>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07" name="Google Shape;207;p70"/>
          <p:cNvSpPr txBox="1">
            <a:spLocks noGrp="1"/>
          </p:cNvSpPr>
          <p:nvPr>
            <p:ph type="body" idx="21"/>
          </p:nvPr>
        </p:nvSpPr>
        <p:spPr>
          <a:xfrm>
            <a:off x="9817696" y="3379465"/>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08" name="Google Shape;208;p70"/>
          <p:cNvSpPr>
            <a:spLocks noGrp="1"/>
          </p:cNvSpPr>
          <p:nvPr>
            <p:ph type="pic" idx="22"/>
          </p:nvPr>
        </p:nvSpPr>
        <p:spPr>
          <a:xfrm>
            <a:off x="721079" y="3926116"/>
            <a:ext cx="1643193" cy="1145017"/>
          </a:xfrm>
          <a:prstGeom prst="rect">
            <a:avLst/>
          </a:prstGeom>
          <a:solidFill>
            <a:srgbClr val="D8D8D8"/>
          </a:solidFill>
          <a:ln>
            <a:noFill/>
          </a:ln>
        </p:spPr>
      </p:sp>
      <p:sp>
        <p:nvSpPr>
          <p:cNvPr id="209" name="Google Shape;209;p70"/>
          <p:cNvSpPr txBox="1">
            <a:spLocks noGrp="1"/>
          </p:cNvSpPr>
          <p:nvPr>
            <p:ph type="body" idx="23"/>
          </p:nvPr>
        </p:nvSpPr>
        <p:spPr>
          <a:xfrm>
            <a:off x="719137" y="5177207"/>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0" name="Google Shape;210;p70"/>
          <p:cNvSpPr txBox="1">
            <a:spLocks noGrp="1"/>
          </p:cNvSpPr>
          <p:nvPr>
            <p:ph type="body" idx="24"/>
          </p:nvPr>
        </p:nvSpPr>
        <p:spPr>
          <a:xfrm>
            <a:off x="718666" y="5752368"/>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1" name="Google Shape;211;p70"/>
          <p:cNvSpPr>
            <a:spLocks noGrp="1"/>
          </p:cNvSpPr>
          <p:nvPr>
            <p:ph type="pic" idx="25"/>
          </p:nvPr>
        </p:nvSpPr>
        <p:spPr>
          <a:xfrm>
            <a:off x="2540885" y="3926116"/>
            <a:ext cx="1643193" cy="1145017"/>
          </a:xfrm>
          <a:prstGeom prst="rect">
            <a:avLst/>
          </a:prstGeom>
          <a:solidFill>
            <a:srgbClr val="D8D8D8"/>
          </a:solidFill>
          <a:ln>
            <a:noFill/>
          </a:ln>
        </p:spPr>
      </p:sp>
      <p:sp>
        <p:nvSpPr>
          <p:cNvPr id="212" name="Google Shape;212;p70"/>
          <p:cNvSpPr txBox="1">
            <a:spLocks noGrp="1"/>
          </p:cNvSpPr>
          <p:nvPr>
            <p:ph type="body" idx="26"/>
          </p:nvPr>
        </p:nvSpPr>
        <p:spPr>
          <a:xfrm>
            <a:off x="2538943" y="5177207"/>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3" name="Google Shape;213;p70"/>
          <p:cNvSpPr txBox="1">
            <a:spLocks noGrp="1"/>
          </p:cNvSpPr>
          <p:nvPr>
            <p:ph type="body" idx="27"/>
          </p:nvPr>
        </p:nvSpPr>
        <p:spPr>
          <a:xfrm>
            <a:off x="2538472" y="5752368"/>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4" name="Google Shape;214;p70"/>
          <p:cNvSpPr>
            <a:spLocks noGrp="1"/>
          </p:cNvSpPr>
          <p:nvPr>
            <p:ph type="pic" idx="28"/>
          </p:nvPr>
        </p:nvSpPr>
        <p:spPr>
          <a:xfrm>
            <a:off x="4360691" y="3926116"/>
            <a:ext cx="1643193" cy="1145017"/>
          </a:xfrm>
          <a:prstGeom prst="rect">
            <a:avLst/>
          </a:prstGeom>
          <a:solidFill>
            <a:srgbClr val="D8D8D8"/>
          </a:solidFill>
          <a:ln>
            <a:noFill/>
          </a:ln>
        </p:spPr>
      </p:sp>
      <p:sp>
        <p:nvSpPr>
          <p:cNvPr id="215" name="Google Shape;215;p70"/>
          <p:cNvSpPr txBox="1">
            <a:spLocks noGrp="1"/>
          </p:cNvSpPr>
          <p:nvPr>
            <p:ph type="body" idx="29"/>
          </p:nvPr>
        </p:nvSpPr>
        <p:spPr>
          <a:xfrm>
            <a:off x="4358749" y="5177207"/>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6" name="Google Shape;216;p70"/>
          <p:cNvSpPr txBox="1">
            <a:spLocks noGrp="1"/>
          </p:cNvSpPr>
          <p:nvPr>
            <p:ph type="body" idx="30"/>
          </p:nvPr>
        </p:nvSpPr>
        <p:spPr>
          <a:xfrm>
            <a:off x="4358278" y="5752368"/>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7" name="Google Shape;217;p70"/>
          <p:cNvSpPr>
            <a:spLocks noGrp="1"/>
          </p:cNvSpPr>
          <p:nvPr>
            <p:ph type="pic" idx="31"/>
          </p:nvPr>
        </p:nvSpPr>
        <p:spPr>
          <a:xfrm>
            <a:off x="6180497" y="3926116"/>
            <a:ext cx="1643193" cy="1145017"/>
          </a:xfrm>
          <a:prstGeom prst="rect">
            <a:avLst/>
          </a:prstGeom>
          <a:solidFill>
            <a:srgbClr val="D8D8D8"/>
          </a:solidFill>
          <a:ln>
            <a:noFill/>
          </a:ln>
        </p:spPr>
      </p:sp>
      <p:sp>
        <p:nvSpPr>
          <p:cNvPr id="218" name="Google Shape;218;p70"/>
          <p:cNvSpPr txBox="1">
            <a:spLocks noGrp="1"/>
          </p:cNvSpPr>
          <p:nvPr>
            <p:ph type="body" idx="32"/>
          </p:nvPr>
        </p:nvSpPr>
        <p:spPr>
          <a:xfrm>
            <a:off x="6178555" y="5177207"/>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19" name="Google Shape;219;p70"/>
          <p:cNvSpPr txBox="1">
            <a:spLocks noGrp="1"/>
          </p:cNvSpPr>
          <p:nvPr>
            <p:ph type="body" idx="33"/>
          </p:nvPr>
        </p:nvSpPr>
        <p:spPr>
          <a:xfrm>
            <a:off x="6178084" y="5752368"/>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20" name="Google Shape;220;p70"/>
          <p:cNvSpPr>
            <a:spLocks noGrp="1"/>
          </p:cNvSpPr>
          <p:nvPr>
            <p:ph type="pic" idx="34"/>
          </p:nvPr>
        </p:nvSpPr>
        <p:spPr>
          <a:xfrm>
            <a:off x="8000303" y="3926116"/>
            <a:ext cx="1643193" cy="1145017"/>
          </a:xfrm>
          <a:prstGeom prst="rect">
            <a:avLst/>
          </a:prstGeom>
          <a:solidFill>
            <a:srgbClr val="D8D8D8"/>
          </a:solidFill>
          <a:ln>
            <a:noFill/>
          </a:ln>
        </p:spPr>
      </p:sp>
      <p:sp>
        <p:nvSpPr>
          <p:cNvPr id="221" name="Google Shape;221;p70"/>
          <p:cNvSpPr txBox="1">
            <a:spLocks noGrp="1"/>
          </p:cNvSpPr>
          <p:nvPr>
            <p:ph type="body" idx="35"/>
          </p:nvPr>
        </p:nvSpPr>
        <p:spPr>
          <a:xfrm>
            <a:off x="7998361" y="5177207"/>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22" name="Google Shape;222;p70"/>
          <p:cNvSpPr txBox="1">
            <a:spLocks noGrp="1"/>
          </p:cNvSpPr>
          <p:nvPr>
            <p:ph type="body" idx="36"/>
          </p:nvPr>
        </p:nvSpPr>
        <p:spPr>
          <a:xfrm>
            <a:off x="7997890" y="5752368"/>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23" name="Google Shape;223;p70"/>
          <p:cNvSpPr>
            <a:spLocks noGrp="1"/>
          </p:cNvSpPr>
          <p:nvPr>
            <p:ph type="pic" idx="37"/>
          </p:nvPr>
        </p:nvSpPr>
        <p:spPr>
          <a:xfrm>
            <a:off x="9820109" y="3926116"/>
            <a:ext cx="1643193" cy="1145017"/>
          </a:xfrm>
          <a:prstGeom prst="rect">
            <a:avLst/>
          </a:prstGeom>
          <a:solidFill>
            <a:srgbClr val="D8D8D8"/>
          </a:solidFill>
          <a:ln>
            <a:noFill/>
          </a:ln>
        </p:spPr>
      </p:sp>
      <p:sp>
        <p:nvSpPr>
          <p:cNvPr id="224" name="Google Shape;224;p70"/>
          <p:cNvSpPr txBox="1">
            <a:spLocks noGrp="1"/>
          </p:cNvSpPr>
          <p:nvPr>
            <p:ph type="body" idx="38"/>
          </p:nvPr>
        </p:nvSpPr>
        <p:spPr>
          <a:xfrm>
            <a:off x="9818167" y="5177207"/>
            <a:ext cx="1643193" cy="564257"/>
          </a:xfrm>
          <a:prstGeom prst="rect">
            <a:avLst/>
          </a:prstGeom>
          <a:noFill/>
          <a:ln>
            <a:noFill/>
          </a:ln>
        </p:spPr>
        <p:txBody>
          <a:bodyPr spcFirstLastPara="1" wrap="square" lIns="0" tIns="0" rIns="0" bIns="0" anchor="b" anchorCtr="0">
            <a:normAutofit/>
          </a:bodyPr>
          <a:lstStyle>
            <a:lvl1pPr marL="457200" lvl="0" indent="-228600" algn="l">
              <a:lnSpc>
                <a:spcPct val="137500"/>
              </a:lnSpc>
              <a:spcBef>
                <a:spcPts val="0"/>
              </a:spcBef>
              <a:spcAft>
                <a:spcPts val="0"/>
              </a:spcAft>
              <a:buSzPts val="1920"/>
              <a:buFont typeface="Arial"/>
              <a:buNone/>
              <a:defRPr sz="1600" b="0" i="0">
                <a:solidFill>
                  <a:schemeClr val="accen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25" name="Google Shape;225;p70"/>
          <p:cNvSpPr txBox="1">
            <a:spLocks noGrp="1"/>
          </p:cNvSpPr>
          <p:nvPr>
            <p:ph type="body" idx="39"/>
          </p:nvPr>
        </p:nvSpPr>
        <p:spPr>
          <a:xfrm>
            <a:off x="9817696" y="5752368"/>
            <a:ext cx="1643193" cy="24929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600"/>
              </a:spcBef>
              <a:spcAft>
                <a:spcPts val="0"/>
              </a:spcAft>
              <a:buSzPts val="1680"/>
              <a:buFont typeface="Arial"/>
              <a:buNone/>
              <a:defRPr sz="1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226" name="Google Shape;226;p70"/>
          <p:cNvSpPr/>
          <p:nvPr/>
        </p:nvSpPr>
        <p:spPr>
          <a:xfrm>
            <a:off x="0" y="-441330"/>
            <a:ext cx="1923604"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Introduction | 12x</a:t>
            </a:r>
            <a:endParaRPr/>
          </a:p>
        </p:txBody>
      </p:sp>
      <p:grpSp>
        <p:nvGrpSpPr>
          <p:cNvPr id="227" name="Google Shape;227;p70"/>
          <p:cNvGrpSpPr/>
          <p:nvPr/>
        </p:nvGrpSpPr>
        <p:grpSpPr>
          <a:xfrm>
            <a:off x="-3786164" y="0"/>
            <a:ext cx="3693113" cy="5054643"/>
            <a:chOff x="-3786164" y="0"/>
            <a:chExt cx="3693113" cy="5054643"/>
          </a:xfrm>
        </p:grpSpPr>
        <p:sp>
          <p:nvSpPr>
            <p:cNvPr id="228" name="Google Shape;228;p70"/>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229" name="Google Shape;229;p70"/>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230" name="Google Shape;230;p70"/>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31" name="Google Shape;231;p70"/>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232" name="Google Shape;232;p70"/>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33" name="Google Shape;233;p70"/>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234" name="Google Shape;234;p70"/>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235" name="Google Shape;235;p70"/>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36" name="Google Shape;236;p70"/>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237" name="Google Shape;237;p70"/>
            <p:cNvGrpSpPr/>
            <p:nvPr/>
          </p:nvGrpSpPr>
          <p:grpSpPr>
            <a:xfrm>
              <a:off x="-3414453" y="3534339"/>
              <a:ext cx="514284" cy="506545"/>
              <a:chOff x="12617641" y="3403239"/>
              <a:chExt cx="752963" cy="741634"/>
            </a:xfrm>
          </p:grpSpPr>
          <p:grpSp>
            <p:nvGrpSpPr>
              <p:cNvPr id="238" name="Google Shape;238;p70"/>
              <p:cNvGrpSpPr/>
              <p:nvPr/>
            </p:nvGrpSpPr>
            <p:grpSpPr>
              <a:xfrm>
                <a:off x="12771530" y="3403239"/>
                <a:ext cx="467176" cy="448491"/>
                <a:chOff x="12782157" y="3403239"/>
                <a:chExt cx="467176" cy="448491"/>
              </a:xfrm>
            </p:grpSpPr>
            <p:grpSp>
              <p:nvGrpSpPr>
                <p:cNvPr id="239" name="Google Shape;239;p70"/>
                <p:cNvGrpSpPr/>
                <p:nvPr/>
              </p:nvGrpSpPr>
              <p:grpSpPr>
                <a:xfrm>
                  <a:off x="12782157" y="3403239"/>
                  <a:ext cx="412976" cy="396132"/>
                  <a:chOff x="13554906" y="3320109"/>
                  <a:chExt cx="443917" cy="425811"/>
                </a:xfrm>
              </p:grpSpPr>
              <p:grpSp>
                <p:nvGrpSpPr>
                  <p:cNvPr id="240" name="Google Shape;240;p70"/>
                  <p:cNvGrpSpPr/>
                  <p:nvPr/>
                </p:nvGrpSpPr>
                <p:grpSpPr>
                  <a:xfrm>
                    <a:off x="13554906" y="3320109"/>
                    <a:ext cx="443917" cy="425811"/>
                    <a:chOff x="12909684" y="1276143"/>
                    <a:chExt cx="443917" cy="425811"/>
                  </a:xfrm>
                </p:grpSpPr>
                <p:sp>
                  <p:nvSpPr>
                    <p:cNvPr id="241" name="Google Shape;241;p70"/>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2" name="Google Shape;242;p70"/>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3" name="Google Shape;243;p70"/>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244" name="Google Shape;244;p70"/>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245" name="Google Shape;245;p70"/>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246" name="Google Shape;246;p70"/>
                <p:cNvGrpSpPr/>
                <p:nvPr/>
              </p:nvGrpSpPr>
              <p:grpSpPr>
                <a:xfrm>
                  <a:off x="13103513" y="3705268"/>
                  <a:ext cx="145820" cy="146462"/>
                  <a:chOff x="13096169" y="3602278"/>
                  <a:chExt cx="145820" cy="146462"/>
                </a:xfrm>
              </p:grpSpPr>
              <p:sp>
                <p:nvSpPr>
                  <p:cNvPr id="247" name="Google Shape;247;p70"/>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8" name="Google Shape;248;p70"/>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49" name="Google Shape;249;p70"/>
                <p:cNvGrpSpPr/>
                <p:nvPr/>
              </p:nvGrpSpPr>
              <p:grpSpPr>
                <a:xfrm rot="10800000">
                  <a:off x="13061402" y="3665637"/>
                  <a:ext cx="145820" cy="146462"/>
                  <a:chOff x="13096169" y="3602278"/>
                  <a:chExt cx="145820" cy="146462"/>
                </a:xfrm>
              </p:grpSpPr>
              <p:sp>
                <p:nvSpPr>
                  <p:cNvPr id="250" name="Google Shape;250;p70"/>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51" name="Google Shape;251;p70"/>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252" name="Google Shape;252;p70"/>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253" name="Google Shape;253;p70"/>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54" name="Google Shape;254;p70"/>
            <p:cNvGrpSpPr/>
            <p:nvPr/>
          </p:nvGrpSpPr>
          <p:grpSpPr>
            <a:xfrm>
              <a:off x="-376736" y="4055594"/>
              <a:ext cx="283685" cy="283685"/>
              <a:chOff x="-510741" y="5913713"/>
              <a:chExt cx="267555" cy="267555"/>
            </a:xfrm>
          </p:grpSpPr>
          <p:sp>
            <p:nvSpPr>
              <p:cNvPr id="255" name="Google Shape;255;p70"/>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56" name="Google Shape;256;p70"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57" name="Google Shape;257;p70"/>
            <p:cNvGrpSpPr/>
            <p:nvPr/>
          </p:nvGrpSpPr>
          <p:grpSpPr>
            <a:xfrm>
              <a:off x="-938434" y="4364020"/>
              <a:ext cx="627798" cy="576693"/>
              <a:chOff x="-938434" y="4570310"/>
              <a:chExt cx="627798" cy="576693"/>
            </a:xfrm>
          </p:grpSpPr>
          <p:grpSp>
            <p:nvGrpSpPr>
              <p:cNvPr id="258" name="Google Shape;258;p70"/>
              <p:cNvGrpSpPr/>
              <p:nvPr/>
            </p:nvGrpSpPr>
            <p:grpSpPr>
              <a:xfrm>
                <a:off x="-716116" y="4570310"/>
                <a:ext cx="169778" cy="242385"/>
                <a:chOff x="4768" y="2783"/>
                <a:chExt cx="788" cy="1125"/>
              </a:xfrm>
            </p:grpSpPr>
            <p:sp>
              <p:nvSpPr>
                <p:cNvPr id="259" name="Google Shape;259;p70"/>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60" name="Google Shape;260;p70"/>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61" name="Google Shape;261;p70"/>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62" name="Google Shape;262;p70"/>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263" name="Google Shape;263;p70"/>
            <p:cNvGrpSpPr/>
            <p:nvPr/>
          </p:nvGrpSpPr>
          <p:grpSpPr>
            <a:xfrm>
              <a:off x="-3365484" y="1226982"/>
              <a:ext cx="446937" cy="406485"/>
              <a:chOff x="-3563526" y="1409294"/>
              <a:chExt cx="354190" cy="322133"/>
            </a:xfrm>
          </p:grpSpPr>
          <p:grpSp>
            <p:nvGrpSpPr>
              <p:cNvPr id="264" name="Google Shape;264;p70"/>
              <p:cNvGrpSpPr/>
              <p:nvPr/>
            </p:nvGrpSpPr>
            <p:grpSpPr>
              <a:xfrm>
                <a:off x="-3499992" y="1409294"/>
                <a:ext cx="225195" cy="195499"/>
                <a:chOff x="8987389" y="1361199"/>
                <a:chExt cx="2200275" cy="1914525"/>
              </a:xfrm>
            </p:grpSpPr>
            <p:sp>
              <p:nvSpPr>
                <p:cNvPr id="265" name="Google Shape;265;p70"/>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266" name="Google Shape;266;p70"/>
                <p:cNvGrpSpPr/>
                <p:nvPr/>
              </p:nvGrpSpPr>
              <p:grpSpPr>
                <a:xfrm>
                  <a:off x="8987389" y="1361199"/>
                  <a:ext cx="2200275" cy="1914525"/>
                  <a:chOff x="8987389" y="1361199"/>
                  <a:chExt cx="2200275" cy="1914525"/>
                </a:xfrm>
              </p:grpSpPr>
              <p:sp>
                <p:nvSpPr>
                  <p:cNvPr id="267" name="Google Shape;267;p70"/>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268" name="Google Shape;268;p70"/>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269" name="Google Shape;269;p70"/>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1">
  <p:cSld name="Custom #1">
    <p:bg>
      <p:bgPr>
        <a:solidFill>
          <a:schemeClr val="accent1"/>
        </a:solidFill>
        <a:effectLst/>
      </p:bgPr>
    </p:bg>
    <p:spTree>
      <p:nvGrpSpPr>
        <p:cNvPr id="1" name="Shape 270"/>
        <p:cNvGrpSpPr/>
        <p:nvPr/>
      </p:nvGrpSpPr>
      <p:grpSpPr>
        <a:xfrm>
          <a:off x="0" y="0"/>
          <a:ext cx="0" cy="0"/>
          <a:chOff x="0" y="0"/>
          <a:chExt cx="0" cy="0"/>
        </a:xfrm>
      </p:grpSpPr>
      <p:sp>
        <p:nvSpPr>
          <p:cNvPr id="271" name="Google Shape;271;p71"/>
          <p:cNvSpPr/>
          <p:nvPr/>
        </p:nvSpPr>
        <p:spPr>
          <a:xfrm>
            <a:off x="-10751" y="0"/>
            <a:ext cx="12202751" cy="6858000"/>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sp>
        <p:nvSpPr>
          <p:cNvPr id="272" name="Google Shape;272;p71"/>
          <p:cNvSpPr txBox="1">
            <a:spLocks noGrp="1"/>
          </p:cNvSpPr>
          <p:nvPr>
            <p:ph type="title"/>
          </p:nvPr>
        </p:nvSpPr>
        <p:spPr>
          <a:xfrm>
            <a:off x="0" y="-429019"/>
            <a:ext cx="1179810"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3" name="Google Shape;273;p71"/>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4" name="Google Shape;274;p71"/>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75" name="Google Shape;275;p71"/>
          <p:cNvSpPr>
            <a:spLocks noGrp="1"/>
          </p:cNvSpPr>
          <p:nvPr>
            <p:ph type="pic" idx="2"/>
          </p:nvPr>
        </p:nvSpPr>
        <p:spPr>
          <a:xfrm>
            <a:off x="0" y="0"/>
            <a:ext cx="4883643" cy="6858000"/>
          </a:xfrm>
          <a:prstGeom prst="rect">
            <a:avLst/>
          </a:prstGeom>
          <a:solidFill>
            <a:srgbClr val="D8D8D8"/>
          </a:solidFill>
          <a:ln>
            <a:noFill/>
          </a:ln>
        </p:spPr>
      </p:sp>
      <p:sp>
        <p:nvSpPr>
          <p:cNvPr id="276" name="Google Shape;276;p71"/>
          <p:cNvSpPr txBox="1">
            <a:spLocks noGrp="1"/>
          </p:cNvSpPr>
          <p:nvPr>
            <p:ph type="body" idx="1"/>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277" name="Google Shape;277;p71"/>
          <p:cNvGrpSpPr/>
          <p:nvPr/>
        </p:nvGrpSpPr>
        <p:grpSpPr>
          <a:xfrm>
            <a:off x="-3786165" y="-1"/>
            <a:ext cx="3693386" cy="6640349"/>
            <a:chOff x="-3786165" y="-1"/>
            <a:chExt cx="3693386" cy="6640349"/>
          </a:xfrm>
        </p:grpSpPr>
        <p:sp>
          <p:nvSpPr>
            <p:cNvPr id="278" name="Google Shape;278;p71"/>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279" name="Google Shape;279;p71"/>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80" name="Google Shape;280;p71"/>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281" name="Google Shape;281;p71"/>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82" name="Google Shape;282;p71"/>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283" name="Google Shape;283;p71"/>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84" name="Google Shape;284;p71"/>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285" name="Google Shape;285;p71"/>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286" name="Google Shape;286;p71"/>
            <p:cNvGrpSpPr/>
            <p:nvPr/>
          </p:nvGrpSpPr>
          <p:grpSpPr>
            <a:xfrm>
              <a:off x="-2485819" y="3479783"/>
              <a:ext cx="1222990" cy="563933"/>
              <a:chOff x="-2485819" y="3399207"/>
              <a:chExt cx="1222990" cy="563933"/>
            </a:xfrm>
          </p:grpSpPr>
          <p:sp>
            <p:nvSpPr>
              <p:cNvPr id="287" name="Google Shape;287;p71"/>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88" name="Google Shape;288;p71"/>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89" name="Google Shape;289;p71"/>
              <p:cNvGrpSpPr/>
              <p:nvPr/>
            </p:nvGrpSpPr>
            <p:grpSpPr>
              <a:xfrm>
                <a:off x="-2403869" y="3460544"/>
                <a:ext cx="155951" cy="131922"/>
                <a:chOff x="12968836" y="3354170"/>
                <a:chExt cx="404806" cy="342433"/>
              </a:xfrm>
            </p:grpSpPr>
            <p:sp>
              <p:nvSpPr>
                <p:cNvPr id="290" name="Google Shape;290;p71"/>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91" name="Google Shape;291;p71"/>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2" name="Google Shape;292;p71"/>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3" name="Google Shape;293;p71"/>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4" name="Google Shape;294;p71"/>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5" name="Google Shape;295;p71"/>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96" name="Google Shape;296;p71"/>
              <p:cNvGrpSpPr/>
              <p:nvPr/>
            </p:nvGrpSpPr>
            <p:grpSpPr>
              <a:xfrm>
                <a:off x="-2463904" y="3680944"/>
                <a:ext cx="207219" cy="237490"/>
                <a:chOff x="12835752" y="3926551"/>
                <a:chExt cx="537889" cy="616458"/>
              </a:xfrm>
            </p:grpSpPr>
            <p:grpSp>
              <p:nvGrpSpPr>
                <p:cNvPr id="297" name="Google Shape;297;p71"/>
                <p:cNvGrpSpPr/>
                <p:nvPr/>
              </p:nvGrpSpPr>
              <p:grpSpPr>
                <a:xfrm>
                  <a:off x="13000382" y="4006891"/>
                  <a:ext cx="373259" cy="315747"/>
                  <a:chOff x="12968836" y="3354170"/>
                  <a:chExt cx="404806" cy="342433"/>
                </a:xfrm>
              </p:grpSpPr>
              <p:sp>
                <p:nvSpPr>
                  <p:cNvPr id="298" name="Google Shape;298;p71"/>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99" name="Google Shape;299;p71"/>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300" name="Google Shape;300;p71"/>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301" name="Google Shape;301;p71"/>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302" name="Google Shape;302;p71"/>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303" name="Google Shape;303;p71"/>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304" name="Google Shape;304;p71"/>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305" name="Google Shape;305;p71"/>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306" name="Google Shape;306;p71"/>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307" name="Google Shape;307;p71"/>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308" name="Google Shape;308;p71"/>
            <p:cNvGrpSpPr/>
            <p:nvPr/>
          </p:nvGrpSpPr>
          <p:grpSpPr>
            <a:xfrm>
              <a:off x="-3786165" y="5680652"/>
              <a:ext cx="3693386" cy="959696"/>
              <a:chOff x="-3786437" y="6163468"/>
              <a:chExt cx="3693386" cy="959696"/>
            </a:xfrm>
          </p:grpSpPr>
          <p:sp>
            <p:nvSpPr>
              <p:cNvPr id="309" name="Google Shape;309;p71"/>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10" name="Google Shape;310;p71"/>
              <p:cNvGrpSpPr/>
              <p:nvPr/>
            </p:nvGrpSpPr>
            <p:grpSpPr>
              <a:xfrm>
                <a:off x="-376736" y="6163468"/>
                <a:ext cx="283685" cy="283685"/>
                <a:chOff x="-510741" y="5913713"/>
                <a:chExt cx="267555" cy="267555"/>
              </a:xfrm>
            </p:grpSpPr>
            <p:sp>
              <p:nvSpPr>
                <p:cNvPr id="311" name="Google Shape;311;p71"/>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12" name="Google Shape;312;p71"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13" name="Google Shape;313;p71"/>
              <p:cNvGrpSpPr/>
              <p:nvPr/>
            </p:nvGrpSpPr>
            <p:grpSpPr>
              <a:xfrm>
                <a:off x="-938434" y="6420818"/>
                <a:ext cx="627798" cy="576693"/>
                <a:chOff x="-938434" y="4570310"/>
                <a:chExt cx="627798" cy="576693"/>
              </a:xfrm>
            </p:grpSpPr>
            <p:grpSp>
              <p:nvGrpSpPr>
                <p:cNvPr id="314" name="Google Shape;314;p71"/>
                <p:cNvGrpSpPr/>
                <p:nvPr/>
              </p:nvGrpSpPr>
              <p:grpSpPr>
                <a:xfrm>
                  <a:off x="-716116" y="4570310"/>
                  <a:ext cx="169778" cy="242385"/>
                  <a:chOff x="4768" y="2783"/>
                  <a:chExt cx="788" cy="1125"/>
                </a:xfrm>
              </p:grpSpPr>
              <p:sp>
                <p:nvSpPr>
                  <p:cNvPr id="315" name="Google Shape;315;p71"/>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16" name="Google Shape;316;p71"/>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17" name="Google Shape;317;p71"/>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18" name="Google Shape;318;p71"/>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319" name="Google Shape;319;p71"/>
            <p:cNvGrpSpPr/>
            <p:nvPr/>
          </p:nvGrpSpPr>
          <p:grpSpPr>
            <a:xfrm>
              <a:off x="-3426806" y="5129582"/>
              <a:ext cx="514284" cy="506545"/>
              <a:chOff x="12617641" y="3403239"/>
              <a:chExt cx="752963" cy="741634"/>
            </a:xfrm>
          </p:grpSpPr>
          <p:grpSp>
            <p:nvGrpSpPr>
              <p:cNvPr id="320" name="Google Shape;320;p71"/>
              <p:cNvGrpSpPr/>
              <p:nvPr/>
            </p:nvGrpSpPr>
            <p:grpSpPr>
              <a:xfrm>
                <a:off x="12771530" y="3403239"/>
                <a:ext cx="467176" cy="448491"/>
                <a:chOff x="12782157" y="3403239"/>
                <a:chExt cx="467176" cy="448491"/>
              </a:xfrm>
            </p:grpSpPr>
            <p:grpSp>
              <p:nvGrpSpPr>
                <p:cNvPr id="321" name="Google Shape;321;p71"/>
                <p:cNvGrpSpPr/>
                <p:nvPr/>
              </p:nvGrpSpPr>
              <p:grpSpPr>
                <a:xfrm>
                  <a:off x="12782157" y="3403239"/>
                  <a:ext cx="412976" cy="396132"/>
                  <a:chOff x="13554906" y="3320109"/>
                  <a:chExt cx="443917" cy="425811"/>
                </a:xfrm>
              </p:grpSpPr>
              <p:grpSp>
                <p:nvGrpSpPr>
                  <p:cNvPr id="322" name="Google Shape;322;p71"/>
                  <p:cNvGrpSpPr/>
                  <p:nvPr/>
                </p:nvGrpSpPr>
                <p:grpSpPr>
                  <a:xfrm>
                    <a:off x="13554906" y="3320109"/>
                    <a:ext cx="443917" cy="425811"/>
                    <a:chOff x="12909684" y="1276143"/>
                    <a:chExt cx="443917" cy="425811"/>
                  </a:xfrm>
                </p:grpSpPr>
                <p:sp>
                  <p:nvSpPr>
                    <p:cNvPr id="323" name="Google Shape;323;p71"/>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324" name="Google Shape;324;p71"/>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325" name="Google Shape;325;p71"/>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326" name="Google Shape;326;p71"/>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327" name="Google Shape;327;p71"/>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328" name="Google Shape;328;p71"/>
                <p:cNvGrpSpPr/>
                <p:nvPr/>
              </p:nvGrpSpPr>
              <p:grpSpPr>
                <a:xfrm>
                  <a:off x="13103513" y="3705268"/>
                  <a:ext cx="145820" cy="146462"/>
                  <a:chOff x="13096169" y="3602278"/>
                  <a:chExt cx="145820" cy="146462"/>
                </a:xfrm>
              </p:grpSpPr>
              <p:sp>
                <p:nvSpPr>
                  <p:cNvPr id="329" name="Google Shape;329;p71"/>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330" name="Google Shape;330;p71"/>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31" name="Google Shape;331;p71"/>
                <p:cNvGrpSpPr/>
                <p:nvPr/>
              </p:nvGrpSpPr>
              <p:grpSpPr>
                <a:xfrm rot="10800000">
                  <a:off x="13061402" y="3665637"/>
                  <a:ext cx="145820" cy="146462"/>
                  <a:chOff x="13096169" y="3602278"/>
                  <a:chExt cx="145820" cy="146462"/>
                </a:xfrm>
              </p:grpSpPr>
              <p:sp>
                <p:nvSpPr>
                  <p:cNvPr id="332" name="Google Shape;332;p71"/>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333" name="Google Shape;333;p71"/>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334" name="Google Shape;334;p71"/>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335" name="Google Shape;335;p71"/>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336" name="Google Shape;336;p71"/>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37" name="Google Shape;337;p71"/>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338" name="Google Shape;338;p71"/>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339" name="Google Shape;339;p71"/>
            <p:cNvGrpSpPr/>
            <p:nvPr/>
          </p:nvGrpSpPr>
          <p:grpSpPr>
            <a:xfrm>
              <a:off x="-3365484" y="1226982"/>
              <a:ext cx="446937" cy="406485"/>
              <a:chOff x="-3563526" y="1409294"/>
              <a:chExt cx="354190" cy="322133"/>
            </a:xfrm>
          </p:grpSpPr>
          <p:grpSp>
            <p:nvGrpSpPr>
              <p:cNvPr id="340" name="Google Shape;340;p71"/>
              <p:cNvGrpSpPr/>
              <p:nvPr/>
            </p:nvGrpSpPr>
            <p:grpSpPr>
              <a:xfrm>
                <a:off x="-3499992" y="1409294"/>
                <a:ext cx="225195" cy="195499"/>
                <a:chOff x="8987389" y="1361199"/>
                <a:chExt cx="2200275" cy="1914525"/>
              </a:xfrm>
            </p:grpSpPr>
            <p:sp>
              <p:nvSpPr>
                <p:cNvPr id="341" name="Google Shape;341;p71"/>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342" name="Google Shape;342;p71"/>
                <p:cNvGrpSpPr/>
                <p:nvPr/>
              </p:nvGrpSpPr>
              <p:grpSpPr>
                <a:xfrm>
                  <a:off x="8987389" y="1361199"/>
                  <a:ext cx="2200275" cy="1914525"/>
                  <a:chOff x="8987389" y="1361199"/>
                  <a:chExt cx="2200275" cy="1914525"/>
                </a:xfrm>
              </p:grpSpPr>
              <p:sp>
                <p:nvSpPr>
                  <p:cNvPr id="343" name="Google Shape;343;p71"/>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344" name="Google Shape;344;p71"/>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345" name="Google Shape;345;p71"/>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accent1"/>
        </a:solidFill>
        <a:effectLst/>
      </p:bgPr>
    </p:bg>
    <p:spTree>
      <p:nvGrpSpPr>
        <p:cNvPr id="1" name="Shape 346"/>
        <p:cNvGrpSpPr/>
        <p:nvPr/>
      </p:nvGrpSpPr>
      <p:grpSpPr>
        <a:xfrm>
          <a:off x="0" y="0"/>
          <a:ext cx="0" cy="0"/>
          <a:chOff x="0" y="0"/>
          <a:chExt cx="0" cy="0"/>
        </a:xfrm>
      </p:grpSpPr>
      <p:sp>
        <p:nvSpPr>
          <p:cNvPr id="347" name="Google Shape;347;p72"/>
          <p:cNvSpPr/>
          <p:nvPr/>
        </p:nvSpPr>
        <p:spPr>
          <a:xfrm>
            <a:off x="0" y="0"/>
            <a:ext cx="12192000" cy="68580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48" name="Google Shape;348;p72"/>
          <p:cNvSpPr txBox="1">
            <a:spLocks noGrp="1"/>
          </p:cNvSpPr>
          <p:nvPr>
            <p:ph type="title"/>
          </p:nvPr>
        </p:nvSpPr>
        <p:spPr>
          <a:xfrm>
            <a:off x="0" y="-461002"/>
            <a:ext cx="666849"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9" name="Google Shape;349;p72"/>
          <p:cNvSpPr/>
          <p:nvPr/>
        </p:nvSpPr>
        <p:spPr>
          <a:xfrm>
            <a:off x="0" y="0"/>
            <a:ext cx="12192000" cy="6858000"/>
          </a:xfrm>
          <a:prstGeom prst="rect">
            <a:avLst/>
          </a:prstGeom>
          <a:solidFill>
            <a:srgbClr val="0076C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50" name="Google Shape;350;p72"/>
          <p:cNvSpPr/>
          <p:nvPr/>
        </p:nvSpPr>
        <p:spPr>
          <a:xfrm>
            <a:off x="2" y="2"/>
            <a:ext cx="12191999" cy="6857999"/>
          </a:xfrm>
          <a:custGeom>
            <a:avLst/>
            <a:gdLst/>
            <a:ahLst/>
            <a:cxnLst/>
            <a:rect l="l" t="t" r="r" b="b"/>
            <a:pathLst>
              <a:path w="12191999" h="6857999" extrusionOk="0">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51" name="Google Shape;351;p72"/>
          <p:cNvSpPr txBox="1">
            <a:spLocks noGrp="1"/>
          </p:cNvSpPr>
          <p:nvPr>
            <p:ph type="body" idx="1"/>
          </p:nvPr>
        </p:nvSpPr>
        <p:spPr>
          <a:xfrm>
            <a:off x="719138" y="719138"/>
            <a:ext cx="10752137" cy="5281612"/>
          </a:xfrm>
          <a:prstGeom prst="rect">
            <a:avLst/>
          </a:prstGeom>
          <a:noFill/>
          <a:ln>
            <a:noFill/>
          </a:ln>
        </p:spPr>
        <p:txBody>
          <a:bodyPr spcFirstLastPara="1" wrap="square" lIns="0" tIns="0" rIns="0" bIns="0" anchor="ctr" anchorCtr="0">
            <a:normAutofit/>
          </a:bodyPr>
          <a:lstStyle>
            <a:lvl1pPr marL="457200" lvl="0" indent="-228600" algn="ctr">
              <a:lnSpc>
                <a:spcPct val="108333"/>
              </a:lnSpc>
              <a:spcBef>
                <a:spcPts val="0"/>
              </a:spcBef>
              <a:spcAft>
                <a:spcPts val="0"/>
              </a:spcAft>
              <a:buSzPts val="5760"/>
              <a:buNone/>
              <a:defRPr sz="4800" b="0"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5280"/>
              <a:buNone/>
              <a:defRPr sz="4400" b="1"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4400"/>
              <a:buFont typeface="Arial"/>
              <a:buNone/>
              <a:defRPr sz="4400" b="1" i="0">
                <a:solidFill>
                  <a:schemeClr val="lt1"/>
                </a:solidFill>
                <a:latin typeface="Arial"/>
                <a:ea typeface="Arial"/>
                <a:cs typeface="Arial"/>
                <a:sym typeface="Arial"/>
              </a:defRPr>
            </a:lvl9pPr>
          </a:lstStyle>
          <a:p>
            <a:endParaRPr/>
          </a:p>
        </p:txBody>
      </p:sp>
      <p:grpSp>
        <p:nvGrpSpPr>
          <p:cNvPr id="352" name="Google Shape;352;p72"/>
          <p:cNvGrpSpPr/>
          <p:nvPr/>
        </p:nvGrpSpPr>
        <p:grpSpPr>
          <a:xfrm>
            <a:off x="721079" y="6216736"/>
            <a:ext cx="961200" cy="381600"/>
            <a:chOff x="2807303" y="2354764"/>
            <a:chExt cx="944974" cy="368527"/>
          </a:xfrm>
        </p:grpSpPr>
        <p:sp>
          <p:nvSpPr>
            <p:cNvPr id="353" name="Google Shape;353;p72"/>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4" name="Google Shape;354;p72"/>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5" name="Google Shape;355;p72"/>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6" name="Google Shape;356;p72"/>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7" name="Google Shape;357;p72"/>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8" name="Google Shape;358;p72"/>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9" name="Google Shape;359;p72"/>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0" name="Google Shape;360;p72"/>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61" name="Google Shape;361;p72"/>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p72"/>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ure">
  <p:cSld name="Closure">
    <p:bg>
      <p:bgPr>
        <a:solidFill>
          <a:schemeClr val="accent1"/>
        </a:solidFill>
        <a:effectLst/>
      </p:bgPr>
    </p:bg>
    <p:spTree>
      <p:nvGrpSpPr>
        <p:cNvPr id="1" name="Shape 363"/>
        <p:cNvGrpSpPr/>
        <p:nvPr/>
      </p:nvGrpSpPr>
      <p:grpSpPr>
        <a:xfrm>
          <a:off x="0" y="0"/>
          <a:ext cx="0" cy="0"/>
          <a:chOff x="0" y="0"/>
          <a:chExt cx="0" cy="0"/>
        </a:xfrm>
      </p:grpSpPr>
      <p:sp>
        <p:nvSpPr>
          <p:cNvPr id="364" name="Google Shape;364;p73"/>
          <p:cNvSpPr/>
          <p:nvPr/>
        </p:nvSpPr>
        <p:spPr>
          <a:xfrm>
            <a:off x="-10750" y="0"/>
            <a:ext cx="1220275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5" name="Google Shape;365;p73"/>
          <p:cNvSpPr/>
          <p:nvPr/>
        </p:nvSpPr>
        <p:spPr>
          <a:xfrm>
            <a:off x="-10750" y="1"/>
            <a:ext cx="12202750" cy="6857999"/>
          </a:xfrm>
          <a:custGeom>
            <a:avLst/>
            <a:gdLst/>
            <a:ahLst/>
            <a:cxnLst/>
            <a:rect l="l" t="t" r="r" b="b"/>
            <a:pathLst>
              <a:path w="12202750" h="6857999" extrusionOk="0">
                <a:moveTo>
                  <a:pt x="12202750" y="3750218"/>
                </a:moveTo>
                <a:lnTo>
                  <a:pt x="12202750" y="6857999"/>
                </a:lnTo>
                <a:lnTo>
                  <a:pt x="11114530" y="6857999"/>
                </a:lnTo>
                <a:lnTo>
                  <a:pt x="11256844" y="6595461"/>
                </a:lnTo>
                <a:cubicBezTo>
                  <a:pt x="11629965" y="5862402"/>
                  <a:pt x="11898764" y="5050891"/>
                  <a:pt x="12121807" y="4108853"/>
                </a:cubicBezTo>
                <a:close/>
                <a:moveTo>
                  <a:pt x="7260002" y="0"/>
                </a:moveTo>
                <a:lnTo>
                  <a:pt x="12202750" y="0"/>
                </a:lnTo>
                <a:lnTo>
                  <a:pt x="12202750" y="1540137"/>
                </a:lnTo>
                <a:lnTo>
                  <a:pt x="12200549" y="1543414"/>
                </a:lnTo>
                <a:cubicBezTo>
                  <a:pt x="12110526" y="1684115"/>
                  <a:pt x="12003525" y="1893029"/>
                  <a:pt x="11867141" y="2106148"/>
                </a:cubicBezTo>
                <a:cubicBezTo>
                  <a:pt x="10880238" y="3959252"/>
                  <a:pt x="7486531" y="6089453"/>
                  <a:pt x="6343721" y="3249151"/>
                </a:cubicBezTo>
                <a:cubicBezTo>
                  <a:pt x="5919494" y="2184051"/>
                  <a:pt x="6486561" y="1153587"/>
                  <a:pt x="7248419" y="17042"/>
                </a:cubicBezTo>
                <a:close/>
                <a:moveTo>
                  <a:pt x="0" y="0"/>
                </a:moveTo>
                <a:lnTo>
                  <a:pt x="4336814" y="0"/>
                </a:lnTo>
                <a:lnTo>
                  <a:pt x="3953814" y="290459"/>
                </a:lnTo>
                <a:cubicBezTo>
                  <a:pt x="2295623" y="1565228"/>
                  <a:pt x="719287" y="2947698"/>
                  <a:pt x="34757" y="4907294"/>
                </a:cubicBezTo>
                <a:lnTo>
                  <a:pt x="0" y="5022063"/>
                </a:lnTo>
                <a:close/>
              </a:path>
            </a:pathLst>
          </a:custGeom>
          <a:solidFill>
            <a:srgbClr val="00B8C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6" name="Google Shape;366;p73"/>
          <p:cNvSpPr txBox="1">
            <a:spLocks noGrp="1"/>
          </p:cNvSpPr>
          <p:nvPr>
            <p:ph type="title"/>
          </p:nvPr>
        </p:nvSpPr>
        <p:spPr>
          <a:xfrm>
            <a:off x="0" y="-429019"/>
            <a:ext cx="859210"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7" name="Google Shape;367;p73"/>
          <p:cNvSpPr txBox="1">
            <a:spLocks noGrp="1"/>
          </p:cNvSpPr>
          <p:nvPr>
            <p:ph type="body" idx="1"/>
          </p:nvPr>
        </p:nvSpPr>
        <p:spPr>
          <a:xfrm>
            <a:off x="719138" y="3950387"/>
            <a:ext cx="10752137" cy="1333698"/>
          </a:xfrm>
          <a:prstGeom prst="rect">
            <a:avLst/>
          </a:prstGeom>
          <a:noFill/>
          <a:ln>
            <a:noFill/>
          </a:ln>
        </p:spPr>
        <p:txBody>
          <a:bodyPr spcFirstLastPara="1" wrap="square" lIns="0" tIns="0" rIns="0" bIns="0" anchor="b" anchorCtr="0">
            <a:spAutoFit/>
          </a:bodyPr>
          <a:lstStyle>
            <a:lvl1pPr marL="457200" lvl="0" indent="-228600" algn="r">
              <a:lnSpc>
                <a:spcPct val="108333"/>
              </a:lnSpc>
              <a:spcBef>
                <a:spcPts val="0"/>
              </a:spcBef>
              <a:spcAft>
                <a:spcPts val="0"/>
              </a:spcAft>
              <a:buSzPts val="5760"/>
              <a:buNone/>
              <a:defRPr sz="4800" b="1"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5280"/>
              <a:buNone/>
              <a:defRPr sz="4400" b="1"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4400"/>
              <a:buFont typeface="Arial"/>
              <a:buNone/>
              <a:defRPr sz="4400" b="1" i="0">
                <a:solidFill>
                  <a:schemeClr val="lt1"/>
                </a:solidFill>
                <a:latin typeface="Arial"/>
                <a:ea typeface="Arial"/>
                <a:cs typeface="Arial"/>
                <a:sym typeface="Arial"/>
              </a:defRPr>
            </a:lvl9pPr>
          </a:lstStyle>
          <a:p>
            <a:endParaRPr/>
          </a:p>
        </p:txBody>
      </p:sp>
      <p:sp>
        <p:nvSpPr>
          <p:cNvPr id="368" name="Google Shape;368;p73"/>
          <p:cNvSpPr txBox="1">
            <a:spLocks noGrp="1"/>
          </p:cNvSpPr>
          <p:nvPr>
            <p:ph type="body" idx="2"/>
          </p:nvPr>
        </p:nvSpPr>
        <p:spPr>
          <a:xfrm>
            <a:off x="719137" y="5404234"/>
            <a:ext cx="10763113" cy="332399"/>
          </a:xfrm>
          <a:prstGeom prst="rect">
            <a:avLst/>
          </a:prstGeom>
          <a:noFill/>
          <a:ln>
            <a:noFill/>
          </a:ln>
        </p:spPr>
        <p:txBody>
          <a:bodyPr spcFirstLastPara="1" wrap="square" lIns="0" tIns="0" rIns="0" bIns="0" anchor="t" anchorCtr="0">
            <a:spAutoFit/>
          </a:bodyPr>
          <a:lstStyle>
            <a:lvl1pPr marL="457200" lvl="0" indent="-228600" algn="r">
              <a:lnSpc>
                <a:spcPct val="90000"/>
              </a:lnSpc>
              <a:spcBef>
                <a:spcPts val="600"/>
              </a:spcBef>
              <a:spcAft>
                <a:spcPts val="0"/>
              </a:spcAft>
              <a:buSzPts val="2880"/>
              <a:buFont typeface="Arial"/>
              <a:buNone/>
              <a:defRPr sz="2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369" name="Google Shape;369;p73"/>
          <p:cNvSpPr txBox="1">
            <a:spLocks noGrp="1"/>
          </p:cNvSpPr>
          <p:nvPr>
            <p:ph type="dt" idx="10"/>
          </p:nvPr>
        </p:nvSpPr>
        <p:spPr>
          <a:xfrm>
            <a:off x="10705040" y="5813671"/>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sz="1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70" name="Google Shape;370;p73"/>
          <p:cNvGrpSpPr/>
          <p:nvPr/>
        </p:nvGrpSpPr>
        <p:grpSpPr>
          <a:xfrm>
            <a:off x="721114" y="437497"/>
            <a:ext cx="1530269" cy="594427"/>
            <a:chOff x="717019" y="5865846"/>
            <a:chExt cx="1413341" cy="549007"/>
          </a:xfrm>
        </p:grpSpPr>
        <p:sp>
          <p:nvSpPr>
            <p:cNvPr id="371" name="Google Shape;371;p73"/>
            <p:cNvSpPr/>
            <p:nvPr/>
          </p:nvSpPr>
          <p:spPr>
            <a:xfrm>
              <a:off x="998576" y="6136009"/>
              <a:ext cx="258644" cy="277455"/>
            </a:xfrm>
            <a:custGeom>
              <a:avLst/>
              <a:gdLst/>
              <a:ahLst/>
              <a:cxnLst/>
              <a:rect l="l" t="t" r="r" b="b"/>
              <a:pathLst>
                <a:path w="258644" h="277455"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2" name="Google Shape;372;p73"/>
            <p:cNvSpPr/>
            <p:nvPr/>
          </p:nvSpPr>
          <p:spPr>
            <a:xfrm>
              <a:off x="717019" y="6136183"/>
              <a:ext cx="244583" cy="271726"/>
            </a:xfrm>
            <a:custGeom>
              <a:avLst/>
              <a:gdLst/>
              <a:ahLst/>
              <a:cxnLst/>
              <a:rect l="l" t="t" r="r" b="b"/>
              <a:pathLst>
                <a:path w="244583" h="271726"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3" name="Google Shape;373;p73"/>
            <p:cNvSpPr/>
            <p:nvPr/>
          </p:nvSpPr>
          <p:spPr>
            <a:xfrm>
              <a:off x="792227" y="5865846"/>
              <a:ext cx="256862" cy="254189"/>
            </a:xfrm>
            <a:custGeom>
              <a:avLst/>
              <a:gdLst/>
              <a:ahLst/>
              <a:cxnLst/>
              <a:rect l="l" t="t" r="r" b="b"/>
              <a:pathLst>
                <a:path w="256862" h="254189"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4" name="Google Shape;374;p73"/>
            <p:cNvSpPr/>
            <p:nvPr/>
          </p:nvSpPr>
          <p:spPr>
            <a:xfrm>
              <a:off x="1588597" y="6213099"/>
              <a:ext cx="172024" cy="200539"/>
            </a:xfrm>
            <a:custGeom>
              <a:avLst/>
              <a:gdLst/>
              <a:ahLst/>
              <a:cxnLst/>
              <a:rect l="l" t="t" r="r" b="b"/>
              <a:pathLst>
                <a:path w="172024" h="200539"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5" name="Google Shape;375;p73"/>
            <p:cNvSpPr/>
            <p:nvPr/>
          </p:nvSpPr>
          <p:spPr>
            <a:xfrm>
              <a:off x="1803323" y="6136183"/>
              <a:ext cx="35585" cy="271552"/>
            </a:xfrm>
            <a:custGeom>
              <a:avLst/>
              <a:gdLst/>
              <a:ahLst/>
              <a:cxnLst/>
              <a:rect l="l" t="t" r="r" b="b"/>
              <a:pathLst>
                <a:path w="35585" h="271552" extrusionOk="0">
                  <a:moveTo>
                    <a:pt x="0" y="0"/>
                  </a:moveTo>
                  <a:lnTo>
                    <a:pt x="35585" y="0"/>
                  </a:lnTo>
                  <a:lnTo>
                    <a:pt x="35585" y="271552"/>
                  </a:lnTo>
                  <a:lnTo>
                    <a:pt x="0" y="27155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6" name="Google Shape;376;p73"/>
            <p:cNvSpPr/>
            <p:nvPr/>
          </p:nvSpPr>
          <p:spPr>
            <a:xfrm>
              <a:off x="1880049" y="6129238"/>
              <a:ext cx="122204" cy="278671"/>
            </a:xfrm>
            <a:custGeom>
              <a:avLst/>
              <a:gdLst/>
              <a:ahLst/>
              <a:cxnLst/>
              <a:rect l="l" t="t" r="r" b="b"/>
              <a:pathLst>
                <a:path w="122204" h="27867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 name="Google Shape;377;p73"/>
            <p:cNvSpPr/>
            <p:nvPr/>
          </p:nvSpPr>
          <p:spPr>
            <a:xfrm>
              <a:off x="2016661" y="6168998"/>
              <a:ext cx="113699" cy="245855"/>
            </a:xfrm>
            <a:custGeom>
              <a:avLst/>
              <a:gdLst/>
              <a:ahLst/>
              <a:cxnLst/>
              <a:rect l="l" t="t" r="r" b="b"/>
              <a:pathLst>
                <a:path w="113699" h="245855"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 name="Google Shape;378;p73"/>
            <p:cNvSpPr/>
            <p:nvPr/>
          </p:nvSpPr>
          <p:spPr>
            <a:xfrm>
              <a:off x="1332730" y="6134967"/>
              <a:ext cx="221843" cy="272941"/>
            </a:xfrm>
            <a:custGeom>
              <a:avLst/>
              <a:gdLst/>
              <a:ahLst/>
              <a:cxnLst/>
              <a:rect l="l" t="t" r="r" b="b"/>
              <a:pathLst>
                <a:path w="221843" h="27294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xt + image | 3x">
  <p:cSld name="Text + image | 3x">
    <p:spTree>
      <p:nvGrpSpPr>
        <p:cNvPr id="1" name="Shape 379"/>
        <p:cNvGrpSpPr/>
        <p:nvPr/>
      </p:nvGrpSpPr>
      <p:grpSpPr>
        <a:xfrm>
          <a:off x="0" y="0"/>
          <a:ext cx="0" cy="0"/>
          <a:chOff x="0" y="0"/>
          <a:chExt cx="0" cy="0"/>
        </a:xfrm>
      </p:grpSpPr>
      <p:sp>
        <p:nvSpPr>
          <p:cNvPr id="380" name="Google Shape;380;p74"/>
          <p:cNvSpPr/>
          <p:nvPr/>
        </p:nvSpPr>
        <p:spPr>
          <a:xfrm>
            <a:off x="0" y="-441330"/>
            <a:ext cx="1835952"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Text + image | 3x</a:t>
            </a:r>
            <a:endParaRPr/>
          </a:p>
        </p:txBody>
      </p:sp>
      <p:sp>
        <p:nvSpPr>
          <p:cNvPr id="381" name="Google Shape;381;p74"/>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2" name="Google Shape;382;p74"/>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383" name="Google Shape;383;p74"/>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4" name="Google Shape;384;p74"/>
          <p:cNvSpPr>
            <a:spLocks noGrp="1"/>
          </p:cNvSpPr>
          <p:nvPr>
            <p:ph type="pic" idx="2"/>
          </p:nvPr>
        </p:nvSpPr>
        <p:spPr>
          <a:xfrm>
            <a:off x="719138" y="1565274"/>
            <a:ext cx="3465135" cy="2401245"/>
          </a:xfrm>
          <a:prstGeom prst="rect">
            <a:avLst/>
          </a:prstGeom>
          <a:solidFill>
            <a:srgbClr val="D8D8D8"/>
          </a:solidFill>
          <a:ln>
            <a:noFill/>
          </a:ln>
        </p:spPr>
      </p:sp>
      <p:sp>
        <p:nvSpPr>
          <p:cNvPr id="385" name="Google Shape;385;p74"/>
          <p:cNvSpPr>
            <a:spLocks noGrp="1"/>
          </p:cNvSpPr>
          <p:nvPr>
            <p:ph type="pic" idx="3"/>
          </p:nvPr>
        </p:nvSpPr>
        <p:spPr>
          <a:xfrm>
            <a:off x="4363196" y="1565274"/>
            <a:ext cx="3465135" cy="2401245"/>
          </a:xfrm>
          <a:prstGeom prst="rect">
            <a:avLst/>
          </a:prstGeom>
          <a:solidFill>
            <a:srgbClr val="D8D8D8"/>
          </a:solidFill>
          <a:ln>
            <a:noFill/>
          </a:ln>
        </p:spPr>
      </p:sp>
      <p:sp>
        <p:nvSpPr>
          <p:cNvPr id="386" name="Google Shape;386;p74"/>
          <p:cNvSpPr>
            <a:spLocks noGrp="1"/>
          </p:cNvSpPr>
          <p:nvPr>
            <p:ph type="pic" idx="4"/>
          </p:nvPr>
        </p:nvSpPr>
        <p:spPr>
          <a:xfrm>
            <a:off x="8007254" y="1565274"/>
            <a:ext cx="3465135" cy="2401245"/>
          </a:xfrm>
          <a:prstGeom prst="rect">
            <a:avLst/>
          </a:prstGeom>
          <a:solidFill>
            <a:srgbClr val="D8D8D8"/>
          </a:solidFill>
          <a:ln>
            <a:noFill/>
          </a:ln>
        </p:spPr>
      </p:sp>
      <p:grpSp>
        <p:nvGrpSpPr>
          <p:cNvPr id="387" name="Google Shape;387;p74"/>
          <p:cNvGrpSpPr/>
          <p:nvPr/>
        </p:nvGrpSpPr>
        <p:grpSpPr>
          <a:xfrm>
            <a:off x="-3786164" y="0"/>
            <a:ext cx="3693113" cy="5054643"/>
            <a:chOff x="-3786164" y="0"/>
            <a:chExt cx="3693113" cy="5054643"/>
          </a:xfrm>
        </p:grpSpPr>
        <p:sp>
          <p:nvSpPr>
            <p:cNvPr id="388" name="Google Shape;388;p74"/>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389" name="Google Shape;389;p74"/>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390" name="Google Shape;390;p74"/>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91" name="Google Shape;391;p74"/>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392" name="Google Shape;392;p74"/>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93" name="Google Shape;393;p74"/>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394" name="Google Shape;394;p74"/>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395" name="Google Shape;395;p74"/>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96" name="Google Shape;396;p74"/>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397" name="Google Shape;397;p74"/>
            <p:cNvGrpSpPr/>
            <p:nvPr/>
          </p:nvGrpSpPr>
          <p:grpSpPr>
            <a:xfrm>
              <a:off x="-3414453" y="3534339"/>
              <a:ext cx="514284" cy="506545"/>
              <a:chOff x="12617641" y="3403239"/>
              <a:chExt cx="752963" cy="741634"/>
            </a:xfrm>
          </p:grpSpPr>
          <p:grpSp>
            <p:nvGrpSpPr>
              <p:cNvPr id="398" name="Google Shape;398;p74"/>
              <p:cNvGrpSpPr/>
              <p:nvPr/>
            </p:nvGrpSpPr>
            <p:grpSpPr>
              <a:xfrm>
                <a:off x="12771530" y="3403239"/>
                <a:ext cx="467176" cy="448491"/>
                <a:chOff x="12782157" y="3403239"/>
                <a:chExt cx="467176" cy="448491"/>
              </a:xfrm>
            </p:grpSpPr>
            <p:grpSp>
              <p:nvGrpSpPr>
                <p:cNvPr id="399" name="Google Shape;399;p74"/>
                <p:cNvGrpSpPr/>
                <p:nvPr/>
              </p:nvGrpSpPr>
              <p:grpSpPr>
                <a:xfrm>
                  <a:off x="12782157" y="3403239"/>
                  <a:ext cx="412976" cy="396132"/>
                  <a:chOff x="13554906" y="3320109"/>
                  <a:chExt cx="443917" cy="425811"/>
                </a:xfrm>
              </p:grpSpPr>
              <p:grpSp>
                <p:nvGrpSpPr>
                  <p:cNvPr id="400" name="Google Shape;400;p74"/>
                  <p:cNvGrpSpPr/>
                  <p:nvPr/>
                </p:nvGrpSpPr>
                <p:grpSpPr>
                  <a:xfrm>
                    <a:off x="13554906" y="3320109"/>
                    <a:ext cx="443917" cy="425811"/>
                    <a:chOff x="12909684" y="1276143"/>
                    <a:chExt cx="443917" cy="425811"/>
                  </a:xfrm>
                </p:grpSpPr>
                <p:sp>
                  <p:nvSpPr>
                    <p:cNvPr id="401" name="Google Shape;401;p74"/>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402" name="Google Shape;402;p74"/>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403" name="Google Shape;403;p74"/>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404" name="Google Shape;404;p74"/>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405" name="Google Shape;405;p74"/>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406" name="Google Shape;406;p74"/>
                <p:cNvGrpSpPr/>
                <p:nvPr/>
              </p:nvGrpSpPr>
              <p:grpSpPr>
                <a:xfrm>
                  <a:off x="13103513" y="3705268"/>
                  <a:ext cx="145820" cy="146462"/>
                  <a:chOff x="13096169" y="3602278"/>
                  <a:chExt cx="145820" cy="146462"/>
                </a:xfrm>
              </p:grpSpPr>
              <p:sp>
                <p:nvSpPr>
                  <p:cNvPr id="407" name="Google Shape;407;p74"/>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408" name="Google Shape;408;p74"/>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409" name="Google Shape;409;p74"/>
                <p:cNvGrpSpPr/>
                <p:nvPr/>
              </p:nvGrpSpPr>
              <p:grpSpPr>
                <a:xfrm rot="10800000">
                  <a:off x="13061402" y="3665637"/>
                  <a:ext cx="145820" cy="146462"/>
                  <a:chOff x="13096169" y="3602278"/>
                  <a:chExt cx="145820" cy="146462"/>
                </a:xfrm>
              </p:grpSpPr>
              <p:sp>
                <p:nvSpPr>
                  <p:cNvPr id="410" name="Google Shape;410;p74"/>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411" name="Google Shape;411;p74"/>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412" name="Google Shape;412;p74"/>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413" name="Google Shape;413;p74"/>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414" name="Google Shape;414;p74"/>
            <p:cNvGrpSpPr/>
            <p:nvPr/>
          </p:nvGrpSpPr>
          <p:grpSpPr>
            <a:xfrm>
              <a:off x="-376736" y="4055594"/>
              <a:ext cx="283685" cy="283685"/>
              <a:chOff x="-510741" y="5913713"/>
              <a:chExt cx="267555" cy="267555"/>
            </a:xfrm>
          </p:grpSpPr>
          <p:sp>
            <p:nvSpPr>
              <p:cNvPr id="415" name="Google Shape;415;p74"/>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416" name="Google Shape;416;p74"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417" name="Google Shape;417;p74"/>
            <p:cNvGrpSpPr/>
            <p:nvPr/>
          </p:nvGrpSpPr>
          <p:grpSpPr>
            <a:xfrm>
              <a:off x="-938434" y="4364020"/>
              <a:ext cx="627798" cy="576693"/>
              <a:chOff x="-938434" y="4570310"/>
              <a:chExt cx="627798" cy="576693"/>
            </a:xfrm>
          </p:grpSpPr>
          <p:grpSp>
            <p:nvGrpSpPr>
              <p:cNvPr id="418" name="Google Shape;418;p74"/>
              <p:cNvGrpSpPr/>
              <p:nvPr/>
            </p:nvGrpSpPr>
            <p:grpSpPr>
              <a:xfrm>
                <a:off x="-716116" y="4570310"/>
                <a:ext cx="169778" cy="242385"/>
                <a:chOff x="4768" y="2783"/>
                <a:chExt cx="788" cy="1125"/>
              </a:xfrm>
            </p:grpSpPr>
            <p:sp>
              <p:nvSpPr>
                <p:cNvPr id="419" name="Google Shape;419;p7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420" name="Google Shape;420;p7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421" name="Google Shape;421;p74"/>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422" name="Google Shape;422;p74"/>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423" name="Google Shape;423;p74"/>
            <p:cNvGrpSpPr/>
            <p:nvPr/>
          </p:nvGrpSpPr>
          <p:grpSpPr>
            <a:xfrm>
              <a:off x="-3365484" y="1226982"/>
              <a:ext cx="446937" cy="406485"/>
              <a:chOff x="-3563526" y="1409294"/>
              <a:chExt cx="354190" cy="322133"/>
            </a:xfrm>
          </p:grpSpPr>
          <p:grpSp>
            <p:nvGrpSpPr>
              <p:cNvPr id="424" name="Google Shape;424;p74"/>
              <p:cNvGrpSpPr/>
              <p:nvPr/>
            </p:nvGrpSpPr>
            <p:grpSpPr>
              <a:xfrm>
                <a:off x="-3499992" y="1409294"/>
                <a:ext cx="225195" cy="195499"/>
                <a:chOff x="8987389" y="1361199"/>
                <a:chExt cx="2200275" cy="1914525"/>
              </a:xfrm>
            </p:grpSpPr>
            <p:sp>
              <p:nvSpPr>
                <p:cNvPr id="425" name="Google Shape;425;p74"/>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426" name="Google Shape;426;p74"/>
                <p:cNvGrpSpPr/>
                <p:nvPr/>
              </p:nvGrpSpPr>
              <p:grpSpPr>
                <a:xfrm>
                  <a:off x="8987389" y="1361199"/>
                  <a:ext cx="2200275" cy="1914525"/>
                  <a:chOff x="8987389" y="1361199"/>
                  <a:chExt cx="2200275" cy="1914525"/>
                </a:xfrm>
              </p:grpSpPr>
              <p:sp>
                <p:nvSpPr>
                  <p:cNvPr id="427" name="Google Shape;427;p74"/>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428" name="Google Shape;428;p74"/>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429" name="Google Shape;429;p74"/>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 + image | 5x">
  <p:cSld name="Text + image | 5x">
    <p:spTree>
      <p:nvGrpSpPr>
        <p:cNvPr id="1" name="Shape 430"/>
        <p:cNvGrpSpPr/>
        <p:nvPr/>
      </p:nvGrpSpPr>
      <p:grpSpPr>
        <a:xfrm>
          <a:off x="0" y="0"/>
          <a:ext cx="0" cy="0"/>
          <a:chOff x="0" y="0"/>
          <a:chExt cx="0" cy="0"/>
        </a:xfrm>
      </p:grpSpPr>
      <p:sp>
        <p:nvSpPr>
          <p:cNvPr id="431" name="Google Shape;431;p75"/>
          <p:cNvSpPr/>
          <p:nvPr/>
        </p:nvSpPr>
        <p:spPr>
          <a:xfrm>
            <a:off x="0" y="-441330"/>
            <a:ext cx="1835952"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Text + image | 5x</a:t>
            </a:r>
            <a:endParaRPr/>
          </a:p>
        </p:txBody>
      </p:sp>
      <p:sp>
        <p:nvSpPr>
          <p:cNvPr id="432" name="Google Shape;432;p75"/>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3" name="Google Shape;433;p75"/>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34" name="Google Shape;434;p75"/>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5" name="Google Shape;435;p75"/>
          <p:cNvSpPr>
            <a:spLocks noGrp="1"/>
          </p:cNvSpPr>
          <p:nvPr>
            <p:ph type="pic" idx="2"/>
          </p:nvPr>
        </p:nvSpPr>
        <p:spPr>
          <a:xfrm>
            <a:off x="719138" y="1565274"/>
            <a:ext cx="2008023" cy="2401245"/>
          </a:xfrm>
          <a:prstGeom prst="rect">
            <a:avLst/>
          </a:prstGeom>
          <a:solidFill>
            <a:srgbClr val="D8D8D8"/>
          </a:solidFill>
          <a:ln>
            <a:noFill/>
          </a:ln>
        </p:spPr>
      </p:sp>
      <p:sp>
        <p:nvSpPr>
          <p:cNvPr id="436" name="Google Shape;436;p75"/>
          <p:cNvSpPr>
            <a:spLocks noGrp="1"/>
          </p:cNvSpPr>
          <p:nvPr>
            <p:ph type="pic" idx="3"/>
          </p:nvPr>
        </p:nvSpPr>
        <p:spPr>
          <a:xfrm>
            <a:off x="2904788" y="1565274"/>
            <a:ext cx="2008023" cy="2401245"/>
          </a:xfrm>
          <a:prstGeom prst="rect">
            <a:avLst/>
          </a:prstGeom>
          <a:solidFill>
            <a:srgbClr val="D8D8D8"/>
          </a:solidFill>
          <a:ln>
            <a:noFill/>
          </a:ln>
        </p:spPr>
      </p:sp>
      <p:sp>
        <p:nvSpPr>
          <p:cNvPr id="437" name="Google Shape;437;p75"/>
          <p:cNvSpPr>
            <a:spLocks noGrp="1"/>
          </p:cNvSpPr>
          <p:nvPr>
            <p:ph type="pic" idx="4"/>
          </p:nvPr>
        </p:nvSpPr>
        <p:spPr>
          <a:xfrm>
            <a:off x="5090438" y="1565274"/>
            <a:ext cx="2008023" cy="2401245"/>
          </a:xfrm>
          <a:prstGeom prst="rect">
            <a:avLst/>
          </a:prstGeom>
          <a:solidFill>
            <a:srgbClr val="D8D8D8"/>
          </a:solidFill>
          <a:ln>
            <a:noFill/>
          </a:ln>
        </p:spPr>
      </p:sp>
      <p:sp>
        <p:nvSpPr>
          <p:cNvPr id="438" name="Google Shape;438;p75"/>
          <p:cNvSpPr>
            <a:spLocks noGrp="1"/>
          </p:cNvSpPr>
          <p:nvPr>
            <p:ph type="pic" idx="5"/>
          </p:nvPr>
        </p:nvSpPr>
        <p:spPr>
          <a:xfrm>
            <a:off x="7276088" y="1565274"/>
            <a:ext cx="2008023" cy="2401245"/>
          </a:xfrm>
          <a:prstGeom prst="rect">
            <a:avLst/>
          </a:prstGeom>
          <a:solidFill>
            <a:srgbClr val="D8D8D8"/>
          </a:solidFill>
          <a:ln>
            <a:noFill/>
          </a:ln>
        </p:spPr>
      </p:sp>
      <p:sp>
        <p:nvSpPr>
          <p:cNvPr id="439" name="Google Shape;439;p75"/>
          <p:cNvSpPr>
            <a:spLocks noGrp="1"/>
          </p:cNvSpPr>
          <p:nvPr>
            <p:ph type="pic" idx="6"/>
          </p:nvPr>
        </p:nvSpPr>
        <p:spPr>
          <a:xfrm>
            <a:off x="9461739" y="1565274"/>
            <a:ext cx="2008023" cy="2401245"/>
          </a:xfrm>
          <a:prstGeom prst="rect">
            <a:avLst/>
          </a:prstGeom>
          <a:solidFill>
            <a:srgbClr val="D8D8D8"/>
          </a:solidFill>
          <a:ln>
            <a:noFill/>
          </a:ln>
        </p:spPr>
      </p:sp>
      <p:grpSp>
        <p:nvGrpSpPr>
          <p:cNvPr id="440" name="Google Shape;440;p75"/>
          <p:cNvGrpSpPr/>
          <p:nvPr/>
        </p:nvGrpSpPr>
        <p:grpSpPr>
          <a:xfrm>
            <a:off x="-3786164" y="0"/>
            <a:ext cx="3693113" cy="5054643"/>
            <a:chOff x="-3786164" y="0"/>
            <a:chExt cx="3693113" cy="5054643"/>
          </a:xfrm>
        </p:grpSpPr>
        <p:sp>
          <p:nvSpPr>
            <p:cNvPr id="441" name="Google Shape;441;p75"/>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442" name="Google Shape;442;p75"/>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443" name="Google Shape;443;p75"/>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444" name="Google Shape;444;p75"/>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445" name="Google Shape;445;p75"/>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446" name="Google Shape;446;p75"/>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447" name="Google Shape;447;p75"/>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448" name="Google Shape;448;p75"/>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449" name="Google Shape;449;p75"/>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450" name="Google Shape;450;p75"/>
            <p:cNvGrpSpPr/>
            <p:nvPr/>
          </p:nvGrpSpPr>
          <p:grpSpPr>
            <a:xfrm>
              <a:off x="-3414453" y="3534339"/>
              <a:ext cx="514284" cy="506545"/>
              <a:chOff x="12617641" y="3403239"/>
              <a:chExt cx="752963" cy="741634"/>
            </a:xfrm>
          </p:grpSpPr>
          <p:grpSp>
            <p:nvGrpSpPr>
              <p:cNvPr id="451" name="Google Shape;451;p75"/>
              <p:cNvGrpSpPr/>
              <p:nvPr/>
            </p:nvGrpSpPr>
            <p:grpSpPr>
              <a:xfrm>
                <a:off x="12771530" y="3403239"/>
                <a:ext cx="467176" cy="448491"/>
                <a:chOff x="12782157" y="3403239"/>
                <a:chExt cx="467176" cy="448491"/>
              </a:xfrm>
            </p:grpSpPr>
            <p:grpSp>
              <p:nvGrpSpPr>
                <p:cNvPr id="452" name="Google Shape;452;p75"/>
                <p:cNvGrpSpPr/>
                <p:nvPr/>
              </p:nvGrpSpPr>
              <p:grpSpPr>
                <a:xfrm>
                  <a:off x="12782157" y="3403239"/>
                  <a:ext cx="412976" cy="396132"/>
                  <a:chOff x="13554906" y="3320109"/>
                  <a:chExt cx="443917" cy="425811"/>
                </a:xfrm>
              </p:grpSpPr>
              <p:grpSp>
                <p:nvGrpSpPr>
                  <p:cNvPr id="453" name="Google Shape;453;p75"/>
                  <p:cNvGrpSpPr/>
                  <p:nvPr/>
                </p:nvGrpSpPr>
                <p:grpSpPr>
                  <a:xfrm>
                    <a:off x="13554906" y="3320109"/>
                    <a:ext cx="443917" cy="425811"/>
                    <a:chOff x="12909684" y="1276143"/>
                    <a:chExt cx="443917" cy="425811"/>
                  </a:xfrm>
                </p:grpSpPr>
                <p:sp>
                  <p:nvSpPr>
                    <p:cNvPr id="454" name="Google Shape;454;p75"/>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455" name="Google Shape;455;p75"/>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456" name="Google Shape;456;p75"/>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457" name="Google Shape;457;p75"/>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458" name="Google Shape;458;p75"/>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459" name="Google Shape;459;p75"/>
                <p:cNvGrpSpPr/>
                <p:nvPr/>
              </p:nvGrpSpPr>
              <p:grpSpPr>
                <a:xfrm>
                  <a:off x="13103513" y="3705268"/>
                  <a:ext cx="145820" cy="146462"/>
                  <a:chOff x="13096169" y="3602278"/>
                  <a:chExt cx="145820" cy="146462"/>
                </a:xfrm>
              </p:grpSpPr>
              <p:sp>
                <p:nvSpPr>
                  <p:cNvPr id="460" name="Google Shape;460;p75"/>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461" name="Google Shape;461;p75"/>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462" name="Google Shape;462;p75"/>
                <p:cNvGrpSpPr/>
                <p:nvPr/>
              </p:nvGrpSpPr>
              <p:grpSpPr>
                <a:xfrm rot="10800000">
                  <a:off x="13061402" y="3665637"/>
                  <a:ext cx="145820" cy="146462"/>
                  <a:chOff x="13096169" y="3602278"/>
                  <a:chExt cx="145820" cy="146462"/>
                </a:xfrm>
              </p:grpSpPr>
              <p:sp>
                <p:nvSpPr>
                  <p:cNvPr id="463" name="Google Shape;463;p75"/>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464" name="Google Shape;464;p75"/>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465" name="Google Shape;465;p75"/>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466" name="Google Shape;466;p75"/>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467" name="Google Shape;467;p75"/>
            <p:cNvGrpSpPr/>
            <p:nvPr/>
          </p:nvGrpSpPr>
          <p:grpSpPr>
            <a:xfrm>
              <a:off x="-376736" y="4055594"/>
              <a:ext cx="283685" cy="283685"/>
              <a:chOff x="-510741" y="5913713"/>
              <a:chExt cx="267555" cy="267555"/>
            </a:xfrm>
          </p:grpSpPr>
          <p:sp>
            <p:nvSpPr>
              <p:cNvPr id="468" name="Google Shape;468;p75"/>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469" name="Google Shape;469;p75"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470" name="Google Shape;470;p75"/>
            <p:cNvGrpSpPr/>
            <p:nvPr/>
          </p:nvGrpSpPr>
          <p:grpSpPr>
            <a:xfrm>
              <a:off x="-938434" y="4364020"/>
              <a:ext cx="627798" cy="576693"/>
              <a:chOff x="-938434" y="4570310"/>
              <a:chExt cx="627798" cy="576693"/>
            </a:xfrm>
          </p:grpSpPr>
          <p:grpSp>
            <p:nvGrpSpPr>
              <p:cNvPr id="471" name="Google Shape;471;p75"/>
              <p:cNvGrpSpPr/>
              <p:nvPr/>
            </p:nvGrpSpPr>
            <p:grpSpPr>
              <a:xfrm>
                <a:off x="-716116" y="4570310"/>
                <a:ext cx="169778" cy="242385"/>
                <a:chOff x="4768" y="2783"/>
                <a:chExt cx="788" cy="1125"/>
              </a:xfrm>
            </p:grpSpPr>
            <p:sp>
              <p:nvSpPr>
                <p:cNvPr id="472" name="Google Shape;472;p75"/>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473" name="Google Shape;473;p75"/>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474" name="Google Shape;474;p75"/>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475" name="Google Shape;475;p75"/>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476" name="Google Shape;476;p75"/>
            <p:cNvGrpSpPr/>
            <p:nvPr/>
          </p:nvGrpSpPr>
          <p:grpSpPr>
            <a:xfrm>
              <a:off x="-3365484" y="1226982"/>
              <a:ext cx="446937" cy="406485"/>
              <a:chOff x="-3563526" y="1409294"/>
              <a:chExt cx="354190" cy="322133"/>
            </a:xfrm>
          </p:grpSpPr>
          <p:grpSp>
            <p:nvGrpSpPr>
              <p:cNvPr id="477" name="Google Shape;477;p75"/>
              <p:cNvGrpSpPr/>
              <p:nvPr/>
            </p:nvGrpSpPr>
            <p:grpSpPr>
              <a:xfrm>
                <a:off x="-3499992" y="1409294"/>
                <a:ext cx="225195" cy="195499"/>
                <a:chOff x="8987389" y="1361199"/>
                <a:chExt cx="2200275" cy="1914525"/>
              </a:xfrm>
            </p:grpSpPr>
            <p:sp>
              <p:nvSpPr>
                <p:cNvPr id="478" name="Google Shape;478;p75"/>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479" name="Google Shape;479;p75"/>
                <p:cNvGrpSpPr/>
                <p:nvPr/>
              </p:nvGrpSpPr>
              <p:grpSpPr>
                <a:xfrm>
                  <a:off x="8987389" y="1361199"/>
                  <a:ext cx="2200275" cy="1914525"/>
                  <a:chOff x="8987389" y="1361199"/>
                  <a:chExt cx="2200275" cy="1914525"/>
                </a:xfrm>
              </p:grpSpPr>
              <p:sp>
                <p:nvSpPr>
                  <p:cNvPr id="480" name="Google Shape;480;p75"/>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481" name="Google Shape;481;p75"/>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482" name="Google Shape;482;p75"/>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 + image | 8x">
  <p:cSld name="Text + image | 8x">
    <p:spTree>
      <p:nvGrpSpPr>
        <p:cNvPr id="1" name="Shape 483"/>
        <p:cNvGrpSpPr/>
        <p:nvPr/>
      </p:nvGrpSpPr>
      <p:grpSpPr>
        <a:xfrm>
          <a:off x="0" y="0"/>
          <a:ext cx="0" cy="0"/>
          <a:chOff x="0" y="0"/>
          <a:chExt cx="0" cy="0"/>
        </a:xfrm>
      </p:grpSpPr>
      <p:sp>
        <p:nvSpPr>
          <p:cNvPr id="484" name="Google Shape;484;p76"/>
          <p:cNvSpPr/>
          <p:nvPr/>
        </p:nvSpPr>
        <p:spPr>
          <a:xfrm>
            <a:off x="0" y="-441330"/>
            <a:ext cx="1835952"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Text + image | 8x</a:t>
            </a:r>
            <a:endParaRPr/>
          </a:p>
        </p:txBody>
      </p:sp>
      <p:sp>
        <p:nvSpPr>
          <p:cNvPr id="485" name="Google Shape;485;p76"/>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6" name="Google Shape;486;p76"/>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487" name="Google Shape;487;p76"/>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8" name="Google Shape;488;p76"/>
          <p:cNvSpPr>
            <a:spLocks noGrp="1"/>
          </p:cNvSpPr>
          <p:nvPr>
            <p:ph type="pic" idx="2"/>
          </p:nvPr>
        </p:nvSpPr>
        <p:spPr>
          <a:xfrm>
            <a:off x="719138" y="1565275"/>
            <a:ext cx="2553463" cy="2129760"/>
          </a:xfrm>
          <a:prstGeom prst="rect">
            <a:avLst/>
          </a:prstGeom>
          <a:solidFill>
            <a:srgbClr val="D8D8D8"/>
          </a:solidFill>
          <a:ln>
            <a:noFill/>
          </a:ln>
        </p:spPr>
      </p:sp>
      <p:sp>
        <p:nvSpPr>
          <p:cNvPr id="489" name="Google Shape;489;p76"/>
          <p:cNvSpPr>
            <a:spLocks noGrp="1"/>
          </p:cNvSpPr>
          <p:nvPr>
            <p:ph type="pic" idx="3"/>
          </p:nvPr>
        </p:nvSpPr>
        <p:spPr>
          <a:xfrm>
            <a:off x="3452029" y="1565275"/>
            <a:ext cx="2553463" cy="2129760"/>
          </a:xfrm>
          <a:prstGeom prst="rect">
            <a:avLst/>
          </a:prstGeom>
          <a:solidFill>
            <a:srgbClr val="D8D8D8"/>
          </a:solidFill>
          <a:ln>
            <a:noFill/>
          </a:ln>
        </p:spPr>
      </p:sp>
      <p:sp>
        <p:nvSpPr>
          <p:cNvPr id="490" name="Google Shape;490;p76"/>
          <p:cNvSpPr>
            <a:spLocks noGrp="1"/>
          </p:cNvSpPr>
          <p:nvPr>
            <p:ph type="pic" idx="4"/>
          </p:nvPr>
        </p:nvSpPr>
        <p:spPr>
          <a:xfrm>
            <a:off x="6184920" y="1565275"/>
            <a:ext cx="2553463" cy="2129760"/>
          </a:xfrm>
          <a:prstGeom prst="rect">
            <a:avLst/>
          </a:prstGeom>
          <a:solidFill>
            <a:srgbClr val="D8D8D8"/>
          </a:solidFill>
          <a:ln>
            <a:noFill/>
          </a:ln>
        </p:spPr>
      </p:sp>
      <p:sp>
        <p:nvSpPr>
          <p:cNvPr id="491" name="Google Shape;491;p76"/>
          <p:cNvSpPr>
            <a:spLocks noGrp="1"/>
          </p:cNvSpPr>
          <p:nvPr>
            <p:ph type="pic" idx="5"/>
          </p:nvPr>
        </p:nvSpPr>
        <p:spPr>
          <a:xfrm>
            <a:off x="8917812" y="1565275"/>
            <a:ext cx="2553463" cy="2129760"/>
          </a:xfrm>
          <a:prstGeom prst="rect">
            <a:avLst/>
          </a:prstGeom>
          <a:solidFill>
            <a:srgbClr val="D8D8D8"/>
          </a:solidFill>
          <a:ln>
            <a:noFill/>
          </a:ln>
        </p:spPr>
      </p:sp>
      <p:sp>
        <p:nvSpPr>
          <p:cNvPr id="492" name="Google Shape;492;p76"/>
          <p:cNvSpPr>
            <a:spLocks noGrp="1"/>
          </p:cNvSpPr>
          <p:nvPr>
            <p:ph type="pic" idx="6"/>
          </p:nvPr>
        </p:nvSpPr>
        <p:spPr>
          <a:xfrm>
            <a:off x="719138" y="3873957"/>
            <a:ext cx="2553463" cy="2129760"/>
          </a:xfrm>
          <a:prstGeom prst="rect">
            <a:avLst/>
          </a:prstGeom>
          <a:solidFill>
            <a:srgbClr val="D8D8D8"/>
          </a:solidFill>
          <a:ln>
            <a:noFill/>
          </a:ln>
        </p:spPr>
      </p:sp>
      <p:sp>
        <p:nvSpPr>
          <p:cNvPr id="493" name="Google Shape;493;p76"/>
          <p:cNvSpPr>
            <a:spLocks noGrp="1"/>
          </p:cNvSpPr>
          <p:nvPr>
            <p:ph type="pic" idx="7"/>
          </p:nvPr>
        </p:nvSpPr>
        <p:spPr>
          <a:xfrm>
            <a:off x="3452029" y="3873957"/>
            <a:ext cx="2553463" cy="2129760"/>
          </a:xfrm>
          <a:prstGeom prst="rect">
            <a:avLst/>
          </a:prstGeom>
          <a:solidFill>
            <a:srgbClr val="D8D8D8"/>
          </a:solidFill>
          <a:ln>
            <a:noFill/>
          </a:ln>
        </p:spPr>
      </p:sp>
      <p:sp>
        <p:nvSpPr>
          <p:cNvPr id="494" name="Google Shape;494;p76"/>
          <p:cNvSpPr>
            <a:spLocks noGrp="1"/>
          </p:cNvSpPr>
          <p:nvPr>
            <p:ph type="pic" idx="8"/>
          </p:nvPr>
        </p:nvSpPr>
        <p:spPr>
          <a:xfrm>
            <a:off x="6184920" y="3873957"/>
            <a:ext cx="2553463" cy="2129760"/>
          </a:xfrm>
          <a:prstGeom prst="rect">
            <a:avLst/>
          </a:prstGeom>
          <a:solidFill>
            <a:srgbClr val="D8D8D8"/>
          </a:solidFill>
          <a:ln>
            <a:noFill/>
          </a:ln>
        </p:spPr>
      </p:sp>
      <p:sp>
        <p:nvSpPr>
          <p:cNvPr id="495" name="Google Shape;495;p76"/>
          <p:cNvSpPr>
            <a:spLocks noGrp="1"/>
          </p:cNvSpPr>
          <p:nvPr>
            <p:ph type="pic" idx="9"/>
          </p:nvPr>
        </p:nvSpPr>
        <p:spPr>
          <a:xfrm>
            <a:off x="8917812" y="3873957"/>
            <a:ext cx="2553463" cy="2129760"/>
          </a:xfrm>
          <a:prstGeom prst="rect">
            <a:avLst/>
          </a:prstGeom>
          <a:solidFill>
            <a:srgbClr val="D8D8D8"/>
          </a:solidFill>
          <a:ln>
            <a:noFill/>
          </a:ln>
        </p:spPr>
      </p:sp>
      <p:grpSp>
        <p:nvGrpSpPr>
          <p:cNvPr id="496" name="Google Shape;496;p76"/>
          <p:cNvGrpSpPr/>
          <p:nvPr/>
        </p:nvGrpSpPr>
        <p:grpSpPr>
          <a:xfrm>
            <a:off x="-3786164" y="0"/>
            <a:ext cx="3693113" cy="5054643"/>
            <a:chOff x="-3786164" y="0"/>
            <a:chExt cx="3693113" cy="5054643"/>
          </a:xfrm>
        </p:grpSpPr>
        <p:sp>
          <p:nvSpPr>
            <p:cNvPr id="497" name="Google Shape;497;p76"/>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498" name="Google Shape;498;p76"/>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499" name="Google Shape;499;p76"/>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500" name="Google Shape;500;p76"/>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501" name="Google Shape;501;p76"/>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502" name="Google Shape;502;p76"/>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503" name="Google Shape;503;p76"/>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504" name="Google Shape;504;p76"/>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505" name="Google Shape;505;p76"/>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506" name="Google Shape;506;p76"/>
            <p:cNvGrpSpPr/>
            <p:nvPr/>
          </p:nvGrpSpPr>
          <p:grpSpPr>
            <a:xfrm>
              <a:off x="-3414453" y="3534339"/>
              <a:ext cx="514284" cy="506545"/>
              <a:chOff x="12617641" y="3403239"/>
              <a:chExt cx="752963" cy="741634"/>
            </a:xfrm>
          </p:grpSpPr>
          <p:grpSp>
            <p:nvGrpSpPr>
              <p:cNvPr id="507" name="Google Shape;507;p76"/>
              <p:cNvGrpSpPr/>
              <p:nvPr/>
            </p:nvGrpSpPr>
            <p:grpSpPr>
              <a:xfrm>
                <a:off x="12771530" y="3403239"/>
                <a:ext cx="467176" cy="448491"/>
                <a:chOff x="12782157" y="3403239"/>
                <a:chExt cx="467176" cy="448491"/>
              </a:xfrm>
            </p:grpSpPr>
            <p:grpSp>
              <p:nvGrpSpPr>
                <p:cNvPr id="508" name="Google Shape;508;p76"/>
                <p:cNvGrpSpPr/>
                <p:nvPr/>
              </p:nvGrpSpPr>
              <p:grpSpPr>
                <a:xfrm>
                  <a:off x="12782157" y="3403239"/>
                  <a:ext cx="412976" cy="396132"/>
                  <a:chOff x="13554906" y="3320109"/>
                  <a:chExt cx="443917" cy="425811"/>
                </a:xfrm>
              </p:grpSpPr>
              <p:grpSp>
                <p:nvGrpSpPr>
                  <p:cNvPr id="509" name="Google Shape;509;p76"/>
                  <p:cNvGrpSpPr/>
                  <p:nvPr/>
                </p:nvGrpSpPr>
                <p:grpSpPr>
                  <a:xfrm>
                    <a:off x="13554906" y="3320109"/>
                    <a:ext cx="443917" cy="425811"/>
                    <a:chOff x="12909684" y="1276143"/>
                    <a:chExt cx="443917" cy="425811"/>
                  </a:xfrm>
                </p:grpSpPr>
                <p:sp>
                  <p:nvSpPr>
                    <p:cNvPr id="510" name="Google Shape;510;p76"/>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511" name="Google Shape;511;p76"/>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512" name="Google Shape;512;p76"/>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513" name="Google Shape;513;p76"/>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514" name="Google Shape;514;p76"/>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515" name="Google Shape;515;p76"/>
                <p:cNvGrpSpPr/>
                <p:nvPr/>
              </p:nvGrpSpPr>
              <p:grpSpPr>
                <a:xfrm>
                  <a:off x="13103513" y="3705268"/>
                  <a:ext cx="145820" cy="146462"/>
                  <a:chOff x="13096169" y="3602278"/>
                  <a:chExt cx="145820" cy="146462"/>
                </a:xfrm>
              </p:grpSpPr>
              <p:sp>
                <p:nvSpPr>
                  <p:cNvPr id="516" name="Google Shape;516;p76"/>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17" name="Google Shape;517;p76"/>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518" name="Google Shape;518;p76"/>
                <p:cNvGrpSpPr/>
                <p:nvPr/>
              </p:nvGrpSpPr>
              <p:grpSpPr>
                <a:xfrm rot="10800000">
                  <a:off x="13061402" y="3665637"/>
                  <a:ext cx="145820" cy="146462"/>
                  <a:chOff x="13096169" y="3602278"/>
                  <a:chExt cx="145820" cy="146462"/>
                </a:xfrm>
              </p:grpSpPr>
              <p:sp>
                <p:nvSpPr>
                  <p:cNvPr id="519" name="Google Shape;519;p76"/>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20" name="Google Shape;520;p76"/>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521" name="Google Shape;521;p76"/>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522" name="Google Shape;522;p76"/>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523" name="Google Shape;523;p76"/>
            <p:cNvGrpSpPr/>
            <p:nvPr/>
          </p:nvGrpSpPr>
          <p:grpSpPr>
            <a:xfrm>
              <a:off x="-376736" y="4055594"/>
              <a:ext cx="283685" cy="283685"/>
              <a:chOff x="-510741" y="5913713"/>
              <a:chExt cx="267555" cy="267555"/>
            </a:xfrm>
          </p:grpSpPr>
          <p:sp>
            <p:nvSpPr>
              <p:cNvPr id="524" name="Google Shape;524;p76"/>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525" name="Google Shape;525;p76"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526" name="Google Shape;526;p76"/>
            <p:cNvGrpSpPr/>
            <p:nvPr/>
          </p:nvGrpSpPr>
          <p:grpSpPr>
            <a:xfrm>
              <a:off x="-938434" y="4364020"/>
              <a:ext cx="627798" cy="576693"/>
              <a:chOff x="-938434" y="4570310"/>
              <a:chExt cx="627798" cy="576693"/>
            </a:xfrm>
          </p:grpSpPr>
          <p:grpSp>
            <p:nvGrpSpPr>
              <p:cNvPr id="527" name="Google Shape;527;p76"/>
              <p:cNvGrpSpPr/>
              <p:nvPr/>
            </p:nvGrpSpPr>
            <p:grpSpPr>
              <a:xfrm>
                <a:off x="-716116" y="4570310"/>
                <a:ext cx="169778" cy="242385"/>
                <a:chOff x="4768" y="2783"/>
                <a:chExt cx="788" cy="1125"/>
              </a:xfrm>
            </p:grpSpPr>
            <p:sp>
              <p:nvSpPr>
                <p:cNvPr id="528" name="Google Shape;528;p7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529" name="Google Shape;529;p7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530" name="Google Shape;530;p76"/>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531" name="Google Shape;531;p76"/>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532" name="Google Shape;532;p76"/>
            <p:cNvGrpSpPr/>
            <p:nvPr/>
          </p:nvGrpSpPr>
          <p:grpSpPr>
            <a:xfrm>
              <a:off x="-3365484" y="1226982"/>
              <a:ext cx="446937" cy="406485"/>
              <a:chOff x="-3563526" y="1409294"/>
              <a:chExt cx="354190" cy="322133"/>
            </a:xfrm>
          </p:grpSpPr>
          <p:grpSp>
            <p:nvGrpSpPr>
              <p:cNvPr id="533" name="Google Shape;533;p76"/>
              <p:cNvGrpSpPr/>
              <p:nvPr/>
            </p:nvGrpSpPr>
            <p:grpSpPr>
              <a:xfrm>
                <a:off x="-3499992" y="1409294"/>
                <a:ext cx="225195" cy="195499"/>
                <a:chOff x="8987389" y="1361199"/>
                <a:chExt cx="2200275" cy="1914525"/>
              </a:xfrm>
            </p:grpSpPr>
            <p:sp>
              <p:nvSpPr>
                <p:cNvPr id="534" name="Google Shape;534;p76"/>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535" name="Google Shape;535;p76"/>
                <p:cNvGrpSpPr/>
                <p:nvPr/>
              </p:nvGrpSpPr>
              <p:grpSpPr>
                <a:xfrm>
                  <a:off x="8987389" y="1361199"/>
                  <a:ext cx="2200275" cy="1914525"/>
                  <a:chOff x="8987389" y="1361199"/>
                  <a:chExt cx="2200275" cy="1914525"/>
                </a:xfrm>
              </p:grpSpPr>
              <p:sp>
                <p:nvSpPr>
                  <p:cNvPr id="536" name="Google Shape;536;p76"/>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537" name="Google Shape;537;p76"/>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538" name="Google Shape;538;p76"/>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mage + quote">
  <p:cSld name="Image + quote">
    <p:bg>
      <p:bgPr>
        <a:solidFill>
          <a:schemeClr val="accent1"/>
        </a:solidFill>
        <a:effectLst/>
      </p:bgPr>
    </p:bg>
    <p:spTree>
      <p:nvGrpSpPr>
        <p:cNvPr id="1" name="Shape 539"/>
        <p:cNvGrpSpPr/>
        <p:nvPr/>
      </p:nvGrpSpPr>
      <p:grpSpPr>
        <a:xfrm>
          <a:off x="0" y="0"/>
          <a:ext cx="0" cy="0"/>
          <a:chOff x="0" y="0"/>
          <a:chExt cx="0" cy="0"/>
        </a:xfrm>
      </p:grpSpPr>
      <p:sp>
        <p:nvSpPr>
          <p:cNvPr id="540" name="Google Shape;540;p77"/>
          <p:cNvSpPr/>
          <p:nvPr/>
        </p:nvSpPr>
        <p:spPr>
          <a:xfrm>
            <a:off x="0" y="0"/>
            <a:ext cx="12192000" cy="68580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541" name="Google Shape;541;p77"/>
          <p:cNvSpPr txBox="1">
            <a:spLocks noGrp="1"/>
          </p:cNvSpPr>
          <p:nvPr>
            <p:ph type="title"/>
          </p:nvPr>
        </p:nvSpPr>
        <p:spPr>
          <a:xfrm>
            <a:off x="0" y="-461002"/>
            <a:ext cx="1558119"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2" name="Google Shape;542;p77"/>
          <p:cNvSpPr/>
          <p:nvPr/>
        </p:nvSpPr>
        <p:spPr>
          <a:xfrm>
            <a:off x="0" y="0"/>
            <a:ext cx="12192000" cy="6858000"/>
          </a:xfrm>
          <a:prstGeom prst="rect">
            <a:avLst/>
          </a:prstGeom>
          <a:solidFill>
            <a:srgbClr val="0076C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543" name="Google Shape;543;p77"/>
          <p:cNvSpPr/>
          <p:nvPr/>
        </p:nvSpPr>
        <p:spPr>
          <a:xfrm>
            <a:off x="2" y="2"/>
            <a:ext cx="12191999" cy="6857999"/>
          </a:xfrm>
          <a:custGeom>
            <a:avLst/>
            <a:gdLst/>
            <a:ahLst/>
            <a:cxnLst/>
            <a:rect l="l" t="t" r="r" b="b"/>
            <a:pathLst>
              <a:path w="12191999" h="6857999" extrusionOk="0">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544" name="Google Shape;544;p77"/>
          <p:cNvSpPr txBox="1">
            <a:spLocks noGrp="1"/>
          </p:cNvSpPr>
          <p:nvPr>
            <p:ph type="body" idx="1"/>
          </p:nvPr>
        </p:nvSpPr>
        <p:spPr>
          <a:xfrm>
            <a:off x="6845643" y="719138"/>
            <a:ext cx="4625632" cy="5281612"/>
          </a:xfrm>
          <a:prstGeom prst="rect">
            <a:avLst/>
          </a:prstGeom>
          <a:noFill/>
          <a:ln>
            <a:noFill/>
          </a:ln>
        </p:spPr>
        <p:txBody>
          <a:bodyPr spcFirstLastPara="1" wrap="square" lIns="0" tIns="0" rIns="0" bIns="0" anchor="ctr" anchorCtr="0">
            <a:normAutofit/>
          </a:bodyPr>
          <a:lstStyle>
            <a:lvl1pPr marL="457200" lvl="0" indent="-228600" algn="ctr">
              <a:lnSpc>
                <a:spcPct val="108333"/>
              </a:lnSpc>
              <a:spcBef>
                <a:spcPts val="0"/>
              </a:spcBef>
              <a:spcAft>
                <a:spcPts val="0"/>
              </a:spcAft>
              <a:buSzPts val="5760"/>
              <a:buNone/>
              <a:defRPr sz="4800" b="0"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5280"/>
              <a:buNone/>
              <a:defRPr sz="4400" b="1"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4400"/>
              <a:buFont typeface="Arial"/>
              <a:buNone/>
              <a:defRPr sz="4400" b="1" i="0">
                <a:solidFill>
                  <a:schemeClr val="lt1"/>
                </a:solidFill>
                <a:latin typeface="Arial"/>
                <a:ea typeface="Arial"/>
                <a:cs typeface="Arial"/>
                <a:sym typeface="Arial"/>
              </a:defRPr>
            </a:lvl9pPr>
          </a:lstStyle>
          <a:p>
            <a:endParaRPr/>
          </a:p>
        </p:txBody>
      </p:sp>
      <p:grpSp>
        <p:nvGrpSpPr>
          <p:cNvPr id="545" name="Google Shape;545;p77"/>
          <p:cNvGrpSpPr/>
          <p:nvPr/>
        </p:nvGrpSpPr>
        <p:grpSpPr>
          <a:xfrm>
            <a:off x="721079" y="6216736"/>
            <a:ext cx="961200" cy="381600"/>
            <a:chOff x="2807303" y="2354764"/>
            <a:chExt cx="944974" cy="368527"/>
          </a:xfrm>
        </p:grpSpPr>
        <p:sp>
          <p:nvSpPr>
            <p:cNvPr id="546" name="Google Shape;546;p77"/>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77"/>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77"/>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9" name="Google Shape;549;p77"/>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0" name="Google Shape;550;p77"/>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1" name="Google Shape;551;p77"/>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2" name="Google Shape;552;p77"/>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3" name="Google Shape;553;p77"/>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54" name="Google Shape;554;p77"/>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5" name="Google Shape;555;p77"/>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56" name="Google Shape;556;p77"/>
          <p:cNvSpPr>
            <a:spLocks noGrp="1"/>
          </p:cNvSpPr>
          <p:nvPr>
            <p:ph type="pic" idx="2"/>
          </p:nvPr>
        </p:nvSpPr>
        <p:spPr>
          <a:xfrm>
            <a:off x="0" y="0"/>
            <a:ext cx="6096000" cy="6858000"/>
          </a:xfrm>
          <a:prstGeom prst="rect">
            <a:avLst/>
          </a:prstGeom>
          <a:solidFill>
            <a:srgbClr val="D8D8D8"/>
          </a:solidFill>
          <a:ln>
            <a:noFill/>
          </a:ln>
        </p:spPr>
      </p:sp>
      <p:sp>
        <p:nvSpPr>
          <p:cNvPr id="557" name="Google Shape;557;p77"/>
          <p:cNvSpPr txBox="1">
            <a:spLocks noGrp="1"/>
          </p:cNvSpPr>
          <p:nvPr>
            <p:ph type="body" idx="3"/>
          </p:nvPr>
        </p:nvSpPr>
        <p:spPr>
          <a:xfrm>
            <a:off x="0" y="4094329"/>
            <a:ext cx="6096000"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558" name="Google Shape;558;p77"/>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559" name="Google Shape;559;p77"/>
          <p:cNvGrpSpPr/>
          <p:nvPr/>
        </p:nvGrpSpPr>
        <p:grpSpPr>
          <a:xfrm>
            <a:off x="-3786165" y="-1"/>
            <a:ext cx="3693386" cy="6640349"/>
            <a:chOff x="-3786165" y="-1"/>
            <a:chExt cx="3693386" cy="6640349"/>
          </a:xfrm>
        </p:grpSpPr>
        <p:sp>
          <p:nvSpPr>
            <p:cNvPr id="560" name="Google Shape;560;p77"/>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561" name="Google Shape;561;p77"/>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562" name="Google Shape;562;p77"/>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563" name="Google Shape;563;p77"/>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564" name="Google Shape;564;p77"/>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565" name="Google Shape;565;p77"/>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566" name="Google Shape;566;p77"/>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567" name="Google Shape;567;p77"/>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568" name="Google Shape;568;p77"/>
            <p:cNvGrpSpPr/>
            <p:nvPr/>
          </p:nvGrpSpPr>
          <p:grpSpPr>
            <a:xfrm>
              <a:off x="-2485819" y="3479783"/>
              <a:ext cx="1222990" cy="563933"/>
              <a:chOff x="-2485819" y="3399207"/>
              <a:chExt cx="1222990" cy="563933"/>
            </a:xfrm>
          </p:grpSpPr>
          <p:sp>
            <p:nvSpPr>
              <p:cNvPr id="569" name="Google Shape;569;p77"/>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570" name="Google Shape;570;p77"/>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571" name="Google Shape;571;p77"/>
              <p:cNvGrpSpPr/>
              <p:nvPr/>
            </p:nvGrpSpPr>
            <p:grpSpPr>
              <a:xfrm>
                <a:off x="-2403869" y="3460544"/>
                <a:ext cx="155951" cy="131922"/>
                <a:chOff x="12968836" y="3354170"/>
                <a:chExt cx="404806" cy="342433"/>
              </a:xfrm>
            </p:grpSpPr>
            <p:sp>
              <p:nvSpPr>
                <p:cNvPr id="572" name="Google Shape;572;p77"/>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573" name="Google Shape;573;p77"/>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74" name="Google Shape;574;p77"/>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75" name="Google Shape;575;p77"/>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76" name="Google Shape;576;p77"/>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77" name="Google Shape;577;p77"/>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578" name="Google Shape;578;p77"/>
              <p:cNvGrpSpPr/>
              <p:nvPr/>
            </p:nvGrpSpPr>
            <p:grpSpPr>
              <a:xfrm>
                <a:off x="-2463904" y="3680944"/>
                <a:ext cx="207219" cy="237490"/>
                <a:chOff x="12835752" y="3926551"/>
                <a:chExt cx="537889" cy="616458"/>
              </a:xfrm>
            </p:grpSpPr>
            <p:grpSp>
              <p:nvGrpSpPr>
                <p:cNvPr id="579" name="Google Shape;579;p77"/>
                <p:cNvGrpSpPr/>
                <p:nvPr/>
              </p:nvGrpSpPr>
              <p:grpSpPr>
                <a:xfrm>
                  <a:off x="13000382" y="4006891"/>
                  <a:ext cx="373259" cy="315747"/>
                  <a:chOff x="12968836" y="3354170"/>
                  <a:chExt cx="404806" cy="342433"/>
                </a:xfrm>
              </p:grpSpPr>
              <p:sp>
                <p:nvSpPr>
                  <p:cNvPr id="580" name="Google Shape;580;p77"/>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581" name="Google Shape;581;p77"/>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82" name="Google Shape;582;p77"/>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83" name="Google Shape;583;p77"/>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84" name="Google Shape;584;p77"/>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585" name="Google Shape;585;p77"/>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586" name="Google Shape;586;p77"/>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587" name="Google Shape;587;p77"/>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588" name="Google Shape;588;p77"/>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589" name="Google Shape;589;p77"/>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590" name="Google Shape;590;p77"/>
            <p:cNvGrpSpPr/>
            <p:nvPr/>
          </p:nvGrpSpPr>
          <p:grpSpPr>
            <a:xfrm>
              <a:off x="-3786165" y="5680652"/>
              <a:ext cx="3693386" cy="959696"/>
              <a:chOff x="-3786437" y="6163468"/>
              <a:chExt cx="3693386" cy="959696"/>
            </a:xfrm>
          </p:grpSpPr>
          <p:sp>
            <p:nvSpPr>
              <p:cNvPr id="591" name="Google Shape;591;p77"/>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592" name="Google Shape;592;p77"/>
              <p:cNvGrpSpPr/>
              <p:nvPr/>
            </p:nvGrpSpPr>
            <p:grpSpPr>
              <a:xfrm>
                <a:off x="-376736" y="6163468"/>
                <a:ext cx="283685" cy="283685"/>
                <a:chOff x="-510741" y="5913713"/>
                <a:chExt cx="267555" cy="267555"/>
              </a:xfrm>
            </p:grpSpPr>
            <p:sp>
              <p:nvSpPr>
                <p:cNvPr id="593" name="Google Shape;593;p77"/>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594" name="Google Shape;594;p77"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595" name="Google Shape;595;p77"/>
              <p:cNvGrpSpPr/>
              <p:nvPr/>
            </p:nvGrpSpPr>
            <p:grpSpPr>
              <a:xfrm>
                <a:off x="-938434" y="6420818"/>
                <a:ext cx="627798" cy="576693"/>
                <a:chOff x="-938434" y="4570310"/>
                <a:chExt cx="627798" cy="576693"/>
              </a:xfrm>
            </p:grpSpPr>
            <p:grpSp>
              <p:nvGrpSpPr>
                <p:cNvPr id="596" name="Google Shape;596;p77"/>
                <p:cNvGrpSpPr/>
                <p:nvPr/>
              </p:nvGrpSpPr>
              <p:grpSpPr>
                <a:xfrm>
                  <a:off x="-716116" y="4570310"/>
                  <a:ext cx="169778" cy="242385"/>
                  <a:chOff x="4768" y="2783"/>
                  <a:chExt cx="788" cy="1125"/>
                </a:xfrm>
              </p:grpSpPr>
              <p:sp>
                <p:nvSpPr>
                  <p:cNvPr id="597" name="Google Shape;597;p77"/>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598" name="Google Shape;598;p77"/>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599" name="Google Shape;599;p77"/>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600" name="Google Shape;600;p77"/>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601" name="Google Shape;601;p77"/>
            <p:cNvGrpSpPr/>
            <p:nvPr/>
          </p:nvGrpSpPr>
          <p:grpSpPr>
            <a:xfrm>
              <a:off x="-3426806" y="5129582"/>
              <a:ext cx="514284" cy="506545"/>
              <a:chOff x="12617641" y="3403239"/>
              <a:chExt cx="752963" cy="741634"/>
            </a:xfrm>
          </p:grpSpPr>
          <p:grpSp>
            <p:nvGrpSpPr>
              <p:cNvPr id="602" name="Google Shape;602;p77"/>
              <p:cNvGrpSpPr/>
              <p:nvPr/>
            </p:nvGrpSpPr>
            <p:grpSpPr>
              <a:xfrm>
                <a:off x="12771530" y="3403239"/>
                <a:ext cx="467176" cy="448491"/>
                <a:chOff x="12782157" y="3403239"/>
                <a:chExt cx="467176" cy="448491"/>
              </a:xfrm>
            </p:grpSpPr>
            <p:grpSp>
              <p:nvGrpSpPr>
                <p:cNvPr id="603" name="Google Shape;603;p77"/>
                <p:cNvGrpSpPr/>
                <p:nvPr/>
              </p:nvGrpSpPr>
              <p:grpSpPr>
                <a:xfrm>
                  <a:off x="12782157" y="3403239"/>
                  <a:ext cx="412976" cy="396132"/>
                  <a:chOff x="13554906" y="3320109"/>
                  <a:chExt cx="443917" cy="425811"/>
                </a:xfrm>
              </p:grpSpPr>
              <p:grpSp>
                <p:nvGrpSpPr>
                  <p:cNvPr id="604" name="Google Shape;604;p77"/>
                  <p:cNvGrpSpPr/>
                  <p:nvPr/>
                </p:nvGrpSpPr>
                <p:grpSpPr>
                  <a:xfrm>
                    <a:off x="13554906" y="3320109"/>
                    <a:ext cx="443917" cy="425811"/>
                    <a:chOff x="12909684" y="1276143"/>
                    <a:chExt cx="443917" cy="425811"/>
                  </a:xfrm>
                </p:grpSpPr>
                <p:sp>
                  <p:nvSpPr>
                    <p:cNvPr id="605" name="Google Shape;605;p77"/>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606" name="Google Shape;606;p77"/>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607" name="Google Shape;607;p77"/>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608" name="Google Shape;608;p77"/>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609" name="Google Shape;609;p77"/>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610" name="Google Shape;610;p77"/>
                <p:cNvGrpSpPr/>
                <p:nvPr/>
              </p:nvGrpSpPr>
              <p:grpSpPr>
                <a:xfrm>
                  <a:off x="13103513" y="3705268"/>
                  <a:ext cx="145820" cy="146462"/>
                  <a:chOff x="13096169" y="3602278"/>
                  <a:chExt cx="145820" cy="146462"/>
                </a:xfrm>
              </p:grpSpPr>
              <p:sp>
                <p:nvSpPr>
                  <p:cNvPr id="611" name="Google Shape;611;p77"/>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612" name="Google Shape;612;p77"/>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613" name="Google Shape;613;p77"/>
                <p:cNvGrpSpPr/>
                <p:nvPr/>
              </p:nvGrpSpPr>
              <p:grpSpPr>
                <a:xfrm rot="10800000">
                  <a:off x="13061402" y="3665637"/>
                  <a:ext cx="145820" cy="146462"/>
                  <a:chOff x="13096169" y="3602278"/>
                  <a:chExt cx="145820" cy="146462"/>
                </a:xfrm>
              </p:grpSpPr>
              <p:sp>
                <p:nvSpPr>
                  <p:cNvPr id="614" name="Google Shape;614;p77"/>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615" name="Google Shape;615;p77"/>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616" name="Google Shape;616;p77"/>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617" name="Google Shape;617;p77"/>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618" name="Google Shape;618;p77"/>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619" name="Google Shape;619;p77"/>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620" name="Google Shape;620;p77"/>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621" name="Google Shape;621;p77"/>
            <p:cNvGrpSpPr/>
            <p:nvPr/>
          </p:nvGrpSpPr>
          <p:grpSpPr>
            <a:xfrm>
              <a:off x="-3365484" y="1226982"/>
              <a:ext cx="446937" cy="406485"/>
              <a:chOff x="-3563526" y="1409294"/>
              <a:chExt cx="354190" cy="322133"/>
            </a:xfrm>
          </p:grpSpPr>
          <p:grpSp>
            <p:nvGrpSpPr>
              <p:cNvPr id="622" name="Google Shape;622;p77"/>
              <p:cNvGrpSpPr/>
              <p:nvPr/>
            </p:nvGrpSpPr>
            <p:grpSpPr>
              <a:xfrm>
                <a:off x="-3499992" y="1409294"/>
                <a:ext cx="225195" cy="195499"/>
                <a:chOff x="8987389" y="1361199"/>
                <a:chExt cx="2200275" cy="1914525"/>
              </a:xfrm>
            </p:grpSpPr>
            <p:sp>
              <p:nvSpPr>
                <p:cNvPr id="623" name="Google Shape;623;p77"/>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624" name="Google Shape;624;p77"/>
                <p:cNvGrpSpPr/>
                <p:nvPr/>
              </p:nvGrpSpPr>
              <p:grpSpPr>
                <a:xfrm>
                  <a:off x="8987389" y="1361199"/>
                  <a:ext cx="2200275" cy="1914525"/>
                  <a:chOff x="8987389" y="1361199"/>
                  <a:chExt cx="2200275" cy="1914525"/>
                </a:xfrm>
              </p:grpSpPr>
              <p:sp>
                <p:nvSpPr>
                  <p:cNvPr id="625" name="Google Shape;625;p77"/>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626" name="Google Shape;626;p77"/>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627" name="Google Shape;627;p77"/>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3">
  <p:cSld name="Custom #3">
    <p:spTree>
      <p:nvGrpSpPr>
        <p:cNvPr id="1" name="Shape 628"/>
        <p:cNvGrpSpPr/>
        <p:nvPr/>
      </p:nvGrpSpPr>
      <p:grpSpPr>
        <a:xfrm>
          <a:off x="0" y="0"/>
          <a:ext cx="0" cy="0"/>
          <a:chOff x="0" y="0"/>
          <a:chExt cx="0" cy="0"/>
        </a:xfrm>
      </p:grpSpPr>
      <p:sp>
        <p:nvSpPr>
          <p:cNvPr id="629" name="Google Shape;629;p78"/>
          <p:cNvSpPr txBox="1">
            <a:spLocks noGrp="1"/>
          </p:cNvSpPr>
          <p:nvPr>
            <p:ph type="title"/>
          </p:nvPr>
        </p:nvSpPr>
        <p:spPr>
          <a:xfrm>
            <a:off x="0" y="-429019"/>
            <a:ext cx="1179810"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0" name="Google Shape;630;p78"/>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1" name="Google Shape;631;p78"/>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632" name="Google Shape;632;p78"/>
          <p:cNvSpPr>
            <a:spLocks noGrp="1"/>
          </p:cNvSpPr>
          <p:nvPr>
            <p:ph type="pic" idx="2"/>
          </p:nvPr>
        </p:nvSpPr>
        <p:spPr>
          <a:xfrm>
            <a:off x="3818238" y="719138"/>
            <a:ext cx="7651524" cy="5281612"/>
          </a:xfrm>
          <a:prstGeom prst="rect">
            <a:avLst/>
          </a:prstGeom>
          <a:solidFill>
            <a:srgbClr val="D8D8D8"/>
          </a:solidFill>
          <a:ln>
            <a:noFill/>
          </a:ln>
        </p:spPr>
      </p:sp>
      <p:grpSp>
        <p:nvGrpSpPr>
          <p:cNvPr id="633" name="Google Shape;633;p78"/>
          <p:cNvGrpSpPr/>
          <p:nvPr/>
        </p:nvGrpSpPr>
        <p:grpSpPr>
          <a:xfrm>
            <a:off x="12377595" y="0"/>
            <a:ext cx="3693113" cy="5054643"/>
            <a:chOff x="-3786164" y="0"/>
            <a:chExt cx="3693113" cy="5054643"/>
          </a:xfrm>
        </p:grpSpPr>
        <p:sp>
          <p:nvSpPr>
            <p:cNvPr id="634" name="Google Shape;634;p78"/>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635" name="Google Shape;635;p78"/>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636" name="Google Shape;636;p78"/>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637" name="Google Shape;637;p78"/>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638" name="Google Shape;638;p78"/>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639" name="Google Shape;639;p78"/>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640" name="Google Shape;640;p78"/>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641" name="Google Shape;641;p78"/>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642" name="Google Shape;642;p78"/>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643" name="Google Shape;643;p78"/>
            <p:cNvGrpSpPr/>
            <p:nvPr/>
          </p:nvGrpSpPr>
          <p:grpSpPr>
            <a:xfrm>
              <a:off x="-3414453" y="3534339"/>
              <a:ext cx="514284" cy="506545"/>
              <a:chOff x="12617641" y="3403239"/>
              <a:chExt cx="752963" cy="741634"/>
            </a:xfrm>
          </p:grpSpPr>
          <p:grpSp>
            <p:nvGrpSpPr>
              <p:cNvPr id="644" name="Google Shape;644;p78"/>
              <p:cNvGrpSpPr/>
              <p:nvPr/>
            </p:nvGrpSpPr>
            <p:grpSpPr>
              <a:xfrm>
                <a:off x="12771530" y="3403239"/>
                <a:ext cx="467176" cy="448491"/>
                <a:chOff x="12782157" y="3403239"/>
                <a:chExt cx="467176" cy="448491"/>
              </a:xfrm>
            </p:grpSpPr>
            <p:grpSp>
              <p:nvGrpSpPr>
                <p:cNvPr id="645" name="Google Shape;645;p78"/>
                <p:cNvGrpSpPr/>
                <p:nvPr/>
              </p:nvGrpSpPr>
              <p:grpSpPr>
                <a:xfrm>
                  <a:off x="12782157" y="3403239"/>
                  <a:ext cx="412976" cy="396132"/>
                  <a:chOff x="13554906" y="3320109"/>
                  <a:chExt cx="443917" cy="425811"/>
                </a:xfrm>
              </p:grpSpPr>
              <p:grpSp>
                <p:nvGrpSpPr>
                  <p:cNvPr id="646" name="Google Shape;646;p78"/>
                  <p:cNvGrpSpPr/>
                  <p:nvPr/>
                </p:nvGrpSpPr>
                <p:grpSpPr>
                  <a:xfrm>
                    <a:off x="13554906" y="3320109"/>
                    <a:ext cx="443917" cy="425811"/>
                    <a:chOff x="12909684" y="1276143"/>
                    <a:chExt cx="443917" cy="425811"/>
                  </a:xfrm>
                </p:grpSpPr>
                <p:sp>
                  <p:nvSpPr>
                    <p:cNvPr id="647" name="Google Shape;647;p78"/>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648" name="Google Shape;648;p78"/>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649" name="Google Shape;649;p78"/>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650" name="Google Shape;650;p78"/>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651" name="Google Shape;651;p78"/>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652" name="Google Shape;652;p78"/>
                <p:cNvGrpSpPr/>
                <p:nvPr/>
              </p:nvGrpSpPr>
              <p:grpSpPr>
                <a:xfrm>
                  <a:off x="13103513" y="3705268"/>
                  <a:ext cx="145820" cy="146462"/>
                  <a:chOff x="13096169" y="3602278"/>
                  <a:chExt cx="145820" cy="146462"/>
                </a:xfrm>
              </p:grpSpPr>
              <p:sp>
                <p:nvSpPr>
                  <p:cNvPr id="653" name="Google Shape;653;p78"/>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654" name="Google Shape;654;p78"/>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655" name="Google Shape;655;p78"/>
                <p:cNvGrpSpPr/>
                <p:nvPr/>
              </p:nvGrpSpPr>
              <p:grpSpPr>
                <a:xfrm rot="10800000">
                  <a:off x="13061402" y="3665637"/>
                  <a:ext cx="145820" cy="146462"/>
                  <a:chOff x="13096169" y="3602278"/>
                  <a:chExt cx="145820" cy="146462"/>
                </a:xfrm>
              </p:grpSpPr>
              <p:sp>
                <p:nvSpPr>
                  <p:cNvPr id="656" name="Google Shape;656;p78"/>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657" name="Google Shape;657;p78"/>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658" name="Google Shape;658;p78"/>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659" name="Google Shape;659;p78"/>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660" name="Google Shape;660;p78"/>
            <p:cNvGrpSpPr/>
            <p:nvPr/>
          </p:nvGrpSpPr>
          <p:grpSpPr>
            <a:xfrm>
              <a:off x="-376736" y="4055594"/>
              <a:ext cx="283685" cy="283685"/>
              <a:chOff x="-510741" y="5913713"/>
              <a:chExt cx="267555" cy="267555"/>
            </a:xfrm>
          </p:grpSpPr>
          <p:sp>
            <p:nvSpPr>
              <p:cNvPr id="661" name="Google Shape;661;p78"/>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662" name="Google Shape;662;p78"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663" name="Google Shape;663;p78"/>
            <p:cNvGrpSpPr/>
            <p:nvPr/>
          </p:nvGrpSpPr>
          <p:grpSpPr>
            <a:xfrm>
              <a:off x="-938434" y="4364020"/>
              <a:ext cx="627798" cy="576693"/>
              <a:chOff x="-938434" y="4570310"/>
              <a:chExt cx="627798" cy="576693"/>
            </a:xfrm>
          </p:grpSpPr>
          <p:grpSp>
            <p:nvGrpSpPr>
              <p:cNvPr id="664" name="Google Shape;664;p78"/>
              <p:cNvGrpSpPr/>
              <p:nvPr/>
            </p:nvGrpSpPr>
            <p:grpSpPr>
              <a:xfrm>
                <a:off x="-716116" y="4570310"/>
                <a:ext cx="169778" cy="242385"/>
                <a:chOff x="4768" y="2783"/>
                <a:chExt cx="788" cy="1125"/>
              </a:xfrm>
            </p:grpSpPr>
            <p:sp>
              <p:nvSpPr>
                <p:cNvPr id="665" name="Google Shape;665;p78"/>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666" name="Google Shape;666;p78"/>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667" name="Google Shape;667;p78"/>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668" name="Google Shape;668;p78"/>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669" name="Google Shape;669;p78"/>
            <p:cNvGrpSpPr/>
            <p:nvPr/>
          </p:nvGrpSpPr>
          <p:grpSpPr>
            <a:xfrm>
              <a:off x="-3365484" y="1226982"/>
              <a:ext cx="446937" cy="406485"/>
              <a:chOff x="-3563526" y="1409294"/>
              <a:chExt cx="354190" cy="322133"/>
            </a:xfrm>
          </p:grpSpPr>
          <p:grpSp>
            <p:nvGrpSpPr>
              <p:cNvPr id="670" name="Google Shape;670;p78"/>
              <p:cNvGrpSpPr/>
              <p:nvPr/>
            </p:nvGrpSpPr>
            <p:grpSpPr>
              <a:xfrm>
                <a:off x="-3499992" y="1409294"/>
                <a:ext cx="225195" cy="195499"/>
                <a:chOff x="8987389" y="1361199"/>
                <a:chExt cx="2200275" cy="1914525"/>
              </a:xfrm>
            </p:grpSpPr>
            <p:sp>
              <p:nvSpPr>
                <p:cNvPr id="671" name="Google Shape;671;p78"/>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672" name="Google Shape;672;p78"/>
                <p:cNvGrpSpPr/>
                <p:nvPr/>
              </p:nvGrpSpPr>
              <p:grpSpPr>
                <a:xfrm>
                  <a:off x="8987389" y="1361199"/>
                  <a:ext cx="2200275" cy="1914525"/>
                  <a:chOff x="8987389" y="1361199"/>
                  <a:chExt cx="2200275" cy="1914525"/>
                </a:xfrm>
              </p:grpSpPr>
              <p:sp>
                <p:nvSpPr>
                  <p:cNvPr id="673" name="Google Shape;673;p78"/>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674" name="Google Shape;674;p78"/>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675" name="Google Shape;675;p78"/>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676"/>
        <p:cNvGrpSpPr/>
        <p:nvPr/>
      </p:nvGrpSpPr>
      <p:grpSpPr>
        <a:xfrm>
          <a:off x="0" y="0"/>
          <a:ext cx="0" cy="0"/>
          <a:chOff x="0" y="0"/>
          <a:chExt cx="0" cy="0"/>
        </a:xfrm>
      </p:grpSpPr>
      <p:sp>
        <p:nvSpPr>
          <p:cNvPr id="677" name="Google Shape;677;p79"/>
          <p:cNvSpPr>
            <a:spLocks noGrp="1"/>
          </p:cNvSpPr>
          <p:nvPr>
            <p:ph type="chart" idx="2"/>
          </p:nvPr>
        </p:nvSpPr>
        <p:spPr>
          <a:xfrm>
            <a:off x="718667" y="1565275"/>
            <a:ext cx="10753334" cy="4435475"/>
          </a:xfrm>
          <a:prstGeom prst="rect">
            <a:avLst/>
          </a:prstGeom>
          <a:solidFill>
            <a:srgbClr val="F2F2F2"/>
          </a:solidFill>
          <a:ln>
            <a:noFill/>
          </a:ln>
        </p:spPr>
        <p:txBody>
          <a:bodyPr spcFirstLastPara="1" wrap="square" lIns="0" tIns="0" rIns="0" bIns="1260000" anchor="ctr" anchorCtr="0">
            <a:noAutofit/>
          </a:bodyPr>
          <a:lstStyle>
            <a:lvl1pPr marR="0" lvl="0" algn="ctr" rtl="0">
              <a:lnSpc>
                <a:spcPct val="100000"/>
              </a:lnSpc>
              <a:spcBef>
                <a:spcPts val="0"/>
              </a:spcBef>
              <a:spcAft>
                <a:spcPts val="0"/>
              </a:spcAft>
              <a:buClr>
                <a:schemeClr val="accent1"/>
              </a:buClr>
              <a:buSzPts val="1440"/>
              <a:buFont typeface="Arial"/>
              <a:buNone/>
              <a:defRPr sz="1200" b="0" i="1" u="none" strike="noStrike" cap="none">
                <a:solidFill>
                  <a:srgbClr val="7F7F7F"/>
                </a:solidFill>
                <a:latin typeface="Arial"/>
                <a:ea typeface="Arial"/>
                <a:cs typeface="Arial"/>
                <a:sym typeface="Arial"/>
              </a:defRPr>
            </a:lvl1pPr>
            <a:lvl2pPr marR="0" lvl="1" algn="l" rtl="0">
              <a:lnSpc>
                <a:spcPct val="90000"/>
              </a:lnSpc>
              <a:spcBef>
                <a:spcPts val="600"/>
              </a:spcBef>
              <a:spcAft>
                <a:spcPts val="0"/>
              </a:spcAft>
              <a:buClr>
                <a:schemeClr val="accent1"/>
              </a:buClr>
              <a:buSzPts val="2400"/>
              <a:buFont typeface="Arial"/>
              <a:buChar char="•"/>
              <a:defRPr sz="2000" b="0" i="0" u="none" strike="noStrike" cap="none">
                <a:solidFill>
                  <a:schemeClr val="dk2"/>
                </a:solidFill>
                <a:latin typeface="Arial"/>
                <a:ea typeface="Arial"/>
                <a:cs typeface="Arial"/>
                <a:sym typeface="Arial"/>
              </a:defRPr>
            </a:lvl2pPr>
            <a:lvl3pPr marR="0" lvl="2" algn="l" rtl="0">
              <a:lnSpc>
                <a:spcPct val="90000"/>
              </a:lnSpc>
              <a:spcBef>
                <a:spcPts val="600"/>
              </a:spcBef>
              <a:spcAft>
                <a:spcPts val="0"/>
              </a:spcAft>
              <a:buClr>
                <a:schemeClr val="accent3"/>
              </a:buClr>
              <a:buSzPts val="2000"/>
              <a:buFont typeface="Quattrocento Sans"/>
              <a:buNone/>
              <a:defRPr sz="2000" b="0" i="0" u="none" strike="noStrike" cap="none">
                <a:solidFill>
                  <a:schemeClr val="dk2"/>
                </a:solidFill>
                <a:latin typeface="Arial"/>
                <a:ea typeface="Arial"/>
                <a:cs typeface="Arial"/>
                <a:sym typeface="Arial"/>
              </a:defRPr>
            </a:lvl3pPr>
            <a:lvl4pPr marR="0" lvl="3" algn="l" rtl="0">
              <a:lnSpc>
                <a:spcPct val="90000"/>
              </a:lnSpc>
              <a:spcBef>
                <a:spcPts val="600"/>
              </a:spcBef>
              <a:spcAft>
                <a:spcPts val="0"/>
              </a:spcAft>
              <a:buClr>
                <a:schemeClr val="dk2"/>
              </a:buClr>
              <a:buSzPts val="3600"/>
              <a:buFont typeface="Arial"/>
              <a:buNone/>
              <a:defRPr sz="3600" b="1" i="0" u="none" strike="noStrike" cap="none">
                <a:solidFill>
                  <a:schemeClr val="dk2"/>
                </a:solidFill>
                <a:latin typeface="Arial"/>
                <a:ea typeface="Arial"/>
                <a:cs typeface="Arial"/>
                <a:sym typeface="Arial"/>
              </a:defRPr>
            </a:lvl4pPr>
            <a:lvl5pPr marR="0" lvl="4" algn="l" rtl="0">
              <a:lnSpc>
                <a:spcPct val="90000"/>
              </a:lnSpc>
              <a:spcBef>
                <a:spcPts val="600"/>
              </a:spcBef>
              <a:spcAft>
                <a:spcPts val="0"/>
              </a:spcAft>
              <a:buClr>
                <a:schemeClr val="accent1"/>
              </a:buClr>
              <a:buSzPts val="2400"/>
              <a:buFont typeface="Arial"/>
              <a:buNone/>
              <a:defRPr sz="2400" b="0" i="0" u="none" strike="noStrike" cap="none">
                <a:solidFill>
                  <a:schemeClr val="accent1"/>
                </a:solidFill>
                <a:latin typeface="Arial"/>
                <a:ea typeface="Arial"/>
                <a:cs typeface="Arial"/>
                <a:sym typeface="Arial"/>
              </a:defRPr>
            </a:lvl5pPr>
            <a:lvl6pPr marR="0" lvl="5" algn="l" rtl="0">
              <a:lnSpc>
                <a:spcPct val="90000"/>
              </a:lnSpc>
              <a:spcBef>
                <a:spcPts val="6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600"/>
              </a:spcBef>
              <a:spcAft>
                <a:spcPts val="0"/>
              </a:spcAft>
              <a:buClr>
                <a:schemeClr val="accent1"/>
              </a:buClr>
              <a:buSzPts val="2000"/>
              <a:buFont typeface="Arial"/>
              <a:buAutoNum type="arabicPeriod"/>
              <a:defRPr sz="2000" b="0" i="0" u="none" strike="noStrike" cap="none">
                <a:solidFill>
                  <a:schemeClr val="dk1"/>
                </a:solidFill>
                <a:latin typeface="Arial"/>
                <a:ea typeface="Arial"/>
                <a:cs typeface="Arial"/>
                <a:sym typeface="Arial"/>
              </a:defRPr>
            </a:lvl7pPr>
            <a:lvl8pPr marR="0" lvl="7" algn="l" rtl="0">
              <a:lnSpc>
                <a:spcPct val="90000"/>
              </a:lnSpc>
              <a:spcBef>
                <a:spcPts val="600"/>
              </a:spcBef>
              <a:spcAft>
                <a:spcPts val="0"/>
              </a:spcAft>
              <a:buClr>
                <a:schemeClr val="accent1"/>
              </a:buClr>
              <a:buSzPts val="2000"/>
              <a:buFont typeface="Arial"/>
              <a:buAutoNum type="alphaLcPeriod"/>
              <a:defRPr sz="2000" b="0" i="0" u="none" strike="noStrike" cap="none">
                <a:solidFill>
                  <a:schemeClr val="dk1"/>
                </a:solidFill>
                <a:latin typeface="Arial"/>
                <a:ea typeface="Arial"/>
                <a:cs typeface="Arial"/>
                <a:sym typeface="Arial"/>
              </a:defRPr>
            </a:lvl8pPr>
            <a:lvl9pPr marR="0" lvl="8" algn="l" rtl="0">
              <a:lnSpc>
                <a:spcPct val="90000"/>
              </a:lnSpc>
              <a:spcBef>
                <a:spcPts val="600"/>
              </a:spcBef>
              <a:spcAft>
                <a:spcPts val="600"/>
              </a:spcAft>
              <a:buClr>
                <a:schemeClr val="accent1"/>
              </a:buClr>
              <a:buSzPts val="1600"/>
              <a:buFont typeface="Arial"/>
              <a:buNone/>
              <a:defRPr sz="1600" b="0" i="1" u="none" strike="noStrike" cap="none">
                <a:solidFill>
                  <a:schemeClr val="dk1"/>
                </a:solidFill>
                <a:latin typeface="Arial"/>
                <a:ea typeface="Arial"/>
                <a:cs typeface="Arial"/>
                <a:sym typeface="Arial"/>
              </a:defRPr>
            </a:lvl9pPr>
          </a:lstStyle>
          <a:p>
            <a:endParaRPr/>
          </a:p>
        </p:txBody>
      </p:sp>
      <p:sp>
        <p:nvSpPr>
          <p:cNvPr id="678" name="Google Shape;678;p79"/>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9" name="Google Shape;679;p79"/>
          <p:cNvSpPr/>
          <p:nvPr/>
        </p:nvSpPr>
        <p:spPr>
          <a:xfrm>
            <a:off x="0" y="-441330"/>
            <a:ext cx="67967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Graph</a:t>
            </a:r>
            <a:endParaRPr/>
          </a:p>
        </p:txBody>
      </p:sp>
      <p:sp>
        <p:nvSpPr>
          <p:cNvPr id="680" name="Google Shape;680;p79"/>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1" name="Google Shape;681;p79"/>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grpSp>
        <p:nvGrpSpPr>
          <p:cNvPr id="682" name="Google Shape;682;p79"/>
          <p:cNvGrpSpPr/>
          <p:nvPr/>
        </p:nvGrpSpPr>
        <p:grpSpPr>
          <a:xfrm>
            <a:off x="-3786437" y="2"/>
            <a:ext cx="3693386" cy="5715919"/>
            <a:chOff x="-3786437" y="2"/>
            <a:chExt cx="3693386" cy="5715919"/>
          </a:xfrm>
        </p:grpSpPr>
        <p:grpSp>
          <p:nvGrpSpPr>
            <p:cNvPr id="683" name="Google Shape;683;p79"/>
            <p:cNvGrpSpPr/>
            <p:nvPr/>
          </p:nvGrpSpPr>
          <p:grpSpPr>
            <a:xfrm>
              <a:off x="-3786437" y="3234716"/>
              <a:ext cx="3693386" cy="2481205"/>
              <a:chOff x="-3786437" y="3234716"/>
              <a:chExt cx="3693386" cy="2481205"/>
            </a:xfrm>
          </p:grpSpPr>
          <p:sp>
            <p:nvSpPr>
              <p:cNvPr id="684" name="Google Shape;684;p79"/>
              <p:cNvSpPr/>
              <p:nvPr/>
            </p:nvSpPr>
            <p:spPr>
              <a:xfrm>
                <a:off x="-3786165" y="3234716"/>
                <a:ext cx="3593091" cy="184934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EDIT CHART DATA</a:t>
                </a:r>
                <a:endParaRPr/>
              </a:p>
            </p:txBody>
          </p:sp>
          <p:sp>
            <p:nvSpPr>
              <p:cNvPr id="685" name="Google Shape;685;p79"/>
              <p:cNvSpPr/>
              <p:nvPr/>
            </p:nvSpPr>
            <p:spPr>
              <a:xfrm>
                <a:off x="-3603587" y="369931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686" name="Google Shape;686;p79"/>
              <p:cNvSpPr/>
              <p:nvPr/>
            </p:nvSpPr>
            <p:spPr>
              <a:xfrm>
                <a:off x="-3319415" y="3699315"/>
                <a:ext cx="2944682" cy="32768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chart</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choose </a:t>
                </a:r>
                <a:r>
                  <a:rPr lang="en-GB" sz="1200" b="1" i="0" u="none" strike="noStrike" cap="none">
                    <a:solidFill>
                      <a:srgbClr val="000000"/>
                    </a:solidFill>
                    <a:latin typeface="Calibri"/>
                    <a:ea typeface="Calibri"/>
                    <a:cs typeface="Calibri"/>
                    <a:sym typeface="Calibri"/>
                  </a:rPr>
                  <a:t>‘Edit data’</a:t>
                </a:r>
                <a:r>
                  <a:rPr lang="en-GB" sz="1200" b="0" i="0" u="none" strike="noStrike" cap="none">
                    <a:solidFill>
                      <a:srgbClr val="000000"/>
                    </a:solidFill>
                    <a:latin typeface="Calibri"/>
                    <a:ea typeface="Calibri"/>
                    <a:cs typeface="Calibri"/>
                    <a:sym typeface="Calibri"/>
                  </a:rPr>
                  <a:t>.</a:t>
                </a:r>
                <a:endParaRPr/>
              </a:p>
            </p:txBody>
          </p:sp>
          <p:grpSp>
            <p:nvGrpSpPr>
              <p:cNvPr id="687" name="Google Shape;687;p79"/>
              <p:cNvGrpSpPr/>
              <p:nvPr/>
            </p:nvGrpSpPr>
            <p:grpSpPr>
              <a:xfrm>
                <a:off x="-3314821" y="4139107"/>
                <a:ext cx="1495189" cy="563933"/>
                <a:chOff x="-3314821" y="3310415"/>
                <a:chExt cx="1495189" cy="563933"/>
              </a:xfrm>
            </p:grpSpPr>
            <p:sp>
              <p:nvSpPr>
                <p:cNvPr id="688" name="Google Shape;688;p79"/>
                <p:cNvSpPr/>
                <p:nvPr/>
              </p:nvSpPr>
              <p:spPr>
                <a:xfrm>
                  <a:off x="-3314821" y="3310415"/>
                  <a:ext cx="1403797" cy="504851"/>
                </a:xfrm>
                <a:prstGeom prst="rect">
                  <a:avLst/>
                </a:prstGeom>
                <a:solidFill>
                  <a:srgbClr val="FFFFFF"/>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689" name="Google Shape;689;p79"/>
                <p:cNvSpPr/>
                <p:nvPr/>
              </p:nvSpPr>
              <p:spPr>
                <a:xfrm>
                  <a:off x="-3304719" y="3564140"/>
                  <a:ext cx="1387813" cy="246608"/>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690" name="Google Shape;690;p79"/>
                <p:cNvSpPr txBox="1"/>
                <p:nvPr/>
              </p:nvSpPr>
              <p:spPr>
                <a:xfrm>
                  <a:off x="-3122115" y="3369117"/>
                  <a:ext cx="1258624" cy="13749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Change chart type</a:t>
                  </a:r>
                  <a:endParaRPr/>
                </a:p>
              </p:txBody>
            </p:sp>
            <p:sp>
              <p:nvSpPr>
                <p:cNvPr id="691" name="Google Shape;691;p79"/>
                <p:cNvSpPr txBox="1"/>
                <p:nvPr/>
              </p:nvSpPr>
              <p:spPr>
                <a:xfrm>
                  <a:off x="-3115840" y="3624236"/>
                  <a:ext cx="1296208"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Edit data</a:t>
                  </a:r>
                  <a:endParaRPr/>
                </a:p>
              </p:txBody>
            </p:sp>
            <p:sp>
              <p:nvSpPr>
                <p:cNvPr id="692" name="Google Shape;692;p79"/>
                <p:cNvSpPr/>
                <p:nvPr/>
              </p:nvSpPr>
              <p:spPr>
                <a:xfrm>
                  <a:off x="-1959834" y="3694348"/>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nvGrpSpPr>
                <p:cNvPr id="693" name="Google Shape;693;p79"/>
                <p:cNvGrpSpPr/>
                <p:nvPr/>
              </p:nvGrpSpPr>
              <p:grpSpPr>
                <a:xfrm>
                  <a:off x="-3261976" y="3361742"/>
                  <a:ext cx="139861" cy="152244"/>
                  <a:chOff x="12574450" y="6053892"/>
                  <a:chExt cx="169232" cy="184215"/>
                </a:xfrm>
              </p:grpSpPr>
              <p:sp>
                <p:nvSpPr>
                  <p:cNvPr id="694" name="Google Shape;694;p79"/>
                  <p:cNvSpPr/>
                  <p:nvPr/>
                </p:nvSpPr>
                <p:spPr>
                  <a:xfrm>
                    <a:off x="12574450" y="6111529"/>
                    <a:ext cx="46293" cy="126577"/>
                  </a:xfrm>
                  <a:prstGeom prst="rect">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695" name="Google Shape;695;p79"/>
                  <p:cNvSpPr/>
                  <p:nvPr/>
                </p:nvSpPr>
                <p:spPr>
                  <a:xfrm>
                    <a:off x="12635427" y="6053892"/>
                    <a:ext cx="46293" cy="184215"/>
                  </a:xfrm>
                  <a:prstGeom prst="rect">
                    <a:avLst/>
                  </a:prstGeom>
                  <a:solidFill>
                    <a:srgbClr val="EDC8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696" name="Google Shape;696;p79"/>
                  <p:cNvSpPr/>
                  <p:nvPr/>
                </p:nvSpPr>
                <p:spPr>
                  <a:xfrm>
                    <a:off x="12697389" y="6094907"/>
                    <a:ext cx="46293" cy="143200"/>
                  </a:xfrm>
                  <a:prstGeom prst="rect">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697" name="Google Shape;697;p79"/>
                <p:cNvGrpSpPr/>
                <p:nvPr/>
              </p:nvGrpSpPr>
              <p:grpSpPr>
                <a:xfrm>
                  <a:off x="-3261070" y="3635199"/>
                  <a:ext cx="160688" cy="145484"/>
                  <a:chOff x="-3261070" y="3620931"/>
                  <a:chExt cx="184486" cy="167031"/>
                </a:xfrm>
              </p:grpSpPr>
              <p:sp>
                <p:nvSpPr>
                  <p:cNvPr id="698" name="Google Shape;698;p79"/>
                  <p:cNvSpPr/>
                  <p:nvPr/>
                </p:nvSpPr>
                <p:spPr>
                  <a:xfrm>
                    <a:off x="-3261070" y="3643881"/>
                    <a:ext cx="142985" cy="9520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nvGrpSpPr>
                  <p:cNvPr id="699" name="Google Shape;699;p79"/>
                  <p:cNvGrpSpPr/>
                  <p:nvPr/>
                </p:nvGrpSpPr>
                <p:grpSpPr>
                  <a:xfrm>
                    <a:off x="-3261070" y="3622063"/>
                    <a:ext cx="141113" cy="117345"/>
                    <a:chOff x="1094874" y="-878306"/>
                    <a:chExt cx="867364" cy="613611"/>
                  </a:xfrm>
                </p:grpSpPr>
                <p:cxnSp>
                  <p:nvCxnSpPr>
                    <p:cNvPr id="700" name="Google Shape;700;p79"/>
                    <p:cNvCxnSpPr/>
                    <p:nvPr/>
                  </p:nvCxnSpPr>
                  <p:spPr>
                    <a:xfrm>
                      <a:off x="1094874" y="-878305"/>
                      <a:ext cx="0" cy="613610"/>
                    </a:xfrm>
                    <a:prstGeom prst="straightConnector1">
                      <a:avLst/>
                    </a:prstGeom>
                    <a:noFill/>
                    <a:ln w="9525" cap="flat" cmpd="sng">
                      <a:solidFill>
                        <a:srgbClr val="818181"/>
                      </a:solidFill>
                      <a:prstDash val="solid"/>
                      <a:miter lim="800000"/>
                      <a:headEnd type="none" w="sm" len="sm"/>
                      <a:tailEnd type="none" w="sm" len="sm"/>
                    </a:ln>
                  </p:spPr>
                </p:cxnSp>
                <p:cxnSp>
                  <p:nvCxnSpPr>
                    <p:cNvPr id="701" name="Google Shape;701;p79"/>
                    <p:cNvCxnSpPr/>
                    <p:nvPr/>
                  </p:nvCxnSpPr>
                  <p:spPr>
                    <a:xfrm>
                      <a:off x="1962238" y="-878306"/>
                      <a:ext cx="0" cy="613611"/>
                    </a:xfrm>
                    <a:prstGeom prst="straightConnector1">
                      <a:avLst/>
                    </a:prstGeom>
                    <a:noFill/>
                    <a:ln w="9525" cap="flat" cmpd="sng">
                      <a:solidFill>
                        <a:srgbClr val="818181"/>
                      </a:solidFill>
                      <a:prstDash val="solid"/>
                      <a:miter lim="800000"/>
                      <a:headEnd type="none" w="sm" len="sm"/>
                      <a:tailEnd type="none" w="sm" len="sm"/>
                    </a:ln>
                  </p:spPr>
                </p:cxnSp>
                <p:grpSp>
                  <p:nvGrpSpPr>
                    <p:cNvPr id="702" name="Google Shape;702;p79"/>
                    <p:cNvGrpSpPr/>
                    <p:nvPr/>
                  </p:nvGrpSpPr>
                  <p:grpSpPr>
                    <a:xfrm>
                      <a:off x="1270535" y="-878306"/>
                      <a:ext cx="526983" cy="613611"/>
                      <a:chOff x="1270535" y="-745959"/>
                      <a:chExt cx="526983" cy="481264"/>
                    </a:xfrm>
                  </p:grpSpPr>
                  <p:cxnSp>
                    <p:nvCxnSpPr>
                      <p:cNvPr id="703" name="Google Shape;703;p79"/>
                      <p:cNvCxnSpPr/>
                      <p:nvPr/>
                    </p:nvCxnSpPr>
                    <p:spPr>
                      <a:xfrm>
                        <a:off x="1446196" y="-745959"/>
                        <a:ext cx="0" cy="481264"/>
                      </a:xfrm>
                      <a:prstGeom prst="straightConnector1">
                        <a:avLst/>
                      </a:prstGeom>
                      <a:noFill/>
                      <a:ln w="9525" cap="flat" cmpd="sng">
                        <a:solidFill>
                          <a:srgbClr val="818181"/>
                        </a:solidFill>
                        <a:prstDash val="solid"/>
                        <a:miter lim="800000"/>
                        <a:headEnd type="none" w="sm" len="sm"/>
                        <a:tailEnd type="none" w="sm" len="sm"/>
                      </a:ln>
                    </p:spPr>
                  </p:cxnSp>
                  <p:cxnSp>
                    <p:nvCxnSpPr>
                      <p:cNvPr id="704" name="Google Shape;704;p79"/>
                      <p:cNvCxnSpPr/>
                      <p:nvPr/>
                    </p:nvCxnSpPr>
                    <p:spPr>
                      <a:xfrm>
                        <a:off x="1270535" y="-745959"/>
                        <a:ext cx="0" cy="481264"/>
                      </a:xfrm>
                      <a:prstGeom prst="straightConnector1">
                        <a:avLst/>
                      </a:prstGeom>
                      <a:noFill/>
                      <a:ln w="9525" cap="flat" cmpd="sng">
                        <a:solidFill>
                          <a:srgbClr val="818181"/>
                        </a:solidFill>
                        <a:prstDash val="solid"/>
                        <a:miter lim="800000"/>
                        <a:headEnd type="none" w="sm" len="sm"/>
                        <a:tailEnd type="none" w="sm" len="sm"/>
                      </a:ln>
                    </p:spPr>
                  </p:cxnSp>
                  <p:cxnSp>
                    <p:nvCxnSpPr>
                      <p:cNvPr id="705" name="Google Shape;705;p79"/>
                      <p:cNvCxnSpPr/>
                      <p:nvPr/>
                    </p:nvCxnSpPr>
                    <p:spPr>
                      <a:xfrm>
                        <a:off x="1621857" y="-745959"/>
                        <a:ext cx="0" cy="481264"/>
                      </a:xfrm>
                      <a:prstGeom prst="straightConnector1">
                        <a:avLst/>
                      </a:prstGeom>
                      <a:noFill/>
                      <a:ln w="9525" cap="flat" cmpd="sng">
                        <a:solidFill>
                          <a:srgbClr val="818181"/>
                        </a:solidFill>
                        <a:prstDash val="solid"/>
                        <a:miter lim="800000"/>
                        <a:headEnd type="none" w="sm" len="sm"/>
                        <a:tailEnd type="none" w="sm" len="sm"/>
                      </a:ln>
                    </p:spPr>
                  </p:cxnSp>
                  <p:cxnSp>
                    <p:nvCxnSpPr>
                      <p:cNvPr id="706" name="Google Shape;706;p79"/>
                      <p:cNvCxnSpPr/>
                      <p:nvPr/>
                    </p:nvCxnSpPr>
                    <p:spPr>
                      <a:xfrm>
                        <a:off x="1797518" y="-745959"/>
                        <a:ext cx="0" cy="481264"/>
                      </a:xfrm>
                      <a:prstGeom prst="straightConnector1">
                        <a:avLst/>
                      </a:prstGeom>
                      <a:noFill/>
                      <a:ln w="9525" cap="flat" cmpd="sng">
                        <a:solidFill>
                          <a:srgbClr val="818181"/>
                        </a:solidFill>
                        <a:prstDash val="solid"/>
                        <a:miter lim="800000"/>
                        <a:headEnd type="none" w="sm" len="sm"/>
                        <a:tailEnd type="none" w="sm" len="sm"/>
                      </a:ln>
                    </p:spPr>
                  </p:cxnSp>
                </p:grpSp>
              </p:grpSp>
              <p:cxnSp>
                <p:nvCxnSpPr>
                  <p:cNvPr id="707" name="Google Shape;707;p79"/>
                  <p:cNvCxnSpPr/>
                  <p:nvPr/>
                </p:nvCxnSpPr>
                <p:spPr>
                  <a:xfrm rot="10800000">
                    <a:off x="-3260471" y="3739408"/>
                    <a:ext cx="143329" cy="0"/>
                  </a:xfrm>
                  <a:prstGeom prst="straightConnector1">
                    <a:avLst/>
                  </a:prstGeom>
                  <a:noFill/>
                  <a:ln w="9525" cap="flat" cmpd="sng">
                    <a:solidFill>
                      <a:srgbClr val="818181"/>
                    </a:solidFill>
                    <a:prstDash val="solid"/>
                    <a:miter lim="800000"/>
                    <a:headEnd type="none" w="sm" len="sm"/>
                    <a:tailEnd type="none" w="sm" len="sm"/>
                  </a:ln>
                </p:spPr>
              </p:cxnSp>
              <p:cxnSp>
                <p:nvCxnSpPr>
                  <p:cNvPr id="708" name="Google Shape;708;p79"/>
                  <p:cNvCxnSpPr/>
                  <p:nvPr/>
                </p:nvCxnSpPr>
                <p:spPr>
                  <a:xfrm rot="10800000">
                    <a:off x="-3261070" y="3713352"/>
                    <a:ext cx="142893" cy="0"/>
                  </a:xfrm>
                  <a:prstGeom prst="straightConnector1">
                    <a:avLst/>
                  </a:prstGeom>
                  <a:noFill/>
                  <a:ln w="9525" cap="flat" cmpd="sng">
                    <a:solidFill>
                      <a:srgbClr val="818181"/>
                    </a:solidFill>
                    <a:prstDash val="solid"/>
                    <a:miter lim="800000"/>
                    <a:headEnd type="none" w="sm" len="sm"/>
                    <a:tailEnd type="none" w="sm" len="sm"/>
                  </a:ln>
                </p:spPr>
              </p:cxnSp>
              <p:cxnSp>
                <p:nvCxnSpPr>
                  <p:cNvPr id="709" name="Google Shape;709;p79"/>
                  <p:cNvCxnSpPr/>
                  <p:nvPr/>
                </p:nvCxnSpPr>
                <p:spPr>
                  <a:xfrm rot="10800000">
                    <a:off x="-3261070" y="3689677"/>
                    <a:ext cx="142893" cy="0"/>
                  </a:xfrm>
                  <a:prstGeom prst="straightConnector1">
                    <a:avLst/>
                  </a:prstGeom>
                  <a:noFill/>
                  <a:ln w="9525" cap="flat" cmpd="sng">
                    <a:solidFill>
                      <a:srgbClr val="818181"/>
                    </a:solidFill>
                    <a:prstDash val="solid"/>
                    <a:miter lim="800000"/>
                    <a:headEnd type="none" w="sm" len="sm"/>
                    <a:tailEnd type="none" w="sm" len="sm"/>
                  </a:ln>
                </p:spPr>
              </p:cxnSp>
              <p:cxnSp>
                <p:nvCxnSpPr>
                  <p:cNvPr id="710" name="Google Shape;710;p79"/>
                  <p:cNvCxnSpPr/>
                  <p:nvPr/>
                </p:nvCxnSpPr>
                <p:spPr>
                  <a:xfrm rot="10800000">
                    <a:off x="-3261070" y="3663621"/>
                    <a:ext cx="142893" cy="0"/>
                  </a:xfrm>
                  <a:prstGeom prst="straightConnector1">
                    <a:avLst/>
                  </a:prstGeom>
                  <a:noFill/>
                  <a:ln w="9525" cap="flat" cmpd="sng">
                    <a:solidFill>
                      <a:srgbClr val="818181"/>
                    </a:solidFill>
                    <a:prstDash val="solid"/>
                    <a:miter lim="800000"/>
                    <a:headEnd type="none" w="sm" len="sm"/>
                    <a:tailEnd type="none" w="sm" len="sm"/>
                  </a:ln>
                </p:spPr>
              </p:cxnSp>
              <p:sp>
                <p:nvSpPr>
                  <p:cNvPr id="711" name="Google Shape;711;p79"/>
                  <p:cNvSpPr/>
                  <p:nvPr/>
                </p:nvSpPr>
                <p:spPr>
                  <a:xfrm>
                    <a:off x="-3261070" y="3620931"/>
                    <a:ext cx="142893" cy="24910"/>
                  </a:xfrm>
                  <a:prstGeom prst="rect">
                    <a:avLst/>
                  </a:prstGeom>
                  <a:solidFill>
                    <a:srgbClr val="8181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nvGrpSpPr>
                  <p:cNvPr id="712" name="Google Shape;712;p79"/>
                  <p:cNvGrpSpPr/>
                  <p:nvPr/>
                </p:nvGrpSpPr>
                <p:grpSpPr>
                  <a:xfrm rot="2700000">
                    <a:off x="-3158000" y="3650045"/>
                    <a:ext cx="34350" cy="147351"/>
                    <a:chOff x="3148392" y="-836646"/>
                    <a:chExt cx="132124" cy="596095"/>
                  </a:xfrm>
                </p:grpSpPr>
                <p:sp>
                  <p:nvSpPr>
                    <p:cNvPr id="713" name="Google Shape;713;p79"/>
                    <p:cNvSpPr/>
                    <p:nvPr/>
                  </p:nvSpPr>
                  <p:spPr>
                    <a:xfrm>
                      <a:off x="3148632" y="-725510"/>
                      <a:ext cx="131884" cy="281356"/>
                    </a:xfrm>
                    <a:prstGeom prst="rect">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sp>
                  <p:nvSpPr>
                    <p:cNvPr id="714" name="Google Shape;714;p79"/>
                    <p:cNvSpPr/>
                    <p:nvPr/>
                  </p:nvSpPr>
                  <p:spPr>
                    <a:xfrm>
                      <a:off x="3148556" y="-836646"/>
                      <a:ext cx="131882" cy="87614"/>
                    </a:xfrm>
                    <a:prstGeom prst="round2SameRect">
                      <a:avLst>
                        <a:gd name="adj1" fmla="val 50000"/>
                        <a:gd name="adj2" fmla="val 0"/>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sp>
                  <p:nvSpPr>
                    <p:cNvPr id="715" name="Google Shape;715;p79"/>
                    <p:cNvSpPr/>
                    <p:nvPr/>
                  </p:nvSpPr>
                  <p:spPr>
                    <a:xfrm rot="10800000">
                      <a:off x="3148392" y="-420304"/>
                      <a:ext cx="131887" cy="179753"/>
                    </a:xfrm>
                    <a:prstGeom prst="triangle">
                      <a:avLst>
                        <a:gd name="adj" fmla="val 50000"/>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grpSp>
          </p:grpSp>
          <p:sp>
            <p:nvSpPr>
              <p:cNvPr id="716" name="Google Shape;716;p79"/>
              <p:cNvSpPr/>
              <p:nvPr/>
            </p:nvSpPr>
            <p:spPr>
              <a:xfrm>
                <a:off x="-3786437" y="4887921"/>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717" name="Google Shape;717;p79"/>
              <p:cNvGrpSpPr/>
              <p:nvPr/>
            </p:nvGrpSpPr>
            <p:grpSpPr>
              <a:xfrm>
                <a:off x="-376736" y="4751903"/>
                <a:ext cx="283685" cy="283685"/>
                <a:chOff x="-510741" y="5913713"/>
                <a:chExt cx="267555" cy="267555"/>
              </a:xfrm>
            </p:grpSpPr>
            <p:sp>
              <p:nvSpPr>
                <p:cNvPr id="718" name="Google Shape;718;p79"/>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719" name="Google Shape;719;p79"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720" name="Google Shape;720;p79"/>
              <p:cNvGrpSpPr/>
              <p:nvPr/>
            </p:nvGrpSpPr>
            <p:grpSpPr>
              <a:xfrm>
                <a:off x="-938434" y="5025298"/>
                <a:ext cx="627798" cy="576693"/>
                <a:chOff x="-938434" y="4570310"/>
                <a:chExt cx="627798" cy="576693"/>
              </a:xfrm>
            </p:grpSpPr>
            <p:grpSp>
              <p:nvGrpSpPr>
                <p:cNvPr id="721" name="Google Shape;721;p79"/>
                <p:cNvGrpSpPr/>
                <p:nvPr/>
              </p:nvGrpSpPr>
              <p:grpSpPr>
                <a:xfrm>
                  <a:off x="-716116" y="4570310"/>
                  <a:ext cx="169778" cy="242385"/>
                  <a:chOff x="4768" y="2783"/>
                  <a:chExt cx="788" cy="1125"/>
                </a:xfrm>
              </p:grpSpPr>
              <p:sp>
                <p:nvSpPr>
                  <p:cNvPr id="722" name="Google Shape;722;p79"/>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723" name="Google Shape;723;p79"/>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724" name="Google Shape;724;p79"/>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725" name="Google Shape;725;p79"/>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726" name="Google Shape;726;p79"/>
            <p:cNvGrpSpPr/>
            <p:nvPr/>
          </p:nvGrpSpPr>
          <p:grpSpPr>
            <a:xfrm>
              <a:off x="-3786165" y="2"/>
              <a:ext cx="3593091" cy="3041230"/>
              <a:chOff x="-3786165" y="2"/>
              <a:chExt cx="3593091" cy="3041230"/>
            </a:xfrm>
          </p:grpSpPr>
          <p:sp>
            <p:nvSpPr>
              <p:cNvPr id="727" name="Google Shape;727;p79"/>
              <p:cNvSpPr/>
              <p:nvPr/>
            </p:nvSpPr>
            <p:spPr>
              <a:xfrm>
                <a:off x="-3786165" y="2"/>
                <a:ext cx="3593091" cy="304123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FORMAT CHART</a:t>
                </a:r>
                <a:endParaRPr/>
              </a:p>
            </p:txBody>
          </p:sp>
          <p:sp>
            <p:nvSpPr>
              <p:cNvPr id="728" name="Google Shape;728;p79"/>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729" name="Google Shape;729;p79"/>
              <p:cNvSpPr/>
              <p:nvPr/>
            </p:nvSpPr>
            <p:spPr>
              <a:xfrm>
                <a:off x="-3319415" y="465324"/>
                <a:ext cx="2944682" cy="49001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When you want to change the lay-out of the chart, select the preferred part of the chart and go to the tab </a:t>
                </a:r>
                <a:r>
                  <a:rPr lang="en-GB" sz="1200" b="1" i="0" u="none" strike="noStrike" cap="none">
                    <a:solidFill>
                      <a:srgbClr val="000000"/>
                    </a:solidFill>
                    <a:latin typeface="Calibri"/>
                    <a:ea typeface="Calibri"/>
                    <a:cs typeface="Calibri"/>
                    <a:sym typeface="Calibri"/>
                  </a:rPr>
                  <a:t>‘Format’.</a:t>
                </a:r>
                <a:endParaRPr sz="1200" b="0" i="0" u="none" strike="noStrike" cap="none">
                  <a:solidFill>
                    <a:srgbClr val="000000"/>
                  </a:solidFill>
                  <a:latin typeface="Calibri"/>
                  <a:ea typeface="Calibri"/>
                  <a:cs typeface="Calibri"/>
                  <a:sym typeface="Calibri"/>
                </a:endParaRPr>
              </a:p>
            </p:txBody>
          </p:sp>
          <p:sp>
            <p:nvSpPr>
              <p:cNvPr id="730" name="Google Shape;730;p79"/>
              <p:cNvSpPr/>
              <p:nvPr/>
            </p:nvSpPr>
            <p:spPr>
              <a:xfrm>
                <a:off x="-3603587" y="14936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731" name="Google Shape;731;p79"/>
              <p:cNvSpPr/>
              <p:nvPr/>
            </p:nvSpPr>
            <p:spPr>
              <a:xfrm>
                <a:off x="-3319415" y="1493636"/>
                <a:ext cx="2944682" cy="65805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You can change the settings of the axes and data series by clicking on them with the right mouse button. Choose </a:t>
                </a:r>
                <a:r>
                  <a:rPr lang="en-GB" sz="1200" b="1" i="0" u="none" strike="noStrike" cap="none">
                    <a:solidFill>
                      <a:srgbClr val="000000"/>
                    </a:solidFill>
                    <a:latin typeface="Calibri"/>
                    <a:ea typeface="Calibri"/>
                    <a:cs typeface="Calibri"/>
                    <a:sym typeface="Calibri"/>
                  </a:rPr>
                  <a:t>‘Format Axis’</a:t>
                </a:r>
                <a:r>
                  <a:rPr lang="en-GB" sz="1200" b="0" i="0" u="none" strike="noStrike" cap="none">
                    <a:solidFill>
                      <a:srgbClr val="000000"/>
                    </a:solidFill>
                    <a:latin typeface="Calibri"/>
                    <a:ea typeface="Calibri"/>
                    <a:cs typeface="Calibri"/>
                    <a:sym typeface="Calibri"/>
                  </a:rPr>
                  <a:t> or </a:t>
                </a:r>
                <a:r>
                  <a:rPr lang="en-GB" sz="1200" b="1" i="0" u="none" strike="noStrike" cap="none">
                    <a:solidFill>
                      <a:srgbClr val="000000"/>
                    </a:solidFill>
                    <a:latin typeface="Calibri"/>
                    <a:ea typeface="Calibri"/>
                    <a:cs typeface="Calibri"/>
                    <a:sym typeface="Calibri"/>
                  </a:rPr>
                  <a:t>‘Format Data Series’</a:t>
                </a:r>
                <a:r>
                  <a:rPr lang="en-GB" sz="1200" b="0" i="0" u="none" strike="noStrike" cap="none">
                    <a:solidFill>
                      <a:srgbClr val="000000"/>
                    </a:solidFill>
                    <a:latin typeface="Calibri"/>
                    <a:ea typeface="Calibri"/>
                    <a:cs typeface="Calibri"/>
                    <a:sym typeface="Calibri"/>
                  </a:rPr>
                  <a:t>.</a:t>
                </a:r>
                <a:endParaRPr/>
              </a:p>
            </p:txBody>
          </p:sp>
          <p:grpSp>
            <p:nvGrpSpPr>
              <p:cNvPr id="732" name="Google Shape;732;p79"/>
              <p:cNvGrpSpPr/>
              <p:nvPr/>
            </p:nvGrpSpPr>
            <p:grpSpPr>
              <a:xfrm>
                <a:off x="-3312582" y="1060763"/>
                <a:ext cx="576000" cy="246597"/>
                <a:chOff x="-3303310" y="1024128"/>
                <a:chExt cx="576000" cy="246597"/>
              </a:xfrm>
            </p:grpSpPr>
            <p:sp>
              <p:nvSpPr>
                <p:cNvPr id="733" name="Google Shape;733;p79"/>
                <p:cNvSpPr/>
                <p:nvPr/>
              </p:nvSpPr>
              <p:spPr>
                <a:xfrm>
                  <a:off x="-3303310" y="1024128"/>
                  <a:ext cx="576000" cy="215451"/>
                </a:xfrm>
                <a:prstGeom prst="rect">
                  <a:avLst/>
                </a:prstGeom>
                <a:solidFill>
                  <a:srgbClr val="F8F8F8"/>
                </a:solidFill>
                <a:ln w="9525" cap="flat" cmpd="sng">
                  <a:solidFill>
                    <a:srgbClr val="F2F2F2"/>
                  </a:solidFill>
                  <a:prstDash val="solid"/>
                  <a:miter lim="800000"/>
                  <a:headEnd type="none" w="sm" len="sm"/>
                  <a:tailEnd type="none" w="sm" len="sm"/>
                </a:ln>
              </p:spPr>
              <p:txBody>
                <a:bodyPr spcFirstLastPara="1" wrap="square" lIns="0" tIns="18000" rIns="0" bIns="0" anchor="t" anchorCtr="0">
                  <a:noAutofit/>
                </a:bodyPr>
                <a:lstStyle/>
                <a:p>
                  <a:pPr marL="0" marR="0" lvl="0" indent="0" algn="ctr" rtl="0">
                    <a:spcBef>
                      <a:spcPts val="0"/>
                    </a:spcBef>
                    <a:spcAft>
                      <a:spcPts val="0"/>
                    </a:spcAft>
                    <a:buNone/>
                  </a:pPr>
                  <a:r>
                    <a:rPr lang="en-GB" sz="1050" b="1">
                      <a:solidFill>
                        <a:srgbClr val="B74629"/>
                      </a:solidFill>
                      <a:latin typeface="Calibri"/>
                      <a:ea typeface="Calibri"/>
                      <a:cs typeface="Calibri"/>
                      <a:sym typeface="Calibri"/>
                    </a:rPr>
                    <a:t>Format</a:t>
                  </a:r>
                  <a:endParaRPr/>
                </a:p>
              </p:txBody>
            </p:sp>
            <p:sp>
              <p:nvSpPr>
                <p:cNvPr id="734" name="Google Shape;734;p79"/>
                <p:cNvSpPr/>
                <p:nvPr/>
              </p:nvSpPr>
              <p:spPr>
                <a:xfrm>
                  <a:off x="-3303310" y="1243554"/>
                  <a:ext cx="576000"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735" name="Google Shape;735;p79"/>
              <p:cNvGrpSpPr/>
              <p:nvPr/>
            </p:nvGrpSpPr>
            <p:grpSpPr>
              <a:xfrm>
                <a:off x="-3314821" y="2257494"/>
                <a:ext cx="1377262" cy="591693"/>
                <a:chOff x="-3314821" y="2421532"/>
                <a:chExt cx="1377262" cy="591693"/>
              </a:xfrm>
            </p:grpSpPr>
            <p:sp>
              <p:nvSpPr>
                <p:cNvPr id="736" name="Google Shape;736;p79"/>
                <p:cNvSpPr/>
                <p:nvPr/>
              </p:nvSpPr>
              <p:spPr>
                <a:xfrm>
                  <a:off x="-3314821" y="2421532"/>
                  <a:ext cx="1360375" cy="504851"/>
                </a:xfrm>
                <a:prstGeom prst="rect">
                  <a:avLst/>
                </a:prstGeom>
                <a:solidFill>
                  <a:srgbClr val="FFFFFF"/>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737" name="Google Shape;737;p79"/>
                <p:cNvSpPr/>
                <p:nvPr/>
              </p:nvSpPr>
              <p:spPr>
                <a:xfrm>
                  <a:off x="-3304719" y="2675257"/>
                  <a:ext cx="1344885" cy="246608"/>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738" name="Google Shape;738;p79"/>
                <p:cNvSpPr txBox="1"/>
                <p:nvPr/>
              </p:nvSpPr>
              <p:spPr>
                <a:xfrm>
                  <a:off x="-3122115" y="2480234"/>
                  <a:ext cx="1116000" cy="13749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Add Trendline</a:t>
                  </a:r>
                  <a:endParaRPr/>
                </a:p>
              </p:txBody>
            </p:sp>
            <p:sp>
              <p:nvSpPr>
                <p:cNvPr id="739" name="Google Shape;739;p79"/>
                <p:cNvSpPr txBox="1"/>
                <p:nvPr/>
              </p:nvSpPr>
              <p:spPr>
                <a:xfrm>
                  <a:off x="-3115841" y="2753263"/>
                  <a:ext cx="1116000" cy="10850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Format Data Series</a:t>
                  </a:r>
                  <a:endParaRPr/>
                </a:p>
              </p:txBody>
            </p:sp>
            <p:sp>
              <p:nvSpPr>
                <p:cNvPr id="740" name="Google Shape;740;p79"/>
                <p:cNvSpPr/>
                <p:nvPr/>
              </p:nvSpPr>
              <p:spPr>
                <a:xfrm>
                  <a:off x="-2035121" y="2833225"/>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nvGrpSpPr>
                <p:cNvPr id="741" name="Google Shape;741;p79"/>
                <p:cNvGrpSpPr/>
                <p:nvPr/>
              </p:nvGrpSpPr>
              <p:grpSpPr>
                <a:xfrm>
                  <a:off x="-3280188" y="2718400"/>
                  <a:ext cx="269062" cy="277404"/>
                  <a:chOff x="-3280188" y="2713782"/>
                  <a:chExt cx="269062" cy="277404"/>
                </a:xfrm>
              </p:grpSpPr>
              <p:sp>
                <p:nvSpPr>
                  <p:cNvPr id="742" name="Google Shape;742;p79"/>
                  <p:cNvSpPr/>
                  <p:nvPr/>
                </p:nvSpPr>
                <p:spPr>
                  <a:xfrm>
                    <a:off x="-3245249" y="2761416"/>
                    <a:ext cx="43200" cy="104609"/>
                  </a:xfrm>
                  <a:prstGeom prst="rect">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743" name="Google Shape;743;p79"/>
                  <p:cNvSpPr/>
                  <p:nvPr/>
                </p:nvSpPr>
                <p:spPr>
                  <a:xfrm>
                    <a:off x="-3199591" y="2713782"/>
                    <a:ext cx="43200" cy="152244"/>
                  </a:xfrm>
                  <a:prstGeom prst="rect">
                    <a:avLst/>
                  </a:prstGeom>
                  <a:solidFill>
                    <a:srgbClr val="EDC8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744" name="Google Shape;744;p79"/>
                  <p:cNvSpPr/>
                  <p:nvPr/>
                </p:nvSpPr>
                <p:spPr>
                  <a:xfrm>
                    <a:off x="-3152134" y="2747679"/>
                    <a:ext cx="43200" cy="118347"/>
                  </a:xfrm>
                  <a:prstGeom prst="rect">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745" name="Google Shape;745;p79"/>
                  <p:cNvSpPr/>
                  <p:nvPr/>
                </p:nvSpPr>
                <p:spPr>
                  <a:xfrm rot="-1868052">
                    <a:off x="-3258488" y="2796616"/>
                    <a:ext cx="225663" cy="146804"/>
                  </a:xfrm>
                  <a:custGeom>
                    <a:avLst/>
                    <a:gdLst/>
                    <a:ahLst/>
                    <a:cxnLst/>
                    <a:rect l="l" t="t" r="r" b="b"/>
                    <a:pathLst>
                      <a:path w="225663" h="146804" extrusionOk="0">
                        <a:moveTo>
                          <a:pt x="13407" y="11860"/>
                        </a:moveTo>
                        <a:lnTo>
                          <a:pt x="225663" y="0"/>
                        </a:lnTo>
                        <a:lnTo>
                          <a:pt x="160746" y="146804"/>
                        </a:lnTo>
                        <a:lnTo>
                          <a:pt x="0" y="50836"/>
                        </a:lnTo>
                        <a:lnTo>
                          <a:pt x="13407" y="11860"/>
                        </a:lnTo>
                        <a:close/>
                      </a:path>
                    </a:pathLst>
                  </a:cu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746" name="Google Shape;746;p79"/>
                <p:cNvGrpSpPr/>
                <p:nvPr/>
              </p:nvGrpSpPr>
              <p:grpSpPr>
                <a:xfrm>
                  <a:off x="-3223453" y="2766797"/>
                  <a:ext cx="150066" cy="128120"/>
                  <a:chOff x="-2616295" y="2879881"/>
                  <a:chExt cx="330773" cy="287997"/>
                </a:xfrm>
              </p:grpSpPr>
              <p:sp>
                <p:nvSpPr>
                  <p:cNvPr id="747" name="Google Shape;747;p79"/>
                  <p:cNvSpPr/>
                  <p:nvPr/>
                </p:nvSpPr>
                <p:spPr>
                  <a:xfrm rot="513866">
                    <a:off x="-2465317" y="2891109"/>
                    <a:ext cx="165795" cy="200435"/>
                  </a:xfrm>
                  <a:custGeom>
                    <a:avLst/>
                    <a:gdLst/>
                    <a:ahLst/>
                    <a:cxnLst/>
                    <a:rect l="l" t="t" r="r" b="b"/>
                    <a:pathLst>
                      <a:path w="165794" h="200436" extrusionOk="0">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cap="flat" cmpd="sng">
                    <a:solidFill>
                      <a:srgbClr val="3F3E3C"/>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sp>
                <p:nvSpPr>
                  <p:cNvPr id="748" name="Google Shape;748;p79"/>
                  <p:cNvSpPr/>
                  <p:nvPr/>
                </p:nvSpPr>
                <p:spPr>
                  <a:xfrm rot="513866">
                    <a:off x="-2608640" y="3034770"/>
                    <a:ext cx="207309" cy="118332"/>
                  </a:xfrm>
                  <a:custGeom>
                    <a:avLst/>
                    <a:gdLst/>
                    <a:ahLst/>
                    <a:cxnLst/>
                    <a:rect l="l" t="t" r="r" b="b"/>
                    <a:pathLst>
                      <a:path w="117808" h="67245" extrusionOk="0">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cap="flat" cmpd="sng">
                    <a:solidFill>
                      <a:srgbClr val="307EBD"/>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749"/>
        <p:cNvGrpSpPr/>
        <p:nvPr/>
      </p:nvGrpSpPr>
      <p:grpSpPr>
        <a:xfrm>
          <a:off x="0" y="0"/>
          <a:ext cx="0" cy="0"/>
          <a:chOff x="0" y="0"/>
          <a:chExt cx="0" cy="0"/>
        </a:xfrm>
      </p:grpSpPr>
      <p:sp>
        <p:nvSpPr>
          <p:cNvPr id="750" name="Google Shape;750;p80"/>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1" name="Google Shape;751;p80"/>
          <p:cNvSpPr/>
          <p:nvPr/>
        </p:nvSpPr>
        <p:spPr>
          <a:xfrm>
            <a:off x="0" y="-441330"/>
            <a:ext cx="585610"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Table</a:t>
            </a:r>
            <a:endParaRPr/>
          </a:p>
        </p:txBody>
      </p:sp>
      <p:sp>
        <p:nvSpPr>
          <p:cNvPr id="752" name="Google Shape;752;p80"/>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3" name="Google Shape;753;p80"/>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grpSp>
        <p:nvGrpSpPr>
          <p:cNvPr id="754" name="Google Shape;754;p80"/>
          <p:cNvGrpSpPr/>
          <p:nvPr/>
        </p:nvGrpSpPr>
        <p:grpSpPr>
          <a:xfrm>
            <a:off x="-3786437" y="-12068"/>
            <a:ext cx="3693386" cy="6705423"/>
            <a:chOff x="-3786437" y="-12068"/>
            <a:chExt cx="3693386" cy="6705423"/>
          </a:xfrm>
        </p:grpSpPr>
        <p:grpSp>
          <p:nvGrpSpPr>
            <p:cNvPr id="755" name="Google Shape;755;p80"/>
            <p:cNvGrpSpPr/>
            <p:nvPr/>
          </p:nvGrpSpPr>
          <p:grpSpPr>
            <a:xfrm>
              <a:off x="-3784148" y="-12068"/>
              <a:ext cx="3592800" cy="3238700"/>
              <a:chOff x="-3784148" y="-12068"/>
              <a:chExt cx="3592800" cy="3238700"/>
            </a:xfrm>
          </p:grpSpPr>
          <p:sp>
            <p:nvSpPr>
              <p:cNvPr id="756" name="Google Shape;756;p80"/>
              <p:cNvSpPr/>
              <p:nvPr/>
            </p:nvSpPr>
            <p:spPr>
              <a:xfrm>
                <a:off x="-3784148" y="-12068"/>
                <a:ext cx="3592800" cy="32387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FORMAT TABLE</a:t>
                </a:r>
                <a:endParaRPr/>
              </a:p>
            </p:txBody>
          </p:sp>
          <p:sp>
            <p:nvSpPr>
              <p:cNvPr id="757" name="Google Shape;757;p80"/>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758" name="Google Shape;758;p80"/>
              <p:cNvSpPr/>
              <p:nvPr/>
            </p:nvSpPr>
            <p:spPr>
              <a:xfrm>
                <a:off x="-3319415" y="465324"/>
                <a:ext cx="2944682" cy="499506"/>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When you want to change the lay-out of the table, select the preferred part of the table and go to the tab </a:t>
                </a:r>
                <a:r>
                  <a:rPr lang="en-GB" sz="1200" b="1" i="0" u="none" strike="noStrike" cap="none">
                    <a:solidFill>
                      <a:srgbClr val="000000"/>
                    </a:solidFill>
                    <a:latin typeface="Calibri"/>
                    <a:ea typeface="Calibri"/>
                    <a:cs typeface="Calibri"/>
                    <a:sym typeface="Calibri"/>
                  </a:rPr>
                  <a:t>‘Format’.</a:t>
                </a:r>
                <a:endParaRPr sz="1200" b="0" i="0" u="none" strike="noStrike" cap="none">
                  <a:solidFill>
                    <a:srgbClr val="000000"/>
                  </a:solidFill>
                  <a:latin typeface="Calibri"/>
                  <a:ea typeface="Calibri"/>
                  <a:cs typeface="Calibri"/>
                  <a:sym typeface="Calibri"/>
                </a:endParaRPr>
              </a:p>
            </p:txBody>
          </p:sp>
          <p:grpSp>
            <p:nvGrpSpPr>
              <p:cNvPr id="759" name="Google Shape;759;p80"/>
              <p:cNvGrpSpPr/>
              <p:nvPr/>
            </p:nvGrpSpPr>
            <p:grpSpPr>
              <a:xfrm>
                <a:off x="-3312582" y="1060763"/>
                <a:ext cx="576000" cy="246597"/>
                <a:chOff x="-3312582" y="1060763"/>
                <a:chExt cx="576000" cy="246597"/>
              </a:xfrm>
            </p:grpSpPr>
            <p:sp>
              <p:nvSpPr>
                <p:cNvPr id="760" name="Google Shape;760;p80"/>
                <p:cNvSpPr/>
                <p:nvPr/>
              </p:nvSpPr>
              <p:spPr>
                <a:xfrm>
                  <a:off x="-3312582" y="1060763"/>
                  <a:ext cx="576000" cy="215451"/>
                </a:xfrm>
                <a:prstGeom prst="rect">
                  <a:avLst/>
                </a:prstGeom>
                <a:solidFill>
                  <a:srgbClr val="F8F8F8"/>
                </a:solidFill>
                <a:ln w="9525" cap="flat" cmpd="sng">
                  <a:solidFill>
                    <a:srgbClr val="F2F2F2"/>
                  </a:solidFill>
                  <a:prstDash val="solid"/>
                  <a:miter lim="800000"/>
                  <a:headEnd type="none" w="sm" len="sm"/>
                  <a:tailEnd type="none" w="sm" len="sm"/>
                </a:ln>
              </p:spPr>
              <p:txBody>
                <a:bodyPr spcFirstLastPara="1" wrap="square" lIns="0" tIns="18000" rIns="0" bIns="0" anchor="t" anchorCtr="0">
                  <a:noAutofit/>
                </a:bodyPr>
                <a:lstStyle/>
                <a:p>
                  <a:pPr marL="0" marR="0" lvl="0" indent="0" algn="ctr" rtl="0">
                    <a:spcBef>
                      <a:spcPts val="0"/>
                    </a:spcBef>
                    <a:spcAft>
                      <a:spcPts val="0"/>
                    </a:spcAft>
                    <a:buNone/>
                  </a:pPr>
                  <a:r>
                    <a:rPr lang="en-GB" sz="1050" b="1">
                      <a:solidFill>
                        <a:srgbClr val="B74629"/>
                      </a:solidFill>
                      <a:latin typeface="Calibri"/>
                      <a:ea typeface="Calibri"/>
                      <a:cs typeface="Calibri"/>
                      <a:sym typeface="Calibri"/>
                    </a:rPr>
                    <a:t>Format</a:t>
                  </a:r>
                  <a:endParaRPr/>
                </a:p>
              </p:txBody>
            </p:sp>
            <p:sp>
              <p:nvSpPr>
                <p:cNvPr id="761" name="Google Shape;761;p80"/>
                <p:cNvSpPr/>
                <p:nvPr/>
              </p:nvSpPr>
              <p:spPr>
                <a:xfrm>
                  <a:off x="-3312582" y="1280189"/>
                  <a:ext cx="576000"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762" name="Google Shape;762;p80"/>
              <p:cNvSpPr/>
              <p:nvPr/>
            </p:nvSpPr>
            <p:spPr>
              <a:xfrm>
                <a:off x="-3603587" y="14936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763" name="Google Shape;763;p80"/>
              <p:cNvSpPr/>
              <p:nvPr/>
            </p:nvSpPr>
            <p:spPr>
              <a:xfrm>
                <a:off x="-3319415" y="1493636"/>
                <a:ext cx="2944682" cy="813486"/>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this tab you can choose a different fill colour at </a:t>
                </a:r>
                <a:r>
                  <a:rPr lang="en-GB" sz="1200" b="1" i="0" u="none" strike="noStrike" cap="none">
                    <a:solidFill>
                      <a:srgbClr val="000000"/>
                    </a:solidFill>
                    <a:latin typeface="Calibri"/>
                    <a:ea typeface="Calibri"/>
                    <a:cs typeface="Calibri"/>
                    <a:sym typeface="Calibri"/>
                  </a:rPr>
                  <a:t>‘Shading’</a:t>
                </a:r>
                <a:r>
                  <a:rPr lang="en-GB" sz="1200" b="0" i="0" u="none" strike="noStrike" cap="none">
                    <a:solidFill>
                      <a:srgbClr val="000000"/>
                    </a:solidFill>
                    <a:latin typeface="Calibri"/>
                    <a:ea typeface="Calibri"/>
                    <a:cs typeface="Calibri"/>
                    <a:sym typeface="Calibri"/>
                  </a:rPr>
                  <a:t>. You can choose a border format as well. Find and edit this at the section  </a:t>
                </a:r>
                <a:r>
                  <a:rPr lang="en-GB" sz="1200" b="1" i="0" u="none" strike="noStrike" cap="none">
                    <a:solidFill>
                      <a:srgbClr val="000000"/>
                    </a:solidFill>
                    <a:latin typeface="Calibri"/>
                    <a:ea typeface="Calibri"/>
                    <a:cs typeface="Calibri"/>
                    <a:sym typeface="Calibri"/>
                  </a:rPr>
                  <a:t>‘Draw borders’ </a:t>
                </a:r>
                <a:r>
                  <a:rPr lang="en-GB" sz="1200" b="0" i="0" u="none" strike="noStrike" cap="none">
                    <a:solidFill>
                      <a:srgbClr val="000000"/>
                    </a:solidFill>
                    <a:latin typeface="Calibri"/>
                    <a:ea typeface="Calibri"/>
                    <a:cs typeface="Calibri"/>
                    <a:sym typeface="Calibri"/>
                  </a:rPr>
                  <a:t>and apply this to the table by clicking on </a:t>
                </a:r>
                <a:r>
                  <a:rPr lang="en-GB" sz="1200" b="1" i="0" u="none" strike="noStrike" cap="none">
                    <a:solidFill>
                      <a:srgbClr val="000000"/>
                    </a:solidFill>
                    <a:latin typeface="Calibri"/>
                    <a:ea typeface="Calibri"/>
                    <a:cs typeface="Calibri"/>
                    <a:sym typeface="Calibri"/>
                  </a:rPr>
                  <a:t>‘Borders’.</a:t>
                </a:r>
                <a:endParaRPr/>
              </a:p>
            </p:txBody>
          </p:sp>
          <p:grpSp>
            <p:nvGrpSpPr>
              <p:cNvPr id="764" name="Google Shape;764;p80"/>
              <p:cNvGrpSpPr/>
              <p:nvPr/>
            </p:nvGrpSpPr>
            <p:grpSpPr>
              <a:xfrm>
                <a:off x="-3314820" y="2412753"/>
                <a:ext cx="1026864" cy="628849"/>
                <a:chOff x="-3314820" y="2412753"/>
                <a:chExt cx="1026864" cy="628849"/>
              </a:xfrm>
            </p:grpSpPr>
            <p:sp>
              <p:nvSpPr>
                <p:cNvPr id="765" name="Google Shape;765;p80"/>
                <p:cNvSpPr/>
                <p:nvPr/>
              </p:nvSpPr>
              <p:spPr>
                <a:xfrm>
                  <a:off x="-3314820" y="2412753"/>
                  <a:ext cx="998435" cy="531042"/>
                </a:xfrm>
                <a:prstGeom prst="rect">
                  <a:avLst/>
                </a:prstGeom>
                <a:solidFill>
                  <a:srgbClr val="FFFFFF"/>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766" name="Google Shape;766;p80"/>
                <p:cNvSpPr/>
                <p:nvPr/>
              </p:nvSpPr>
              <p:spPr>
                <a:xfrm>
                  <a:off x="-3304719" y="2684815"/>
                  <a:ext cx="982999" cy="254009"/>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767" name="Google Shape;767;p80"/>
                <p:cNvSpPr txBox="1"/>
                <p:nvPr/>
              </p:nvSpPr>
              <p:spPr>
                <a:xfrm>
                  <a:off x="-3083201" y="2494002"/>
                  <a:ext cx="635803"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Shading</a:t>
                  </a:r>
                  <a:endParaRPr/>
                </a:p>
              </p:txBody>
            </p:sp>
            <p:sp>
              <p:nvSpPr>
                <p:cNvPr id="768" name="Google Shape;768;p80"/>
                <p:cNvSpPr/>
                <p:nvPr/>
              </p:nvSpPr>
              <p:spPr>
                <a:xfrm>
                  <a:off x="-2385518" y="2861602"/>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nvGrpSpPr>
                <p:cNvPr id="769" name="Google Shape;769;p80"/>
                <p:cNvGrpSpPr/>
                <p:nvPr/>
              </p:nvGrpSpPr>
              <p:grpSpPr>
                <a:xfrm>
                  <a:off x="-3259616" y="2463212"/>
                  <a:ext cx="173214" cy="167889"/>
                  <a:chOff x="-916935" y="3037554"/>
                  <a:chExt cx="193592" cy="187645"/>
                </a:xfrm>
              </p:grpSpPr>
              <p:sp>
                <p:nvSpPr>
                  <p:cNvPr id="770" name="Google Shape;770;p80"/>
                  <p:cNvSpPr/>
                  <p:nvPr/>
                </p:nvSpPr>
                <p:spPr>
                  <a:xfrm>
                    <a:off x="-804124" y="3081338"/>
                    <a:ext cx="80781" cy="121443"/>
                  </a:xfrm>
                  <a:custGeom>
                    <a:avLst/>
                    <a:gdLst/>
                    <a:ahLst/>
                    <a:cxnLst/>
                    <a:rect l="l" t="t" r="r" b="b"/>
                    <a:pathLst>
                      <a:path w="80781" h="121443" extrusionOk="0">
                        <a:moveTo>
                          <a:pt x="30217" y="50006"/>
                        </a:moveTo>
                        <a:lnTo>
                          <a:pt x="34979" y="121443"/>
                        </a:lnTo>
                        <a:lnTo>
                          <a:pt x="80222" y="52387"/>
                        </a:lnTo>
                        <a:cubicBezTo>
                          <a:pt x="84191" y="29368"/>
                          <a:pt x="66729" y="1588"/>
                          <a:pt x="37360" y="0"/>
                        </a:cubicBezTo>
                        <a:cubicBezTo>
                          <a:pt x="-43602" y="21431"/>
                          <a:pt x="32598" y="33337"/>
                          <a:pt x="30217" y="50006"/>
                        </a:cubicBezTo>
                        <a:close/>
                      </a:path>
                    </a:pathLst>
                  </a:custGeom>
                  <a:solidFill>
                    <a:srgbClr val="366FA8"/>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900"/>
                      <a:buFont typeface="Arial"/>
                      <a:buNone/>
                    </a:pPr>
                    <a:endParaRPr sz="900" b="1" i="0" u="none" strike="noStrike" cap="none">
                      <a:solidFill>
                        <a:srgbClr val="000000"/>
                      </a:solidFill>
                      <a:latin typeface="Arial"/>
                      <a:ea typeface="Arial"/>
                      <a:cs typeface="Arial"/>
                      <a:sym typeface="Arial"/>
                    </a:endParaRPr>
                  </a:p>
                </p:txBody>
              </p:sp>
              <p:sp>
                <p:nvSpPr>
                  <p:cNvPr id="771" name="Google Shape;771;p80"/>
                  <p:cNvSpPr/>
                  <p:nvPr/>
                </p:nvSpPr>
                <p:spPr>
                  <a:xfrm rot="2903873">
                    <a:off x="-887744" y="3085651"/>
                    <a:ext cx="99751" cy="122903"/>
                  </a:xfrm>
                  <a:prstGeom prst="roundRect">
                    <a:avLst>
                      <a:gd name="adj" fmla="val 2911"/>
                    </a:avLst>
                  </a:prstGeom>
                  <a:solidFill>
                    <a:srgbClr val="FFFFFF"/>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Clr>
                        <a:schemeClr val="dk1"/>
                      </a:buClr>
                      <a:buSzPts val="700"/>
                      <a:buFont typeface="Arial"/>
                      <a:buNone/>
                    </a:pPr>
                    <a:endParaRPr sz="700" b="0" i="0" u="none" strike="noStrike" cap="none">
                      <a:solidFill>
                        <a:srgbClr val="000000"/>
                      </a:solidFill>
                      <a:latin typeface="Calibri"/>
                      <a:ea typeface="Calibri"/>
                      <a:cs typeface="Calibri"/>
                      <a:sym typeface="Calibri"/>
                    </a:endParaRPr>
                  </a:p>
                </p:txBody>
              </p:sp>
              <p:sp>
                <p:nvSpPr>
                  <p:cNvPr id="772" name="Google Shape;772;p80"/>
                  <p:cNvSpPr/>
                  <p:nvPr/>
                </p:nvSpPr>
                <p:spPr>
                  <a:xfrm>
                    <a:off x="-894646" y="3037554"/>
                    <a:ext cx="64753" cy="85767"/>
                  </a:xfrm>
                  <a:custGeom>
                    <a:avLst/>
                    <a:gdLst/>
                    <a:ahLst/>
                    <a:cxnLst/>
                    <a:rect l="l" t="t" r="r" b="b"/>
                    <a:pathLst>
                      <a:path w="40422" h="78381" extrusionOk="0">
                        <a:moveTo>
                          <a:pt x="219" y="78381"/>
                        </a:moveTo>
                        <a:cubicBezTo>
                          <a:pt x="-1454" y="18717"/>
                          <a:pt x="6534" y="-324"/>
                          <a:pt x="20468" y="5"/>
                        </a:cubicBezTo>
                        <a:cubicBezTo>
                          <a:pt x="34402" y="334"/>
                          <a:pt x="43874" y="23658"/>
                          <a:pt x="39229" y="67295"/>
                        </a:cubicBezTo>
                      </a:path>
                    </a:pathLst>
                  </a:custGeom>
                  <a:no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Clr>
                        <a:schemeClr val="dk1"/>
                      </a:buClr>
                      <a:buSzPts val="700"/>
                      <a:buFont typeface="Arial"/>
                      <a:buNone/>
                    </a:pPr>
                    <a:endParaRPr sz="700" b="0" i="0" u="none" strike="noStrike" cap="none">
                      <a:solidFill>
                        <a:srgbClr val="000000"/>
                      </a:solidFill>
                      <a:latin typeface="Calibri"/>
                      <a:ea typeface="Calibri"/>
                      <a:cs typeface="Calibri"/>
                      <a:sym typeface="Calibri"/>
                    </a:endParaRPr>
                  </a:p>
                </p:txBody>
              </p:sp>
            </p:grpSp>
            <p:sp>
              <p:nvSpPr>
                <p:cNvPr id="773" name="Google Shape;773;p80"/>
                <p:cNvSpPr/>
                <p:nvPr/>
              </p:nvSpPr>
              <p:spPr>
                <a:xfrm rot="10800000">
                  <a:off x="-2528907" y="2540201"/>
                  <a:ext cx="94890" cy="50291"/>
                </a:xfrm>
                <a:prstGeom prst="triangle">
                  <a:avLst>
                    <a:gd name="adj" fmla="val 50000"/>
                  </a:avLst>
                </a:prstGeom>
                <a:solidFill>
                  <a:srgbClr val="000000"/>
                </a:solidFill>
                <a:ln>
                  <a:noFill/>
                </a:ln>
              </p:spPr>
              <p:txBody>
                <a:bodyPr spcFirstLastPara="1" wrap="square" lIns="144000" tIns="144000" rIns="144000" bIns="144000" anchor="ctr" anchorCtr="0">
                  <a:noAutofit/>
                </a:bodyPr>
                <a:lstStyle/>
                <a:p>
                  <a:pPr marL="0" marR="0" lvl="0" indent="0" algn="ctr" rtl="0">
                    <a:lnSpc>
                      <a:spcPct val="100000"/>
                    </a:lnSpc>
                    <a:spcBef>
                      <a:spcPts val="0"/>
                    </a:spcBef>
                    <a:spcAft>
                      <a:spcPts val="0"/>
                    </a:spcAft>
                    <a:buClr>
                      <a:schemeClr val="dk1"/>
                    </a:buClr>
                    <a:buSzPts val="1100"/>
                    <a:buFont typeface="Arial"/>
                    <a:buNone/>
                  </a:pPr>
                  <a:endParaRPr sz="1100" b="0" i="0" u="none" strike="noStrike" cap="none">
                    <a:solidFill>
                      <a:srgbClr val="FFFFFF"/>
                    </a:solidFill>
                    <a:latin typeface="Arial"/>
                    <a:ea typeface="Arial"/>
                    <a:cs typeface="Arial"/>
                    <a:sym typeface="Arial"/>
                  </a:endParaRPr>
                </a:p>
              </p:txBody>
            </p:sp>
            <p:sp>
              <p:nvSpPr>
                <p:cNvPr id="774" name="Google Shape;774;p80"/>
                <p:cNvSpPr txBox="1"/>
                <p:nvPr/>
              </p:nvSpPr>
              <p:spPr>
                <a:xfrm>
                  <a:off x="-3083201" y="2750275"/>
                  <a:ext cx="635803"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Borders</a:t>
                  </a:r>
                  <a:endParaRPr/>
                </a:p>
              </p:txBody>
            </p:sp>
            <p:sp>
              <p:nvSpPr>
                <p:cNvPr id="775" name="Google Shape;775;p80"/>
                <p:cNvSpPr/>
                <p:nvPr/>
              </p:nvSpPr>
              <p:spPr>
                <a:xfrm rot="10800000">
                  <a:off x="-2528907" y="2796474"/>
                  <a:ext cx="94890" cy="50291"/>
                </a:xfrm>
                <a:prstGeom prst="triangle">
                  <a:avLst>
                    <a:gd name="adj" fmla="val 50000"/>
                  </a:avLst>
                </a:prstGeom>
                <a:solidFill>
                  <a:srgbClr val="000000"/>
                </a:solidFill>
                <a:ln>
                  <a:noFill/>
                </a:ln>
              </p:spPr>
              <p:txBody>
                <a:bodyPr spcFirstLastPara="1" wrap="square" lIns="144000" tIns="144000" rIns="144000" bIns="144000" anchor="ctr" anchorCtr="0">
                  <a:noAutofit/>
                </a:bodyPr>
                <a:lstStyle/>
                <a:p>
                  <a:pPr marL="0" marR="0" lvl="0" indent="0" algn="ctr" rtl="0">
                    <a:lnSpc>
                      <a:spcPct val="100000"/>
                    </a:lnSpc>
                    <a:spcBef>
                      <a:spcPts val="0"/>
                    </a:spcBef>
                    <a:spcAft>
                      <a:spcPts val="0"/>
                    </a:spcAft>
                    <a:buClr>
                      <a:schemeClr val="dk1"/>
                    </a:buClr>
                    <a:buSzPts val="1100"/>
                    <a:buFont typeface="Arial"/>
                    <a:buNone/>
                  </a:pPr>
                  <a:endParaRPr sz="1100" b="0" i="0" u="none" strike="noStrike" cap="none">
                    <a:solidFill>
                      <a:srgbClr val="FFFFFF"/>
                    </a:solidFill>
                    <a:latin typeface="Arial"/>
                    <a:ea typeface="Arial"/>
                    <a:cs typeface="Arial"/>
                    <a:sym typeface="Arial"/>
                  </a:endParaRPr>
                </a:p>
              </p:txBody>
            </p:sp>
            <p:grpSp>
              <p:nvGrpSpPr>
                <p:cNvPr id="776" name="Google Shape;776;p80"/>
                <p:cNvGrpSpPr/>
                <p:nvPr/>
              </p:nvGrpSpPr>
              <p:grpSpPr>
                <a:xfrm>
                  <a:off x="-3250409" y="2732592"/>
                  <a:ext cx="164182" cy="164182"/>
                  <a:chOff x="-3258612" y="2724389"/>
                  <a:chExt cx="180600" cy="180600"/>
                </a:xfrm>
              </p:grpSpPr>
              <p:sp>
                <p:nvSpPr>
                  <p:cNvPr id="777" name="Google Shape;777;p80"/>
                  <p:cNvSpPr/>
                  <p:nvPr/>
                </p:nvSpPr>
                <p:spPr>
                  <a:xfrm>
                    <a:off x="-3258612" y="2724389"/>
                    <a:ext cx="180460" cy="180460"/>
                  </a:xfrm>
                  <a:prstGeom prst="rect">
                    <a:avLst/>
                  </a:prstGeom>
                  <a:noFill/>
                  <a:ln w="12700" cap="flat" cmpd="sng">
                    <a:solidFill>
                      <a:srgbClr val="818181"/>
                    </a:solidFill>
                    <a:prstDash val="dot"/>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cxnSp>
                <p:nvCxnSpPr>
                  <p:cNvPr id="778" name="Google Shape;778;p80"/>
                  <p:cNvCxnSpPr>
                    <a:stCxn id="777" idx="0"/>
                    <a:endCxn id="777" idx="2"/>
                  </p:cNvCxnSpPr>
                  <p:nvPr/>
                </p:nvCxnSpPr>
                <p:spPr>
                  <a:xfrm>
                    <a:off x="-3168382" y="2724389"/>
                    <a:ext cx="0" cy="180600"/>
                  </a:xfrm>
                  <a:prstGeom prst="straightConnector1">
                    <a:avLst/>
                  </a:prstGeom>
                  <a:noFill/>
                  <a:ln w="12700" cap="flat" cmpd="sng">
                    <a:solidFill>
                      <a:srgbClr val="818181"/>
                    </a:solidFill>
                    <a:prstDash val="dot"/>
                    <a:miter lim="800000"/>
                    <a:headEnd type="none" w="sm" len="sm"/>
                    <a:tailEnd type="none" w="sm" len="sm"/>
                  </a:ln>
                </p:spPr>
              </p:cxnSp>
              <p:cxnSp>
                <p:nvCxnSpPr>
                  <p:cNvPr id="779" name="Google Shape;779;p80"/>
                  <p:cNvCxnSpPr>
                    <a:stCxn id="777" idx="1"/>
                    <a:endCxn id="777" idx="3"/>
                  </p:cNvCxnSpPr>
                  <p:nvPr/>
                </p:nvCxnSpPr>
                <p:spPr>
                  <a:xfrm>
                    <a:off x="-3258612" y="2814619"/>
                    <a:ext cx="180600" cy="0"/>
                  </a:xfrm>
                  <a:prstGeom prst="straightConnector1">
                    <a:avLst/>
                  </a:prstGeom>
                  <a:noFill/>
                  <a:ln w="12700" cap="flat" cmpd="sng">
                    <a:solidFill>
                      <a:srgbClr val="818181"/>
                    </a:solidFill>
                    <a:prstDash val="dot"/>
                    <a:miter lim="800000"/>
                    <a:headEnd type="none" w="sm" len="sm"/>
                    <a:tailEnd type="none" w="sm" len="sm"/>
                  </a:ln>
                </p:spPr>
              </p:cxnSp>
            </p:grpSp>
          </p:grpSp>
        </p:grpSp>
        <p:grpSp>
          <p:nvGrpSpPr>
            <p:cNvPr id="780" name="Google Shape;780;p80"/>
            <p:cNvGrpSpPr/>
            <p:nvPr/>
          </p:nvGrpSpPr>
          <p:grpSpPr>
            <a:xfrm>
              <a:off x="-3786437" y="3410167"/>
              <a:ext cx="3693386" cy="3283188"/>
              <a:chOff x="-3786437" y="3410167"/>
              <a:chExt cx="3693386" cy="3283188"/>
            </a:xfrm>
          </p:grpSpPr>
          <p:sp>
            <p:nvSpPr>
              <p:cNvPr id="781" name="Google Shape;781;p80"/>
              <p:cNvSpPr/>
              <p:nvPr/>
            </p:nvSpPr>
            <p:spPr>
              <a:xfrm>
                <a:off x="-3786165" y="3410167"/>
                <a:ext cx="3593091" cy="2641383"/>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EDIT TABLE</a:t>
                </a:r>
                <a:endParaRPr/>
              </a:p>
            </p:txBody>
          </p:sp>
          <p:sp>
            <p:nvSpPr>
              <p:cNvPr id="782" name="Google Shape;782;p80"/>
              <p:cNvSpPr/>
              <p:nvPr/>
            </p:nvSpPr>
            <p:spPr>
              <a:xfrm>
                <a:off x="-3603587" y="387476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783" name="Google Shape;783;p80"/>
              <p:cNvSpPr/>
              <p:nvPr/>
            </p:nvSpPr>
            <p:spPr>
              <a:xfrm>
                <a:off x="-3319416" y="3874767"/>
                <a:ext cx="3008779" cy="32768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number of rows and/or columns of the table and go to the tab </a:t>
                </a:r>
                <a:r>
                  <a:rPr lang="en-GB" sz="1200" b="1" i="0" u="none" strike="noStrike" cap="none">
                    <a:solidFill>
                      <a:srgbClr val="000000"/>
                    </a:solidFill>
                    <a:latin typeface="Calibri"/>
                    <a:ea typeface="Calibri"/>
                    <a:cs typeface="Calibri"/>
                    <a:sym typeface="Calibri"/>
                  </a:rPr>
                  <a:t>‘Layout’</a:t>
                </a:r>
                <a:r>
                  <a:rPr lang="en-GB" sz="1200" b="0" i="0" u="none" strike="noStrike" cap="none">
                    <a:solidFill>
                      <a:srgbClr val="000000"/>
                    </a:solidFill>
                    <a:latin typeface="Calibri"/>
                    <a:ea typeface="Calibri"/>
                    <a:cs typeface="Calibri"/>
                    <a:sym typeface="Calibri"/>
                  </a:rPr>
                  <a:t>.</a:t>
                </a:r>
                <a:endParaRPr/>
              </a:p>
            </p:txBody>
          </p:sp>
          <p:sp>
            <p:nvSpPr>
              <p:cNvPr id="784" name="Google Shape;784;p80"/>
              <p:cNvSpPr/>
              <p:nvPr/>
            </p:nvSpPr>
            <p:spPr>
              <a:xfrm>
                <a:off x="-3786437" y="5865355"/>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785" name="Google Shape;785;p80"/>
              <p:cNvGrpSpPr/>
              <p:nvPr/>
            </p:nvGrpSpPr>
            <p:grpSpPr>
              <a:xfrm>
                <a:off x="-376736" y="5729337"/>
                <a:ext cx="283685" cy="283685"/>
                <a:chOff x="-510741" y="5913713"/>
                <a:chExt cx="267555" cy="267555"/>
              </a:xfrm>
            </p:grpSpPr>
            <p:sp>
              <p:nvSpPr>
                <p:cNvPr id="786" name="Google Shape;786;p80"/>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787" name="Google Shape;787;p80"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788" name="Google Shape;788;p80"/>
              <p:cNvGrpSpPr/>
              <p:nvPr/>
            </p:nvGrpSpPr>
            <p:grpSpPr>
              <a:xfrm>
                <a:off x="-938434" y="6002732"/>
                <a:ext cx="627798" cy="576693"/>
                <a:chOff x="-938434" y="4570310"/>
                <a:chExt cx="627798" cy="576693"/>
              </a:xfrm>
            </p:grpSpPr>
            <p:grpSp>
              <p:nvGrpSpPr>
                <p:cNvPr id="789" name="Google Shape;789;p80"/>
                <p:cNvGrpSpPr/>
                <p:nvPr/>
              </p:nvGrpSpPr>
              <p:grpSpPr>
                <a:xfrm>
                  <a:off x="-716116" y="4570310"/>
                  <a:ext cx="169778" cy="242385"/>
                  <a:chOff x="4768" y="2783"/>
                  <a:chExt cx="788" cy="1125"/>
                </a:xfrm>
              </p:grpSpPr>
              <p:sp>
                <p:nvSpPr>
                  <p:cNvPr id="790" name="Google Shape;790;p80"/>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791" name="Google Shape;791;p80"/>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792" name="Google Shape;792;p80"/>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793" name="Google Shape;793;p80"/>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sp>
            <p:nvSpPr>
              <p:cNvPr id="794" name="Google Shape;794;p80"/>
              <p:cNvSpPr/>
              <p:nvPr/>
            </p:nvSpPr>
            <p:spPr>
              <a:xfrm>
                <a:off x="-3603587" y="439612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795" name="Google Shape;795;p80"/>
              <p:cNvSpPr/>
              <p:nvPr/>
            </p:nvSpPr>
            <p:spPr>
              <a:xfrm>
                <a:off x="-3319415" y="4396123"/>
                <a:ext cx="2944682" cy="49591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At the section </a:t>
                </a:r>
                <a:r>
                  <a:rPr lang="en-GB" sz="1200" b="1" i="0" u="none" strike="noStrike" cap="none">
                    <a:solidFill>
                      <a:srgbClr val="000000"/>
                    </a:solidFill>
                    <a:latin typeface="Calibri"/>
                    <a:ea typeface="Calibri"/>
                    <a:cs typeface="Calibri"/>
                    <a:sym typeface="Calibri"/>
                  </a:rPr>
                  <a:t>‘Rows and columns’</a:t>
                </a:r>
                <a:r>
                  <a:rPr lang="en-GB" sz="1200" b="0" i="0" u="none" strike="noStrike" cap="none">
                    <a:solidFill>
                      <a:srgbClr val="000000"/>
                    </a:solidFill>
                    <a:latin typeface="Calibri"/>
                    <a:ea typeface="Calibri"/>
                    <a:cs typeface="Calibri"/>
                    <a:sym typeface="Calibri"/>
                  </a:rPr>
                  <a:t> you can delete or add rows and columns. Choose from the variety of options:</a:t>
                </a:r>
                <a:endParaRPr/>
              </a:p>
            </p:txBody>
          </p:sp>
          <p:grpSp>
            <p:nvGrpSpPr>
              <p:cNvPr id="796" name="Google Shape;796;p80"/>
              <p:cNvGrpSpPr/>
              <p:nvPr/>
            </p:nvGrpSpPr>
            <p:grpSpPr>
              <a:xfrm>
                <a:off x="-3415313" y="4996916"/>
                <a:ext cx="3013682" cy="673634"/>
                <a:chOff x="-3415313" y="4996916"/>
                <a:chExt cx="3013682" cy="673634"/>
              </a:xfrm>
            </p:grpSpPr>
            <p:grpSp>
              <p:nvGrpSpPr>
                <p:cNvPr id="797" name="Google Shape;797;p80"/>
                <p:cNvGrpSpPr/>
                <p:nvPr/>
              </p:nvGrpSpPr>
              <p:grpSpPr>
                <a:xfrm>
                  <a:off x="-3415313" y="5041534"/>
                  <a:ext cx="761481" cy="529523"/>
                  <a:chOff x="-3492543" y="5041534"/>
                  <a:chExt cx="761481" cy="529523"/>
                </a:xfrm>
              </p:grpSpPr>
              <p:grpSp>
                <p:nvGrpSpPr>
                  <p:cNvPr id="798" name="Google Shape;798;p80"/>
                  <p:cNvGrpSpPr/>
                  <p:nvPr/>
                </p:nvGrpSpPr>
                <p:grpSpPr>
                  <a:xfrm>
                    <a:off x="-3307743" y="5041534"/>
                    <a:ext cx="541729" cy="493178"/>
                    <a:chOff x="-3307743" y="4999319"/>
                    <a:chExt cx="719549" cy="655062"/>
                  </a:xfrm>
                </p:grpSpPr>
                <p:grpSp>
                  <p:nvGrpSpPr>
                    <p:cNvPr id="799" name="Google Shape;799;p80"/>
                    <p:cNvGrpSpPr/>
                    <p:nvPr/>
                  </p:nvGrpSpPr>
                  <p:grpSpPr>
                    <a:xfrm>
                      <a:off x="-3307743" y="4999319"/>
                      <a:ext cx="516835" cy="439373"/>
                      <a:chOff x="-3307743" y="4999319"/>
                      <a:chExt cx="516835" cy="439373"/>
                    </a:xfrm>
                  </p:grpSpPr>
                  <p:cxnSp>
                    <p:nvCxnSpPr>
                      <p:cNvPr id="800" name="Google Shape;800;p80"/>
                      <p:cNvCxnSpPr/>
                      <p:nvPr/>
                    </p:nvCxnSpPr>
                    <p:spPr>
                      <a:xfrm>
                        <a:off x="-3307743" y="5141843"/>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801" name="Google Shape;801;p80"/>
                      <p:cNvCxnSpPr/>
                      <p:nvPr/>
                    </p:nvCxnSpPr>
                    <p:spPr>
                      <a:xfrm>
                        <a:off x="-3307743" y="5290267"/>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802" name="Google Shape;802;p80"/>
                      <p:cNvCxnSpPr/>
                      <p:nvPr/>
                    </p:nvCxnSpPr>
                    <p:spPr>
                      <a:xfrm flipH="1">
                        <a:off x="-2969743" y="4999319"/>
                        <a:ext cx="1394" cy="439373"/>
                      </a:xfrm>
                      <a:prstGeom prst="straightConnector1">
                        <a:avLst/>
                      </a:prstGeom>
                      <a:noFill/>
                      <a:ln w="9525" cap="flat" cmpd="sng">
                        <a:solidFill>
                          <a:srgbClr val="817F7C"/>
                        </a:solidFill>
                        <a:prstDash val="solid"/>
                        <a:miter lim="800000"/>
                        <a:headEnd type="none" w="sm" len="sm"/>
                        <a:tailEnd type="none" w="sm" len="sm"/>
                      </a:ln>
                    </p:spPr>
                  </p:cxnSp>
                  <p:cxnSp>
                    <p:nvCxnSpPr>
                      <p:cNvPr id="803" name="Google Shape;803;p80"/>
                      <p:cNvCxnSpPr/>
                      <p:nvPr/>
                    </p:nvCxnSpPr>
                    <p:spPr>
                      <a:xfrm flipH="1">
                        <a:off x="-3142021" y="4999319"/>
                        <a:ext cx="1394" cy="439373"/>
                      </a:xfrm>
                      <a:prstGeom prst="straightConnector1">
                        <a:avLst/>
                      </a:prstGeom>
                      <a:noFill/>
                      <a:ln w="9525" cap="flat" cmpd="sng">
                        <a:solidFill>
                          <a:srgbClr val="817F7C"/>
                        </a:solidFill>
                        <a:prstDash val="solid"/>
                        <a:miter lim="800000"/>
                        <a:headEnd type="none" w="sm" len="sm"/>
                        <a:tailEnd type="none" w="sm" len="sm"/>
                      </a:ln>
                    </p:spPr>
                  </p:cxnSp>
                  <p:sp>
                    <p:nvSpPr>
                      <p:cNvPr id="804" name="Google Shape;804;p80"/>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805" name="Google Shape;805;p80"/>
                    <p:cNvSpPr/>
                    <p:nvPr/>
                  </p:nvSpPr>
                  <p:spPr>
                    <a:xfrm rot="2700000">
                      <a:off x="-3022752" y="5219823"/>
                      <a:ext cx="360000" cy="360000"/>
                    </a:xfrm>
                    <a:custGeom>
                      <a:avLst/>
                      <a:gdLst/>
                      <a:ahLst/>
                      <a:cxnLst/>
                      <a:rect l="l" t="t" r="r" b="b"/>
                      <a:pathLst>
                        <a:path w="360000" h="360000" extrusionOk="0">
                          <a:moveTo>
                            <a:pt x="7908" y="160908"/>
                          </a:moveTo>
                          <a:cubicBezTo>
                            <a:pt x="12794" y="156022"/>
                            <a:pt x="19544" y="153000"/>
                            <a:pt x="27000" y="153000"/>
                          </a:cubicBezTo>
                          <a:lnTo>
                            <a:pt x="153000" y="153000"/>
                          </a:lnTo>
                          <a:lnTo>
                            <a:pt x="153000" y="27000"/>
                          </a:lnTo>
                          <a:cubicBezTo>
                            <a:pt x="153000" y="12088"/>
                            <a:pt x="165088" y="0"/>
                            <a:pt x="180000" y="0"/>
                          </a:cubicBezTo>
                          <a:cubicBezTo>
                            <a:pt x="194912" y="0"/>
                            <a:pt x="207000" y="12088"/>
                            <a:pt x="207000" y="27000"/>
                          </a:cubicBezTo>
                          <a:lnTo>
                            <a:pt x="207000" y="153000"/>
                          </a:lnTo>
                          <a:lnTo>
                            <a:pt x="333000" y="153000"/>
                          </a:lnTo>
                          <a:cubicBezTo>
                            <a:pt x="347912" y="153000"/>
                            <a:pt x="360000" y="165088"/>
                            <a:pt x="360000" y="180000"/>
                          </a:cubicBezTo>
                          <a:cubicBezTo>
                            <a:pt x="360000" y="194912"/>
                            <a:pt x="347912" y="207000"/>
                            <a:pt x="333000" y="207000"/>
                          </a:cubicBezTo>
                          <a:lnTo>
                            <a:pt x="207000" y="207000"/>
                          </a:lnTo>
                          <a:lnTo>
                            <a:pt x="207000" y="333000"/>
                          </a:lnTo>
                          <a:cubicBezTo>
                            <a:pt x="207000" y="347912"/>
                            <a:pt x="194912" y="360000"/>
                            <a:pt x="180000" y="360000"/>
                          </a:cubicBezTo>
                          <a:cubicBezTo>
                            <a:pt x="165088" y="360000"/>
                            <a:pt x="153000" y="347912"/>
                            <a:pt x="153000" y="333000"/>
                          </a:cubicBezTo>
                          <a:lnTo>
                            <a:pt x="153000" y="207000"/>
                          </a:lnTo>
                          <a:lnTo>
                            <a:pt x="27000" y="207000"/>
                          </a:lnTo>
                          <a:cubicBezTo>
                            <a:pt x="12088" y="207000"/>
                            <a:pt x="0" y="194912"/>
                            <a:pt x="0" y="180000"/>
                          </a:cubicBezTo>
                          <a:cubicBezTo>
                            <a:pt x="0" y="172544"/>
                            <a:pt x="3022" y="165794"/>
                            <a:pt x="7908" y="160908"/>
                          </a:cubicBezTo>
                          <a:close/>
                        </a:path>
                      </a:pathLst>
                    </a:custGeom>
                    <a:solidFill>
                      <a:srgbClr val="F0615F"/>
                    </a:solidFill>
                    <a:ln w="28575" cap="flat" cmpd="sng">
                      <a:solidFill>
                        <a:schemeClr val="lt1"/>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800">
                        <a:solidFill>
                          <a:schemeClr val="lt1"/>
                        </a:solidFill>
                        <a:latin typeface="Arial"/>
                        <a:ea typeface="Arial"/>
                        <a:cs typeface="Arial"/>
                        <a:sym typeface="Arial"/>
                      </a:endParaRPr>
                    </a:p>
                  </p:txBody>
                </p:sp>
              </p:grpSp>
              <p:sp>
                <p:nvSpPr>
                  <p:cNvPr id="806" name="Google Shape;806;p80"/>
                  <p:cNvSpPr txBox="1"/>
                  <p:nvPr/>
                </p:nvSpPr>
                <p:spPr>
                  <a:xfrm>
                    <a:off x="-3492543" y="5440654"/>
                    <a:ext cx="761481" cy="13040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Delete</a:t>
                    </a:r>
                    <a:endParaRPr/>
                  </a:p>
                </p:txBody>
              </p:sp>
            </p:grpSp>
            <p:grpSp>
              <p:nvGrpSpPr>
                <p:cNvPr id="807" name="Google Shape;807;p80"/>
                <p:cNvGrpSpPr/>
                <p:nvPr/>
              </p:nvGrpSpPr>
              <p:grpSpPr>
                <a:xfrm>
                  <a:off x="-2582156" y="4996916"/>
                  <a:ext cx="572112" cy="673634"/>
                  <a:chOff x="-2709168" y="4996916"/>
                  <a:chExt cx="572112" cy="673634"/>
                </a:xfrm>
              </p:grpSpPr>
              <p:grpSp>
                <p:nvGrpSpPr>
                  <p:cNvPr id="808" name="Google Shape;808;p80"/>
                  <p:cNvGrpSpPr/>
                  <p:nvPr/>
                </p:nvGrpSpPr>
                <p:grpSpPr>
                  <a:xfrm>
                    <a:off x="-2609993" y="4996916"/>
                    <a:ext cx="389111" cy="375410"/>
                    <a:chOff x="-2542178" y="4940056"/>
                    <a:chExt cx="516835" cy="498637"/>
                  </a:xfrm>
                </p:grpSpPr>
                <p:sp>
                  <p:nvSpPr>
                    <p:cNvPr id="809" name="Google Shape;809;p80"/>
                    <p:cNvSpPr/>
                    <p:nvPr/>
                  </p:nvSpPr>
                  <p:spPr>
                    <a:xfrm>
                      <a:off x="-2538526" y="5145278"/>
                      <a:ext cx="510738" cy="150388"/>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810" name="Google Shape;810;p80"/>
                    <p:cNvGrpSpPr/>
                    <p:nvPr/>
                  </p:nvGrpSpPr>
                  <p:grpSpPr>
                    <a:xfrm>
                      <a:off x="-2542178" y="4999319"/>
                      <a:ext cx="516835" cy="439373"/>
                      <a:chOff x="-3307743" y="4999319"/>
                      <a:chExt cx="516835" cy="439373"/>
                    </a:xfrm>
                  </p:grpSpPr>
                  <p:cxnSp>
                    <p:nvCxnSpPr>
                      <p:cNvPr id="811" name="Google Shape;811;p80"/>
                      <p:cNvCxnSpPr/>
                      <p:nvPr/>
                    </p:nvCxnSpPr>
                    <p:spPr>
                      <a:xfrm>
                        <a:off x="-3307743" y="5141843"/>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812" name="Google Shape;812;p80"/>
                      <p:cNvCxnSpPr/>
                      <p:nvPr/>
                    </p:nvCxnSpPr>
                    <p:spPr>
                      <a:xfrm>
                        <a:off x="-3307743" y="5290267"/>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813" name="Google Shape;813;p80"/>
                      <p:cNvCxnSpPr/>
                      <p:nvPr/>
                    </p:nvCxnSpPr>
                    <p:spPr>
                      <a:xfrm>
                        <a:off x="-2969743" y="5295569"/>
                        <a:ext cx="0" cy="143123"/>
                      </a:xfrm>
                      <a:prstGeom prst="straightConnector1">
                        <a:avLst/>
                      </a:prstGeom>
                      <a:noFill/>
                      <a:ln w="9525" cap="flat" cmpd="sng">
                        <a:solidFill>
                          <a:srgbClr val="817F7C"/>
                        </a:solidFill>
                        <a:prstDash val="solid"/>
                        <a:miter lim="800000"/>
                        <a:headEnd type="none" w="sm" len="sm"/>
                        <a:tailEnd type="none" w="sm" len="sm"/>
                      </a:ln>
                    </p:spPr>
                  </p:cxnSp>
                  <p:cxnSp>
                    <p:nvCxnSpPr>
                      <p:cNvPr id="814" name="Google Shape;814;p80"/>
                      <p:cNvCxnSpPr/>
                      <p:nvPr/>
                    </p:nvCxnSpPr>
                    <p:spPr>
                      <a:xfrm>
                        <a:off x="-3142021" y="5295569"/>
                        <a:ext cx="0" cy="143123"/>
                      </a:xfrm>
                      <a:prstGeom prst="straightConnector1">
                        <a:avLst/>
                      </a:prstGeom>
                      <a:noFill/>
                      <a:ln w="9525" cap="flat" cmpd="sng">
                        <a:solidFill>
                          <a:srgbClr val="817F7C"/>
                        </a:solidFill>
                        <a:prstDash val="solid"/>
                        <a:miter lim="800000"/>
                        <a:headEnd type="none" w="sm" len="sm"/>
                        <a:tailEnd type="none" w="sm" len="sm"/>
                      </a:ln>
                    </p:spPr>
                  </p:cxnSp>
                  <p:sp>
                    <p:nvSpPr>
                      <p:cNvPr id="815" name="Google Shape;815;p80"/>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816" name="Google Shape;816;p80"/>
                    <p:cNvSpPr/>
                    <p:nvPr/>
                  </p:nvSpPr>
                  <p:spPr>
                    <a:xfrm rot="-5400000">
                      <a:off x="-2415001" y="4945522"/>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817" name="Google Shape;817;p80"/>
                  <p:cNvSpPr txBox="1"/>
                  <p:nvPr/>
                </p:nvSpPr>
                <p:spPr>
                  <a:xfrm>
                    <a:off x="-2709168"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 Above</a:t>
                    </a:r>
                    <a:endParaRPr/>
                  </a:p>
                </p:txBody>
              </p:sp>
            </p:grpSp>
            <p:grpSp>
              <p:nvGrpSpPr>
                <p:cNvPr id="818" name="Google Shape;818;p80"/>
                <p:cNvGrpSpPr/>
                <p:nvPr/>
              </p:nvGrpSpPr>
              <p:grpSpPr>
                <a:xfrm>
                  <a:off x="-2036147" y="5039725"/>
                  <a:ext cx="572112" cy="630825"/>
                  <a:chOff x="-2099568" y="5039725"/>
                  <a:chExt cx="572112" cy="630825"/>
                </a:xfrm>
              </p:grpSpPr>
              <p:grpSp>
                <p:nvGrpSpPr>
                  <p:cNvPr id="819" name="Google Shape;819;p80"/>
                  <p:cNvGrpSpPr/>
                  <p:nvPr/>
                </p:nvGrpSpPr>
                <p:grpSpPr>
                  <a:xfrm rot="10800000">
                    <a:off x="-2004261" y="5039725"/>
                    <a:ext cx="389111" cy="375410"/>
                    <a:chOff x="-2542178" y="4940056"/>
                    <a:chExt cx="516835" cy="498637"/>
                  </a:xfrm>
                </p:grpSpPr>
                <p:sp>
                  <p:nvSpPr>
                    <p:cNvPr id="820" name="Google Shape;820;p80"/>
                    <p:cNvSpPr/>
                    <p:nvPr/>
                  </p:nvSpPr>
                  <p:spPr>
                    <a:xfrm>
                      <a:off x="-2538526" y="5145278"/>
                      <a:ext cx="510738" cy="135578"/>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821" name="Google Shape;821;p80"/>
                    <p:cNvGrpSpPr/>
                    <p:nvPr/>
                  </p:nvGrpSpPr>
                  <p:grpSpPr>
                    <a:xfrm>
                      <a:off x="-2542178" y="4999319"/>
                      <a:ext cx="516835" cy="439373"/>
                      <a:chOff x="-3307743" y="4999319"/>
                      <a:chExt cx="516835" cy="439373"/>
                    </a:xfrm>
                  </p:grpSpPr>
                  <p:cxnSp>
                    <p:nvCxnSpPr>
                      <p:cNvPr id="822" name="Google Shape;822;p80"/>
                      <p:cNvCxnSpPr/>
                      <p:nvPr/>
                    </p:nvCxnSpPr>
                    <p:spPr>
                      <a:xfrm>
                        <a:off x="-3307743" y="5141843"/>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823" name="Google Shape;823;p80"/>
                      <p:cNvCxnSpPr/>
                      <p:nvPr/>
                    </p:nvCxnSpPr>
                    <p:spPr>
                      <a:xfrm>
                        <a:off x="-3307743" y="5290267"/>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824" name="Google Shape;824;p80"/>
                      <p:cNvCxnSpPr/>
                      <p:nvPr/>
                    </p:nvCxnSpPr>
                    <p:spPr>
                      <a:xfrm>
                        <a:off x="-2969743" y="5295569"/>
                        <a:ext cx="0" cy="143123"/>
                      </a:xfrm>
                      <a:prstGeom prst="straightConnector1">
                        <a:avLst/>
                      </a:prstGeom>
                      <a:noFill/>
                      <a:ln w="9525" cap="flat" cmpd="sng">
                        <a:solidFill>
                          <a:srgbClr val="817F7C"/>
                        </a:solidFill>
                        <a:prstDash val="solid"/>
                        <a:miter lim="800000"/>
                        <a:headEnd type="none" w="sm" len="sm"/>
                        <a:tailEnd type="none" w="sm" len="sm"/>
                      </a:ln>
                    </p:spPr>
                  </p:cxnSp>
                  <p:cxnSp>
                    <p:nvCxnSpPr>
                      <p:cNvPr id="825" name="Google Shape;825;p80"/>
                      <p:cNvCxnSpPr/>
                      <p:nvPr/>
                    </p:nvCxnSpPr>
                    <p:spPr>
                      <a:xfrm>
                        <a:off x="-3142021" y="5295569"/>
                        <a:ext cx="0" cy="143123"/>
                      </a:xfrm>
                      <a:prstGeom prst="straightConnector1">
                        <a:avLst/>
                      </a:prstGeom>
                      <a:noFill/>
                      <a:ln w="9525" cap="flat" cmpd="sng">
                        <a:solidFill>
                          <a:srgbClr val="817F7C"/>
                        </a:solidFill>
                        <a:prstDash val="solid"/>
                        <a:miter lim="800000"/>
                        <a:headEnd type="none" w="sm" len="sm"/>
                        <a:tailEnd type="none" w="sm" len="sm"/>
                      </a:ln>
                    </p:spPr>
                  </p:cxnSp>
                  <p:sp>
                    <p:nvSpPr>
                      <p:cNvPr id="826" name="Google Shape;826;p80"/>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827" name="Google Shape;827;p80"/>
                    <p:cNvSpPr/>
                    <p:nvPr/>
                  </p:nvSpPr>
                  <p:spPr>
                    <a:xfrm rot="-5400000">
                      <a:off x="-2415001" y="4945522"/>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828" name="Google Shape;828;p80"/>
                  <p:cNvSpPr txBox="1"/>
                  <p:nvPr/>
                </p:nvSpPr>
                <p:spPr>
                  <a:xfrm>
                    <a:off x="-2099568"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 Below</a:t>
                    </a:r>
                    <a:endParaRPr/>
                  </a:p>
                </p:txBody>
              </p:sp>
            </p:grpSp>
            <p:grpSp>
              <p:nvGrpSpPr>
                <p:cNvPr id="829" name="Google Shape;829;p80"/>
                <p:cNvGrpSpPr/>
                <p:nvPr/>
              </p:nvGrpSpPr>
              <p:grpSpPr>
                <a:xfrm>
                  <a:off x="-1497156" y="5039725"/>
                  <a:ext cx="572112" cy="630825"/>
                  <a:chOff x="-1501387" y="5039725"/>
                  <a:chExt cx="572112" cy="630825"/>
                </a:xfrm>
              </p:grpSpPr>
              <p:grpSp>
                <p:nvGrpSpPr>
                  <p:cNvPr id="830" name="Google Shape;830;p80"/>
                  <p:cNvGrpSpPr/>
                  <p:nvPr/>
                </p:nvGrpSpPr>
                <p:grpSpPr>
                  <a:xfrm rot="10800000">
                    <a:off x="-1453772" y="5039725"/>
                    <a:ext cx="426738" cy="332849"/>
                    <a:chOff x="-2542179" y="4996586"/>
                    <a:chExt cx="566814" cy="442106"/>
                  </a:xfrm>
                </p:grpSpPr>
                <p:sp>
                  <p:nvSpPr>
                    <p:cNvPr id="831" name="Google Shape;831;p80"/>
                    <p:cNvSpPr/>
                    <p:nvPr/>
                  </p:nvSpPr>
                  <p:spPr>
                    <a:xfrm>
                      <a:off x="-2375154" y="4996588"/>
                      <a:ext cx="165824" cy="435881"/>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832" name="Google Shape;832;p80"/>
                    <p:cNvGrpSpPr/>
                    <p:nvPr/>
                  </p:nvGrpSpPr>
                  <p:grpSpPr>
                    <a:xfrm>
                      <a:off x="-2542179" y="4996586"/>
                      <a:ext cx="516836" cy="442106"/>
                      <a:chOff x="-3307744" y="4996586"/>
                      <a:chExt cx="516836" cy="442106"/>
                    </a:xfrm>
                  </p:grpSpPr>
                  <p:cxnSp>
                    <p:nvCxnSpPr>
                      <p:cNvPr id="833" name="Google Shape;833;p80"/>
                      <p:cNvCxnSpPr/>
                      <p:nvPr/>
                    </p:nvCxnSpPr>
                    <p:spPr>
                      <a:xfrm>
                        <a:off x="-3307744" y="5141843"/>
                        <a:ext cx="162288" cy="0"/>
                      </a:xfrm>
                      <a:prstGeom prst="straightConnector1">
                        <a:avLst/>
                      </a:prstGeom>
                      <a:noFill/>
                      <a:ln w="9525" cap="flat" cmpd="sng">
                        <a:solidFill>
                          <a:srgbClr val="817F7C"/>
                        </a:solidFill>
                        <a:prstDash val="solid"/>
                        <a:miter lim="800000"/>
                        <a:headEnd type="none" w="sm" len="sm"/>
                        <a:tailEnd type="none" w="sm" len="sm"/>
                      </a:ln>
                    </p:spPr>
                  </p:cxnSp>
                  <p:cxnSp>
                    <p:nvCxnSpPr>
                      <p:cNvPr id="834" name="Google Shape;834;p80"/>
                      <p:cNvCxnSpPr/>
                      <p:nvPr/>
                    </p:nvCxnSpPr>
                    <p:spPr>
                      <a:xfrm>
                        <a:off x="-3307744" y="5290267"/>
                        <a:ext cx="167025" cy="0"/>
                      </a:xfrm>
                      <a:prstGeom prst="straightConnector1">
                        <a:avLst/>
                      </a:prstGeom>
                      <a:noFill/>
                      <a:ln w="9525" cap="flat" cmpd="sng">
                        <a:solidFill>
                          <a:srgbClr val="817F7C"/>
                        </a:solidFill>
                        <a:prstDash val="solid"/>
                        <a:miter lim="800000"/>
                        <a:headEnd type="none" w="sm" len="sm"/>
                        <a:tailEnd type="none" w="sm" len="sm"/>
                      </a:ln>
                    </p:spPr>
                  </p:cxnSp>
                  <p:cxnSp>
                    <p:nvCxnSpPr>
                      <p:cNvPr id="835" name="Google Shape;835;p80"/>
                      <p:cNvCxnSpPr/>
                      <p:nvPr/>
                    </p:nvCxnSpPr>
                    <p:spPr>
                      <a:xfrm>
                        <a:off x="-2969743" y="5001324"/>
                        <a:ext cx="0" cy="437367"/>
                      </a:xfrm>
                      <a:prstGeom prst="straightConnector1">
                        <a:avLst/>
                      </a:prstGeom>
                      <a:noFill/>
                      <a:ln w="9525" cap="flat" cmpd="sng">
                        <a:solidFill>
                          <a:srgbClr val="817F7C"/>
                        </a:solidFill>
                        <a:prstDash val="solid"/>
                        <a:miter lim="800000"/>
                        <a:headEnd type="none" w="sm" len="sm"/>
                        <a:tailEnd type="none" w="sm" len="sm"/>
                      </a:ln>
                    </p:spPr>
                  </p:cxnSp>
                  <p:cxnSp>
                    <p:nvCxnSpPr>
                      <p:cNvPr id="836" name="Google Shape;836;p80"/>
                      <p:cNvCxnSpPr/>
                      <p:nvPr/>
                    </p:nvCxnSpPr>
                    <p:spPr>
                      <a:xfrm>
                        <a:off x="-3142021" y="4996586"/>
                        <a:ext cx="0" cy="442105"/>
                      </a:xfrm>
                      <a:prstGeom prst="straightConnector1">
                        <a:avLst/>
                      </a:prstGeom>
                      <a:noFill/>
                      <a:ln w="9525" cap="flat" cmpd="sng">
                        <a:solidFill>
                          <a:srgbClr val="817F7C"/>
                        </a:solidFill>
                        <a:prstDash val="solid"/>
                        <a:miter lim="800000"/>
                        <a:headEnd type="none" w="sm" len="sm"/>
                        <a:tailEnd type="none" w="sm" len="sm"/>
                      </a:ln>
                    </p:spPr>
                  </p:cxnSp>
                  <p:sp>
                    <p:nvSpPr>
                      <p:cNvPr id="837" name="Google Shape;837;p80"/>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838" name="Google Shape;838;p80"/>
                    <p:cNvSpPr/>
                    <p:nvPr/>
                  </p:nvSpPr>
                  <p:spPr>
                    <a:xfrm>
                      <a:off x="-2253916" y="5077408"/>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839" name="Google Shape;839;p80"/>
                  <p:cNvSpPr txBox="1"/>
                  <p:nvPr/>
                </p:nvSpPr>
                <p:spPr>
                  <a:xfrm>
                    <a:off x="-1501387"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 </a:t>
                    </a:r>
                    <a:br>
                      <a:rPr lang="en-GB" sz="900" b="0">
                        <a:solidFill>
                          <a:srgbClr val="211F26"/>
                        </a:solidFill>
                        <a:latin typeface="Calibri"/>
                        <a:ea typeface="Calibri"/>
                        <a:cs typeface="Calibri"/>
                        <a:sym typeface="Calibri"/>
                      </a:rPr>
                    </a:br>
                    <a:r>
                      <a:rPr lang="en-GB" sz="900" b="0">
                        <a:solidFill>
                          <a:srgbClr val="211F26"/>
                        </a:solidFill>
                        <a:latin typeface="Calibri"/>
                        <a:ea typeface="Calibri"/>
                        <a:cs typeface="Calibri"/>
                        <a:sym typeface="Calibri"/>
                      </a:rPr>
                      <a:t>Left</a:t>
                    </a:r>
                    <a:endParaRPr/>
                  </a:p>
                </p:txBody>
              </p:sp>
            </p:grpSp>
            <p:grpSp>
              <p:nvGrpSpPr>
                <p:cNvPr id="840" name="Google Shape;840;p80"/>
                <p:cNvGrpSpPr/>
                <p:nvPr/>
              </p:nvGrpSpPr>
              <p:grpSpPr>
                <a:xfrm>
                  <a:off x="-973743" y="5039725"/>
                  <a:ext cx="572112" cy="630825"/>
                  <a:chOff x="-961551" y="5039725"/>
                  <a:chExt cx="572112" cy="630825"/>
                </a:xfrm>
              </p:grpSpPr>
              <p:grpSp>
                <p:nvGrpSpPr>
                  <p:cNvPr id="841" name="Google Shape;841;p80"/>
                  <p:cNvGrpSpPr/>
                  <p:nvPr/>
                </p:nvGrpSpPr>
                <p:grpSpPr>
                  <a:xfrm rot="10800000" flipH="1">
                    <a:off x="-868825" y="5039725"/>
                    <a:ext cx="426738" cy="332849"/>
                    <a:chOff x="-2542179" y="4996586"/>
                    <a:chExt cx="566814" cy="442106"/>
                  </a:xfrm>
                </p:grpSpPr>
                <p:sp>
                  <p:nvSpPr>
                    <p:cNvPr id="842" name="Google Shape;842;p80"/>
                    <p:cNvSpPr/>
                    <p:nvPr/>
                  </p:nvSpPr>
                  <p:spPr>
                    <a:xfrm>
                      <a:off x="-2375154" y="4996588"/>
                      <a:ext cx="165824" cy="435881"/>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843" name="Google Shape;843;p80"/>
                    <p:cNvGrpSpPr/>
                    <p:nvPr/>
                  </p:nvGrpSpPr>
                  <p:grpSpPr>
                    <a:xfrm>
                      <a:off x="-2542179" y="4996586"/>
                      <a:ext cx="516836" cy="442106"/>
                      <a:chOff x="-3307744" y="4996586"/>
                      <a:chExt cx="516836" cy="442106"/>
                    </a:xfrm>
                  </p:grpSpPr>
                  <p:cxnSp>
                    <p:nvCxnSpPr>
                      <p:cNvPr id="844" name="Google Shape;844;p80"/>
                      <p:cNvCxnSpPr/>
                      <p:nvPr/>
                    </p:nvCxnSpPr>
                    <p:spPr>
                      <a:xfrm>
                        <a:off x="-3307744" y="5141843"/>
                        <a:ext cx="162288" cy="0"/>
                      </a:xfrm>
                      <a:prstGeom prst="straightConnector1">
                        <a:avLst/>
                      </a:prstGeom>
                      <a:noFill/>
                      <a:ln w="9525" cap="flat" cmpd="sng">
                        <a:solidFill>
                          <a:srgbClr val="817F7C"/>
                        </a:solidFill>
                        <a:prstDash val="solid"/>
                        <a:miter lim="800000"/>
                        <a:headEnd type="none" w="sm" len="sm"/>
                        <a:tailEnd type="none" w="sm" len="sm"/>
                      </a:ln>
                    </p:spPr>
                  </p:cxnSp>
                  <p:cxnSp>
                    <p:nvCxnSpPr>
                      <p:cNvPr id="845" name="Google Shape;845;p80"/>
                      <p:cNvCxnSpPr/>
                      <p:nvPr/>
                    </p:nvCxnSpPr>
                    <p:spPr>
                      <a:xfrm>
                        <a:off x="-3307744" y="5290267"/>
                        <a:ext cx="167025" cy="0"/>
                      </a:xfrm>
                      <a:prstGeom prst="straightConnector1">
                        <a:avLst/>
                      </a:prstGeom>
                      <a:noFill/>
                      <a:ln w="9525" cap="flat" cmpd="sng">
                        <a:solidFill>
                          <a:srgbClr val="817F7C"/>
                        </a:solidFill>
                        <a:prstDash val="solid"/>
                        <a:miter lim="800000"/>
                        <a:headEnd type="none" w="sm" len="sm"/>
                        <a:tailEnd type="none" w="sm" len="sm"/>
                      </a:ln>
                    </p:spPr>
                  </p:cxnSp>
                  <p:cxnSp>
                    <p:nvCxnSpPr>
                      <p:cNvPr id="846" name="Google Shape;846;p80"/>
                      <p:cNvCxnSpPr/>
                      <p:nvPr/>
                    </p:nvCxnSpPr>
                    <p:spPr>
                      <a:xfrm>
                        <a:off x="-2969743" y="5001324"/>
                        <a:ext cx="0" cy="437367"/>
                      </a:xfrm>
                      <a:prstGeom prst="straightConnector1">
                        <a:avLst/>
                      </a:prstGeom>
                      <a:noFill/>
                      <a:ln w="9525" cap="flat" cmpd="sng">
                        <a:solidFill>
                          <a:srgbClr val="817F7C"/>
                        </a:solidFill>
                        <a:prstDash val="solid"/>
                        <a:miter lim="800000"/>
                        <a:headEnd type="none" w="sm" len="sm"/>
                        <a:tailEnd type="none" w="sm" len="sm"/>
                      </a:ln>
                    </p:spPr>
                  </p:cxnSp>
                  <p:cxnSp>
                    <p:nvCxnSpPr>
                      <p:cNvPr id="847" name="Google Shape;847;p80"/>
                      <p:cNvCxnSpPr/>
                      <p:nvPr/>
                    </p:nvCxnSpPr>
                    <p:spPr>
                      <a:xfrm>
                        <a:off x="-3142021" y="4996586"/>
                        <a:ext cx="0" cy="442105"/>
                      </a:xfrm>
                      <a:prstGeom prst="straightConnector1">
                        <a:avLst/>
                      </a:prstGeom>
                      <a:noFill/>
                      <a:ln w="9525" cap="flat" cmpd="sng">
                        <a:solidFill>
                          <a:srgbClr val="817F7C"/>
                        </a:solidFill>
                        <a:prstDash val="solid"/>
                        <a:miter lim="800000"/>
                        <a:headEnd type="none" w="sm" len="sm"/>
                        <a:tailEnd type="none" w="sm" len="sm"/>
                      </a:ln>
                    </p:spPr>
                  </p:cxnSp>
                  <p:sp>
                    <p:nvSpPr>
                      <p:cNvPr id="848" name="Google Shape;848;p80"/>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849" name="Google Shape;849;p80"/>
                    <p:cNvSpPr/>
                    <p:nvPr/>
                  </p:nvSpPr>
                  <p:spPr>
                    <a:xfrm>
                      <a:off x="-2253916" y="5077408"/>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850" name="Google Shape;850;p80"/>
                  <p:cNvSpPr txBox="1"/>
                  <p:nvPr/>
                </p:nvSpPr>
                <p:spPr>
                  <a:xfrm>
                    <a:off x="-961551"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a:t>
                    </a:r>
                    <a:br>
                      <a:rPr lang="en-GB" sz="900" b="0">
                        <a:solidFill>
                          <a:srgbClr val="211F26"/>
                        </a:solidFill>
                        <a:latin typeface="Calibri"/>
                        <a:ea typeface="Calibri"/>
                        <a:cs typeface="Calibri"/>
                        <a:sym typeface="Calibri"/>
                      </a:rPr>
                    </a:br>
                    <a:r>
                      <a:rPr lang="en-GB" sz="900" b="0">
                        <a:solidFill>
                          <a:srgbClr val="211F26"/>
                        </a:solidFill>
                        <a:latin typeface="Calibri"/>
                        <a:ea typeface="Calibri"/>
                        <a:cs typeface="Calibri"/>
                        <a:sym typeface="Calibri"/>
                      </a:rPr>
                      <a:t>Right</a:t>
                    </a:r>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rganogram + photos">
  <p:cSld name="Organogram + photos">
    <p:spTree>
      <p:nvGrpSpPr>
        <p:cNvPr id="1" name="Shape 851"/>
        <p:cNvGrpSpPr/>
        <p:nvPr/>
      </p:nvGrpSpPr>
      <p:grpSpPr>
        <a:xfrm>
          <a:off x="0" y="0"/>
          <a:ext cx="0" cy="0"/>
          <a:chOff x="0" y="0"/>
          <a:chExt cx="0" cy="0"/>
        </a:xfrm>
      </p:grpSpPr>
      <p:sp>
        <p:nvSpPr>
          <p:cNvPr id="852" name="Google Shape;852;p81"/>
          <p:cNvSpPr/>
          <p:nvPr/>
        </p:nvSpPr>
        <p:spPr>
          <a:xfrm>
            <a:off x="0" y="-441330"/>
            <a:ext cx="247285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Organogram + photos</a:t>
            </a:r>
            <a:endParaRPr/>
          </a:p>
        </p:txBody>
      </p:sp>
      <p:sp>
        <p:nvSpPr>
          <p:cNvPr id="853" name="Google Shape;853;p81"/>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4" name="Google Shape;854;p81"/>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855" name="Google Shape;855;p81"/>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6" name="Google Shape;856;p81"/>
          <p:cNvSpPr>
            <a:spLocks noGrp="1"/>
          </p:cNvSpPr>
          <p:nvPr>
            <p:ph type="pic" idx="2"/>
          </p:nvPr>
        </p:nvSpPr>
        <p:spPr>
          <a:xfrm>
            <a:off x="5227021" y="1577038"/>
            <a:ext cx="562648" cy="820698"/>
          </a:xfrm>
          <a:prstGeom prst="rect">
            <a:avLst/>
          </a:prstGeom>
          <a:solidFill>
            <a:srgbClr val="D8D8D8"/>
          </a:solidFill>
          <a:ln>
            <a:noFill/>
          </a:ln>
        </p:spPr>
      </p:sp>
      <p:sp>
        <p:nvSpPr>
          <p:cNvPr id="857" name="Google Shape;857;p81"/>
          <p:cNvSpPr>
            <a:spLocks noGrp="1"/>
          </p:cNvSpPr>
          <p:nvPr>
            <p:ph type="pic" idx="3"/>
          </p:nvPr>
        </p:nvSpPr>
        <p:spPr>
          <a:xfrm>
            <a:off x="9758621" y="2778044"/>
            <a:ext cx="562648" cy="820698"/>
          </a:xfrm>
          <a:prstGeom prst="rect">
            <a:avLst/>
          </a:prstGeom>
          <a:solidFill>
            <a:srgbClr val="D8D8D8"/>
          </a:solidFill>
          <a:ln>
            <a:noFill/>
          </a:ln>
        </p:spPr>
      </p:sp>
      <p:sp>
        <p:nvSpPr>
          <p:cNvPr id="858" name="Google Shape;858;p81"/>
          <p:cNvSpPr>
            <a:spLocks noGrp="1"/>
          </p:cNvSpPr>
          <p:nvPr>
            <p:ph type="pic" idx="4"/>
          </p:nvPr>
        </p:nvSpPr>
        <p:spPr>
          <a:xfrm>
            <a:off x="9758621" y="3979046"/>
            <a:ext cx="562648" cy="820698"/>
          </a:xfrm>
          <a:prstGeom prst="rect">
            <a:avLst/>
          </a:prstGeom>
          <a:solidFill>
            <a:srgbClr val="D8D8D8"/>
          </a:solidFill>
          <a:ln>
            <a:noFill/>
          </a:ln>
        </p:spPr>
      </p:sp>
      <p:sp>
        <p:nvSpPr>
          <p:cNvPr id="859" name="Google Shape;859;p81"/>
          <p:cNvSpPr>
            <a:spLocks noGrp="1"/>
          </p:cNvSpPr>
          <p:nvPr>
            <p:ph type="pic" idx="5"/>
          </p:nvPr>
        </p:nvSpPr>
        <p:spPr>
          <a:xfrm>
            <a:off x="9758621" y="5180052"/>
            <a:ext cx="562648" cy="820698"/>
          </a:xfrm>
          <a:prstGeom prst="rect">
            <a:avLst/>
          </a:prstGeom>
          <a:solidFill>
            <a:srgbClr val="D8D8D8"/>
          </a:solidFill>
          <a:ln>
            <a:noFill/>
          </a:ln>
        </p:spPr>
      </p:sp>
      <p:sp>
        <p:nvSpPr>
          <p:cNvPr id="860" name="Google Shape;860;p81"/>
          <p:cNvSpPr>
            <a:spLocks noGrp="1"/>
          </p:cNvSpPr>
          <p:nvPr>
            <p:ph type="pic" idx="6"/>
          </p:nvPr>
        </p:nvSpPr>
        <p:spPr>
          <a:xfrm>
            <a:off x="7498630" y="2778041"/>
            <a:ext cx="562648" cy="820698"/>
          </a:xfrm>
          <a:prstGeom prst="rect">
            <a:avLst/>
          </a:prstGeom>
          <a:solidFill>
            <a:srgbClr val="D8D8D8"/>
          </a:solidFill>
          <a:ln>
            <a:noFill/>
          </a:ln>
        </p:spPr>
      </p:sp>
      <p:sp>
        <p:nvSpPr>
          <p:cNvPr id="861" name="Google Shape;861;p81"/>
          <p:cNvSpPr>
            <a:spLocks noGrp="1"/>
          </p:cNvSpPr>
          <p:nvPr>
            <p:ph type="pic" idx="7"/>
          </p:nvPr>
        </p:nvSpPr>
        <p:spPr>
          <a:xfrm>
            <a:off x="7498630" y="3979043"/>
            <a:ext cx="562648" cy="820698"/>
          </a:xfrm>
          <a:prstGeom prst="rect">
            <a:avLst/>
          </a:prstGeom>
          <a:solidFill>
            <a:srgbClr val="D8D8D8"/>
          </a:solidFill>
          <a:ln>
            <a:noFill/>
          </a:ln>
        </p:spPr>
      </p:sp>
      <p:sp>
        <p:nvSpPr>
          <p:cNvPr id="862" name="Google Shape;862;p81"/>
          <p:cNvSpPr>
            <a:spLocks noGrp="1"/>
          </p:cNvSpPr>
          <p:nvPr>
            <p:ph type="pic" idx="8"/>
          </p:nvPr>
        </p:nvSpPr>
        <p:spPr>
          <a:xfrm>
            <a:off x="7498630" y="5180049"/>
            <a:ext cx="562648" cy="820698"/>
          </a:xfrm>
          <a:prstGeom prst="rect">
            <a:avLst/>
          </a:prstGeom>
          <a:solidFill>
            <a:srgbClr val="D8D8D8"/>
          </a:solidFill>
          <a:ln>
            <a:noFill/>
          </a:ln>
        </p:spPr>
      </p:sp>
      <p:sp>
        <p:nvSpPr>
          <p:cNvPr id="863" name="Google Shape;863;p81"/>
          <p:cNvSpPr>
            <a:spLocks noGrp="1"/>
          </p:cNvSpPr>
          <p:nvPr>
            <p:ph type="pic" idx="9"/>
          </p:nvPr>
        </p:nvSpPr>
        <p:spPr>
          <a:xfrm>
            <a:off x="5227016" y="2778044"/>
            <a:ext cx="562648" cy="820698"/>
          </a:xfrm>
          <a:prstGeom prst="rect">
            <a:avLst/>
          </a:prstGeom>
          <a:solidFill>
            <a:srgbClr val="D8D8D8"/>
          </a:solidFill>
          <a:ln>
            <a:noFill/>
          </a:ln>
        </p:spPr>
      </p:sp>
      <p:sp>
        <p:nvSpPr>
          <p:cNvPr id="864" name="Google Shape;864;p81"/>
          <p:cNvSpPr>
            <a:spLocks noGrp="1"/>
          </p:cNvSpPr>
          <p:nvPr>
            <p:ph type="pic" idx="13"/>
          </p:nvPr>
        </p:nvSpPr>
        <p:spPr>
          <a:xfrm>
            <a:off x="5227016" y="3979046"/>
            <a:ext cx="562648" cy="820698"/>
          </a:xfrm>
          <a:prstGeom prst="rect">
            <a:avLst/>
          </a:prstGeom>
          <a:solidFill>
            <a:srgbClr val="D8D8D8"/>
          </a:solidFill>
          <a:ln>
            <a:noFill/>
          </a:ln>
        </p:spPr>
      </p:sp>
      <p:sp>
        <p:nvSpPr>
          <p:cNvPr id="865" name="Google Shape;865;p81"/>
          <p:cNvSpPr>
            <a:spLocks noGrp="1"/>
          </p:cNvSpPr>
          <p:nvPr>
            <p:ph type="pic" idx="14"/>
          </p:nvPr>
        </p:nvSpPr>
        <p:spPr>
          <a:xfrm>
            <a:off x="5227016" y="5180052"/>
            <a:ext cx="562648" cy="820698"/>
          </a:xfrm>
          <a:prstGeom prst="rect">
            <a:avLst/>
          </a:prstGeom>
          <a:solidFill>
            <a:srgbClr val="D8D8D8"/>
          </a:solidFill>
          <a:ln>
            <a:noFill/>
          </a:ln>
        </p:spPr>
      </p:sp>
      <p:sp>
        <p:nvSpPr>
          <p:cNvPr id="866" name="Google Shape;866;p81"/>
          <p:cNvSpPr>
            <a:spLocks noGrp="1"/>
          </p:cNvSpPr>
          <p:nvPr>
            <p:ph type="pic" idx="15"/>
          </p:nvPr>
        </p:nvSpPr>
        <p:spPr>
          <a:xfrm>
            <a:off x="2978653" y="2778041"/>
            <a:ext cx="562648" cy="820698"/>
          </a:xfrm>
          <a:prstGeom prst="rect">
            <a:avLst/>
          </a:prstGeom>
          <a:solidFill>
            <a:srgbClr val="D8D8D8"/>
          </a:solidFill>
          <a:ln>
            <a:noFill/>
          </a:ln>
        </p:spPr>
      </p:sp>
      <p:sp>
        <p:nvSpPr>
          <p:cNvPr id="867" name="Google Shape;867;p81"/>
          <p:cNvSpPr>
            <a:spLocks noGrp="1"/>
          </p:cNvSpPr>
          <p:nvPr>
            <p:ph type="pic" idx="16"/>
          </p:nvPr>
        </p:nvSpPr>
        <p:spPr>
          <a:xfrm>
            <a:off x="2978653" y="3979043"/>
            <a:ext cx="562648" cy="820698"/>
          </a:xfrm>
          <a:prstGeom prst="rect">
            <a:avLst/>
          </a:prstGeom>
          <a:solidFill>
            <a:srgbClr val="D8D8D8"/>
          </a:solidFill>
          <a:ln>
            <a:noFill/>
          </a:ln>
        </p:spPr>
      </p:sp>
      <p:sp>
        <p:nvSpPr>
          <p:cNvPr id="868" name="Google Shape;868;p81"/>
          <p:cNvSpPr>
            <a:spLocks noGrp="1"/>
          </p:cNvSpPr>
          <p:nvPr>
            <p:ph type="pic" idx="17"/>
          </p:nvPr>
        </p:nvSpPr>
        <p:spPr>
          <a:xfrm>
            <a:off x="2978653" y="5180049"/>
            <a:ext cx="562648" cy="820698"/>
          </a:xfrm>
          <a:prstGeom prst="rect">
            <a:avLst/>
          </a:prstGeom>
          <a:solidFill>
            <a:srgbClr val="D8D8D8"/>
          </a:solidFill>
          <a:ln>
            <a:noFill/>
          </a:ln>
        </p:spPr>
      </p:sp>
      <p:sp>
        <p:nvSpPr>
          <p:cNvPr id="869" name="Google Shape;869;p81"/>
          <p:cNvSpPr>
            <a:spLocks noGrp="1"/>
          </p:cNvSpPr>
          <p:nvPr>
            <p:ph type="pic" idx="18"/>
          </p:nvPr>
        </p:nvSpPr>
        <p:spPr>
          <a:xfrm>
            <a:off x="718664" y="2778041"/>
            <a:ext cx="562648" cy="820698"/>
          </a:xfrm>
          <a:prstGeom prst="rect">
            <a:avLst/>
          </a:prstGeom>
          <a:solidFill>
            <a:srgbClr val="D8D8D8"/>
          </a:solidFill>
          <a:ln>
            <a:noFill/>
          </a:ln>
        </p:spPr>
      </p:sp>
      <p:sp>
        <p:nvSpPr>
          <p:cNvPr id="870" name="Google Shape;870;p81"/>
          <p:cNvSpPr>
            <a:spLocks noGrp="1"/>
          </p:cNvSpPr>
          <p:nvPr>
            <p:ph type="pic" idx="19"/>
          </p:nvPr>
        </p:nvSpPr>
        <p:spPr>
          <a:xfrm>
            <a:off x="718664" y="3979043"/>
            <a:ext cx="562648" cy="820698"/>
          </a:xfrm>
          <a:prstGeom prst="rect">
            <a:avLst/>
          </a:prstGeom>
          <a:solidFill>
            <a:srgbClr val="D8D8D8"/>
          </a:solidFill>
          <a:ln>
            <a:noFill/>
          </a:ln>
        </p:spPr>
      </p:sp>
      <p:sp>
        <p:nvSpPr>
          <p:cNvPr id="871" name="Google Shape;871;p81"/>
          <p:cNvSpPr>
            <a:spLocks noGrp="1"/>
          </p:cNvSpPr>
          <p:nvPr>
            <p:ph type="pic" idx="20"/>
          </p:nvPr>
        </p:nvSpPr>
        <p:spPr>
          <a:xfrm>
            <a:off x="718664" y="5180049"/>
            <a:ext cx="562648" cy="820698"/>
          </a:xfrm>
          <a:prstGeom prst="rect">
            <a:avLst/>
          </a:prstGeom>
          <a:solidFill>
            <a:srgbClr val="D8D8D8"/>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stom #4">
  <p:cSld name="Custom #4">
    <p:spTree>
      <p:nvGrpSpPr>
        <p:cNvPr id="1" name="Shape 872"/>
        <p:cNvGrpSpPr/>
        <p:nvPr/>
      </p:nvGrpSpPr>
      <p:grpSpPr>
        <a:xfrm>
          <a:off x="0" y="0"/>
          <a:ext cx="0" cy="0"/>
          <a:chOff x="0" y="0"/>
          <a:chExt cx="0" cy="0"/>
        </a:xfrm>
      </p:grpSpPr>
      <p:sp>
        <p:nvSpPr>
          <p:cNvPr id="873" name="Google Shape;873;p82"/>
          <p:cNvSpPr>
            <a:spLocks noGrp="1"/>
          </p:cNvSpPr>
          <p:nvPr>
            <p:ph type="pic" idx="2"/>
          </p:nvPr>
        </p:nvSpPr>
        <p:spPr>
          <a:xfrm>
            <a:off x="1204687" y="1814286"/>
            <a:ext cx="5863770" cy="3643085"/>
          </a:xfrm>
          <a:prstGeom prst="rect">
            <a:avLst/>
          </a:prstGeom>
          <a:solidFill>
            <a:srgbClr val="D8D8D8"/>
          </a:solidFill>
          <a:ln>
            <a:noFill/>
          </a:ln>
        </p:spPr>
      </p:sp>
      <p:sp>
        <p:nvSpPr>
          <p:cNvPr id="874" name="Google Shape;874;p82"/>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dk2"/>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5" name="Google Shape;875;p82"/>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6" name="Google Shape;876;p82"/>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877" name="Google Shape;877;p82"/>
          <p:cNvSpPr/>
          <p:nvPr/>
        </p:nvSpPr>
        <p:spPr>
          <a:xfrm>
            <a:off x="0" y="-441330"/>
            <a:ext cx="1179810"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Custom #4</a:t>
            </a:r>
            <a:endParaRPr/>
          </a:p>
        </p:txBody>
      </p:sp>
      <p:grpSp>
        <p:nvGrpSpPr>
          <p:cNvPr id="878" name="Google Shape;878;p82"/>
          <p:cNvGrpSpPr/>
          <p:nvPr/>
        </p:nvGrpSpPr>
        <p:grpSpPr>
          <a:xfrm>
            <a:off x="-3786164" y="0"/>
            <a:ext cx="3693113" cy="5054643"/>
            <a:chOff x="-3786164" y="0"/>
            <a:chExt cx="3693113" cy="5054643"/>
          </a:xfrm>
        </p:grpSpPr>
        <p:sp>
          <p:nvSpPr>
            <p:cNvPr id="879" name="Google Shape;879;p82"/>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880" name="Google Shape;880;p82"/>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881" name="Google Shape;881;p82"/>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882" name="Google Shape;882;p82"/>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883" name="Google Shape;883;p82"/>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884" name="Google Shape;884;p82"/>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885" name="Google Shape;885;p82"/>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886" name="Google Shape;886;p82"/>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887" name="Google Shape;887;p82"/>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888" name="Google Shape;888;p82"/>
            <p:cNvGrpSpPr/>
            <p:nvPr/>
          </p:nvGrpSpPr>
          <p:grpSpPr>
            <a:xfrm>
              <a:off x="-3414453" y="3534339"/>
              <a:ext cx="514284" cy="506545"/>
              <a:chOff x="12617641" y="3403239"/>
              <a:chExt cx="752963" cy="741634"/>
            </a:xfrm>
          </p:grpSpPr>
          <p:grpSp>
            <p:nvGrpSpPr>
              <p:cNvPr id="889" name="Google Shape;889;p82"/>
              <p:cNvGrpSpPr/>
              <p:nvPr/>
            </p:nvGrpSpPr>
            <p:grpSpPr>
              <a:xfrm>
                <a:off x="12771530" y="3403239"/>
                <a:ext cx="467176" cy="448491"/>
                <a:chOff x="12782157" y="3403239"/>
                <a:chExt cx="467176" cy="448491"/>
              </a:xfrm>
            </p:grpSpPr>
            <p:grpSp>
              <p:nvGrpSpPr>
                <p:cNvPr id="890" name="Google Shape;890;p82"/>
                <p:cNvGrpSpPr/>
                <p:nvPr/>
              </p:nvGrpSpPr>
              <p:grpSpPr>
                <a:xfrm>
                  <a:off x="12782157" y="3403239"/>
                  <a:ext cx="412976" cy="396132"/>
                  <a:chOff x="13554906" y="3320109"/>
                  <a:chExt cx="443917" cy="425811"/>
                </a:xfrm>
              </p:grpSpPr>
              <p:grpSp>
                <p:nvGrpSpPr>
                  <p:cNvPr id="891" name="Google Shape;891;p82"/>
                  <p:cNvGrpSpPr/>
                  <p:nvPr/>
                </p:nvGrpSpPr>
                <p:grpSpPr>
                  <a:xfrm>
                    <a:off x="13554906" y="3320109"/>
                    <a:ext cx="443917" cy="425811"/>
                    <a:chOff x="12909684" y="1276143"/>
                    <a:chExt cx="443917" cy="425811"/>
                  </a:xfrm>
                </p:grpSpPr>
                <p:sp>
                  <p:nvSpPr>
                    <p:cNvPr id="892" name="Google Shape;892;p82"/>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893" name="Google Shape;893;p82"/>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894" name="Google Shape;894;p82"/>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895" name="Google Shape;895;p82"/>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896" name="Google Shape;896;p82"/>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897" name="Google Shape;897;p82"/>
                <p:cNvGrpSpPr/>
                <p:nvPr/>
              </p:nvGrpSpPr>
              <p:grpSpPr>
                <a:xfrm>
                  <a:off x="13103513" y="3705268"/>
                  <a:ext cx="145820" cy="146462"/>
                  <a:chOff x="13096169" y="3602278"/>
                  <a:chExt cx="145820" cy="146462"/>
                </a:xfrm>
              </p:grpSpPr>
              <p:sp>
                <p:nvSpPr>
                  <p:cNvPr id="898" name="Google Shape;898;p82"/>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899" name="Google Shape;899;p82"/>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900" name="Google Shape;900;p82"/>
                <p:cNvGrpSpPr/>
                <p:nvPr/>
              </p:nvGrpSpPr>
              <p:grpSpPr>
                <a:xfrm rot="10800000">
                  <a:off x="13061402" y="3665637"/>
                  <a:ext cx="145820" cy="146462"/>
                  <a:chOff x="13096169" y="3602278"/>
                  <a:chExt cx="145820" cy="146462"/>
                </a:xfrm>
              </p:grpSpPr>
              <p:sp>
                <p:nvSpPr>
                  <p:cNvPr id="901" name="Google Shape;901;p82"/>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02" name="Google Shape;902;p82"/>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903" name="Google Shape;903;p82"/>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904" name="Google Shape;904;p82"/>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905" name="Google Shape;905;p82"/>
            <p:cNvGrpSpPr/>
            <p:nvPr/>
          </p:nvGrpSpPr>
          <p:grpSpPr>
            <a:xfrm>
              <a:off x="-376736" y="4055594"/>
              <a:ext cx="283685" cy="283685"/>
              <a:chOff x="-510741" y="5913713"/>
              <a:chExt cx="267555" cy="267555"/>
            </a:xfrm>
          </p:grpSpPr>
          <p:sp>
            <p:nvSpPr>
              <p:cNvPr id="906" name="Google Shape;906;p82"/>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907" name="Google Shape;907;p82"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908" name="Google Shape;908;p82"/>
            <p:cNvGrpSpPr/>
            <p:nvPr/>
          </p:nvGrpSpPr>
          <p:grpSpPr>
            <a:xfrm>
              <a:off x="-938434" y="4364020"/>
              <a:ext cx="627798" cy="576693"/>
              <a:chOff x="-938434" y="4570310"/>
              <a:chExt cx="627798" cy="576693"/>
            </a:xfrm>
          </p:grpSpPr>
          <p:grpSp>
            <p:nvGrpSpPr>
              <p:cNvPr id="909" name="Google Shape;909;p82"/>
              <p:cNvGrpSpPr/>
              <p:nvPr/>
            </p:nvGrpSpPr>
            <p:grpSpPr>
              <a:xfrm>
                <a:off x="-716116" y="4570310"/>
                <a:ext cx="169778" cy="242385"/>
                <a:chOff x="4768" y="2783"/>
                <a:chExt cx="788" cy="1125"/>
              </a:xfrm>
            </p:grpSpPr>
            <p:sp>
              <p:nvSpPr>
                <p:cNvPr id="910" name="Google Shape;910;p82"/>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911" name="Google Shape;911;p82"/>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912" name="Google Shape;912;p82"/>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913" name="Google Shape;913;p82"/>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914" name="Google Shape;914;p82"/>
            <p:cNvGrpSpPr/>
            <p:nvPr/>
          </p:nvGrpSpPr>
          <p:grpSpPr>
            <a:xfrm>
              <a:off x="-3365484" y="1226982"/>
              <a:ext cx="446937" cy="406485"/>
              <a:chOff x="-3563526" y="1409294"/>
              <a:chExt cx="354190" cy="322133"/>
            </a:xfrm>
          </p:grpSpPr>
          <p:grpSp>
            <p:nvGrpSpPr>
              <p:cNvPr id="915" name="Google Shape;915;p82"/>
              <p:cNvGrpSpPr/>
              <p:nvPr/>
            </p:nvGrpSpPr>
            <p:grpSpPr>
              <a:xfrm>
                <a:off x="-3499992" y="1409294"/>
                <a:ext cx="225195" cy="195499"/>
                <a:chOff x="8987389" y="1361199"/>
                <a:chExt cx="2200275" cy="1914525"/>
              </a:xfrm>
            </p:grpSpPr>
            <p:sp>
              <p:nvSpPr>
                <p:cNvPr id="916" name="Google Shape;916;p82"/>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917" name="Google Shape;917;p82"/>
                <p:cNvGrpSpPr/>
                <p:nvPr/>
              </p:nvGrpSpPr>
              <p:grpSpPr>
                <a:xfrm>
                  <a:off x="8987389" y="1361199"/>
                  <a:ext cx="2200275" cy="1914525"/>
                  <a:chOff x="8987389" y="1361199"/>
                  <a:chExt cx="2200275" cy="1914525"/>
                </a:xfrm>
              </p:grpSpPr>
              <p:sp>
                <p:nvSpPr>
                  <p:cNvPr id="918" name="Google Shape;918;p82"/>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919" name="Google Shape;919;p82"/>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920" name="Google Shape;920;p82"/>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5">
  <p:cSld name="Custom #5">
    <p:spTree>
      <p:nvGrpSpPr>
        <p:cNvPr id="1" name="Shape 921"/>
        <p:cNvGrpSpPr/>
        <p:nvPr/>
      </p:nvGrpSpPr>
      <p:grpSpPr>
        <a:xfrm>
          <a:off x="0" y="0"/>
          <a:ext cx="0" cy="0"/>
          <a:chOff x="0" y="0"/>
          <a:chExt cx="0" cy="0"/>
        </a:xfrm>
      </p:grpSpPr>
      <p:sp>
        <p:nvSpPr>
          <p:cNvPr id="922" name="Google Shape;922;p83"/>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3" name="Google Shape;923;p83"/>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4" name="Google Shape;924;p83"/>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925" name="Google Shape;925;p83"/>
          <p:cNvSpPr/>
          <p:nvPr/>
        </p:nvSpPr>
        <p:spPr>
          <a:xfrm>
            <a:off x="0" y="-441330"/>
            <a:ext cx="1179810"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Custom #5</a:t>
            </a:r>
            <a:endParaRPr/>
          </a:p>
        </p:txBody>
      </p:sp>
      <p:sp>
        <p:nvSpPr>
          <p:cNvPr id="926" name="Google Shape;926;p83"/>
          <p:cNvSpPr>
            <a:spLocks noGrp="1"/>
          </p:cNvSpPr>
          <p:nvPr>
            <p:ph type="pic" idx="2"/>
          </p:nvPr>
        </p:nvSpPr>
        <p:spPr>
          <a:xfrm>
            <a:off x="5123543" y="1814286"/>
            <a:ext cx="5863770" cy="3643085"/>
          </a:xfrm>
          <a:prstGeom prst="rect">
            <a:avLst/>
          </a:prstGeom>
          <a:solidFill>
            <a:srgbClr val="D8D8D8"/>
          </a:solidFill>
          <a:ln>
            <a:noFill/>
          </a:ln>
        </p:spPr>
      </p:sp>
      <p:grpSp>
        <p:nvGrpSpPr>
          <p:cNvPr id="927" name="Google Shape;927;p83"/>
          <p:cNvGrpSpPr/>
          <p:nvPr/>
        </p:nvGrpSpPr>
        <p:grpSpPr>
          <a:xfrm>
            <a:off x="12377595" y="0"/>
            <a:ext cx="3693113" cy="5054643"/>
            <a:chOff x="-3786164" y="0"/>
            <a:chExt cx="3693113" cy="5054643"/>
          </a:xfrm>
        </p:grpSpPr>
        <p:sp>
          <p:nvSpPr>
            <p:cNvPr id="928" name="Google Shape;928;p83"/>
            <p:cNvSpPr/>
            <p:nvPr/>
          </p:nvSpPr>
          <p:spPr>
            <a:xfrm>
              <a:off x="-3786164" y="0"/>
              <a:ext cx="3593091" cy="4391599"/>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929" name="Google Shape;929;p83"/>
            <p:cNvSpPr/>
            <p:nvPr/>
          </p:nvSpPr>
          <p:spPr>
            <a:xfrm>
              <a:off x="-3786164" y="4226643"/>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sp>
          <p:nvSpPr>
            <p:cNvPr id="930" name="Google Shape;930;p83"/>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931" name="Google Shape;931;p83"/>
            <p:cNvSpPr/>
            <p:nvPr/>
          </p:nvSpPr>
          <p:spPr>
            <a:xfrm>
              <a:off x="-3319416" y="465323"/>
              <a:ext cx="3008779" cy="661851"/>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932" name="Google Shape;932;p83"/>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933" name="Google Shape;933;p83"/>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934" name="Google Shape;934;p83"/>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sp>
          <p:nvSpPr>
            <p:cNvPr id="935" name="Google Shape;935;p83"/>
            <p:cNvSpPr/>
            <p:nvPr/>
          </p:nvSpPr>
          <p:spPr>
            <a:xfrm>
              <a:off x="-3603587" y="263483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936" name="Google Shape;936;p83"/>
            <p:cNvSpPr/>
            <p:nvPr/>
          </p:nvSpPr>
          <p:spPr>
            <a:xfrm>
              <a:off x="-3319415" y="2634835"/>
              <a:ext cx="2944682" cy="79416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grpSp>
          <p:nvGrpSpPr>
            <p:cNvPr id="937" name="Google Shape;937;p83"/>
            <p:cNvGrpSpPr/>
            <p:nvPr/>
          </p:nvGrpSpPr>
          <p:grpSpPr>
            <a:xfrm>
              <a:off x="-3414453" y="3534339"/>
              <a:ext cx="514284" cy="506545"/>
              <a:chOff x="12617641" y="3403239"/>
              <a:chExt cx="752963" cy="741634"/>
            </a:xfrm>
          </p:grpSpPr>
          <p:grpSp>
            <p:nvGrpSpPr>
              <p:cNvPr id="938" name="Google Shape;938;p83"/>
              <p:cNvGrpSpPr/>
              <p:nvPr/>
            </p:nvGrpSpPr>
            <p:grpSpPr>
              <a:xfrm>
                <a:off x="12771530" y="3403239"/>
                <a:ext cx="467176" cy="448491"/>
                <a:chOff x="12782157" y="3403239"/>
                <a:chExt cx="467176" cy="448491"/>
              </a:xfrm>
            </p:grpSpPr>
            <p:grpSp>
              <p:nvGrpSpPr>
                <p:cNvPr id="939" name="Google Shape;939;p83"/>
                <p:cNvGrpSpPr/>
                <p:nvPr/>
              </p:nvGrpSpPr>
              <p:grpSpPr>
                <a:xfrm>
                  <a:off x="12782157" y="3403239"/>
                  <a:ext cx="412976" cy="396132"/>
                  <a:chOff x="13554906" y="3320109"/>
                  <a:chExt cx="443917" cy="425811"/>
                </a:xfrm>
              </p:grpSpPr>
              <p:grpSp>
                <p:nvGrpSpPr>
                  <p:cNvPr id="940" name="Google Shape;940;p83"/>
                  <p:cNvGrpSpPr/>
                  <p:nvPr/>
                </p:nvGrpSpPr>
                <p:grpSpPr>
                  <a:xfrm>
                    <a:off x="13554906" y="3320109"/>
                    <a:ext cx="443917" cy="425811"/>
                    <a:chOff x="12909684" y="1276143"/>
                    <a:chExt cx="443917" cy="425811"/>
                  </a:xfrm>
                </p:grpSpPr>
                <p:sp>
                  <p:nvSpPr>
                    <p:cNvPr id="941" name="Google Shape;941;p83"/>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942" name="Google Shape;942;p83"/>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943" name="Google Shape;943;p83"/>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944" name="Google Shape;944;p83"/>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945" name="Google Shape;945;p83"/>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946" name="Google Shape;946;p83"/>
                <p:cNvGrpSpPr/>
                <p:nvPr/>
              </p:nvGrpSpPr>
              <p:grpSpPr>
                <a:xfrm>
                  <a:off x="13103513" y="3705268"/>
                  <a:ext cx="145820" cy="146462"/>
                  <a:chOff x="13096169" y="3602278"/>
                  <a:chExt cx="145820" cy="146462"/>
                </a:xfrm>
              </p:grpSpPr>
              <p:sp>
                <p:nvSpPr>
                  <p:cNvPr id="947" name="Google Shape;947;p83"/>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48" name="Google Shape;948;p83"/>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949" name="Google Shape;949;p83"/>
                <p:cNvGrpSpPr/>
                <p:nvPr/>
              </p:nvGrpSpPr>
              <p:grpSpPr>
                <a:xfrm rot="10800000">
                  <a:off x="13061402" y="3665637"/>
                  <a:ext cx="145820" cy="146462"/>
                  <a:chOff x="13096169" y="3602278"/>
                  <a:chExt cx="145820" cy="146462"/>
                </a:xfrm>
              </p:grpSpPr>
              <p:sp>
                <p:nvSpPr>
                  <p:cNvPr id="950" name="Google Shape;950;p83"/>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51" name="Google Shape;951;p83"/>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952" name="Google Shape;952;p83"/>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953" name="Google Shape;953;p83"/>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954" name="Google Shape;954;p83"/>
            <p:cNvGrpSpPr/>
            <p:nvPr/>
          </p:nvGrpSpPr>
          <p:grpSpPr>
            <a:xfrm>
              <a:off x="-376736" y="4055594"/>
              <a:ext cx="283685" cy="283685"/>
              <a:chOff x="-510741" y="5913713"/>
              <a:chExt cx="267555" cy="267555"/>
            </a:xfrm>
          </p:grpSpPr>
          <p:sp>
            <p:nvSpPr>
              <p:cNvPr id="955" name="Google Shape;955;p83"/>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956" name="Google Shape;956;p83"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957" name="Google Shape;957;p83"/>
            <p:cNvGrpSpPr/>
            <p:nvPr/>
          </p:nvGrpSpPr>
          <p:grpSpPr>
            <a:xfrm>
              <a:off x="-938434" y="4364020"/>
              <a:ext cx="627798" cy="576693"/>
              <a:chOff x="-938434" y="4570310"/>
              <a:chExt cx="627798" cy="576693"/>
            </a:xfrm>
          </p:grpSpPr>
          <p:grpSp>
            <p:nvGrpSpPr>
              <p:cNvPr id="958" name="Google Shape;958;p83"/>
              <p:cNvGrpSpPr/>
              <p:nvPr/>
            </p:nvGrpSpPr>
            <p:grpSpPr>
              <a:xfrm>
                <a:off x="-716116" y="4570310"/>
                <a:ext cx="169778" cy="242385"/>
                <a:chOff x="4768" y="2783"/>
                <a:chExt cx="788" cy="1125"/>
              </a:xfrm>
            </p:grpSpPr>
            <p:sp>
              <p:nvSpPr>
                <p:cNvPr id="959" name="Google Shape;959;p83"/>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960" name="Google Shape;960;p83"/>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961" name="Google Shape;961;p83"/>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962" name="Google Shape;962;p83"/>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nvGrpSpPr>
            <p:cNvPr id="963" name="Google Shape;963;p83"/>
            <p:cNvGrpSpPr/>
            <p:nvPr/>
          </p:nvGrpSpPr>
          <p:grpSpPr>
            <a:xfrm>
              <a:off x="-3365484" y="1226982"/>
              <a:ext cx="446937" cy="406485"/>
              <a:chOff x="-3563526" y="1409294"/>
              <a:chExt cx="354190" cy="322133"/>
            </a:xfrm>
          </p:grpSpPr>
          <p:grpSp>
            <p:nvGrpSpPr>
              <p:cNvPr id="964" name="Google Shape;964;p83"/>
              <p:cNvGrpSpPr/>
              <p:nvPr/>
            </p:nvGrpSpPr>
            <p:grpSpPr>
              <a:xfrm>
                <a:off x="-3499992" y="1409294"/>
                <a:ext cx="225195" cy="195499"/>
                <a:chOff x="8987389" y="1361199"/>
                <a:chExt cx="2200275" cy="1914525"/>
              </a:xfrm>
            </p:grpSpPr>
            <p:sp>
              <p:nvSpPr>
                <p:cNvPr id="965" name="Google Shape;965;p83"/>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966" name="Google Shape;966;p83"/>
                <p:cNvGrpSpPr/>
                <p:nvPr/>
              </p:nvGrpSpPr>
              <p:grpSpPr>
                <a:xfrm>
                  <a:off x="8987389" y="1361199"/>
                  <a:ext cx="2200275" cy="1914525"/>
                  <a:chOff x="8987389" y="1361199"/>
                  <a:chExt cx="2200275" cy="1914525"/>
                </a:xfrm>
              </p:grpSpPr>
              <p:sp>
                <p:nvSpPr>
                  <p:cNvPr id="967" name="Google Shape;967;p83"/>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968" name="Google Shape;968;p83"/>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969" name="Google Shape;969;p83"/>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ustom #6">
  <p:cSld name="Custom #6">
    <p:bg>
      <p:bgPr>
        <a:solidFill>
          <a:srgbClr val="FFFFFF"/>
        </a:solidFill>
        <a:effectLst/>
      </p:bgPr>
    </p:bg>
    <p:spTree>
      <p:nvGrpSpPr>
        <p:cNvPr id="1" name="Shape 970"/>
        <p:cNvGrpSpPr/>
        <p:nvPr/>
      </p:nvGrpSpPr>
      <p:grpSpPr>
        <a:xfrm>
          <a:off x="0" y="0"/>
          <a:ext cx="0" cy="0"/>
          <a:chOff x="0" y="0"/>
          <a:chExt cx="0" cy="0"/>
        </a:xfrm>
      </p:grpSpPr>
      <p:pic>
        <p:nvPicPr>
          <p:cNvPr id="971" name="Google Shape;971;p84"/>
          <p:cNvPicPr preferRelativeResize="0"/>
          <p:nvPr/>
        </p:nvPicPr>
        <p:blipFill rotWithShape="1">
          <a:blip r:embed="rId2">
            <a:alphaModFix/>
          </a:blip>
          <a:srcRect/>
          <a:stretch/>
        </p:blipFill>
        <p:spPr>
          <a:xfrm>
            <a:off x="7035029" y="591602"/>
            <a:ext cx="4964492" cy="6266397"/>
          </a:xfrm>
          <a:prstGeom prst="rect">
            <a:avLst/>
          </a:prstGeom>
          <a:noFill/>
          <a:ln>
            <a:noFill/>
          </a:ln>
        </p:spPr>
      </p:pic>
      <p:sp>
        <p:nvSpPr>
          <p:cNvPr id="972" name="Google Shape;972;p84"/>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3" name="Google Shape;973;p84"/>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4" name="Google Shape;974;p84"/>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975" name="Google Shape;975;p84"/>
          <p:cNvSpPr/>
          <p:nvPr/>
        </p:nvSpPr>
        <p:spPr>
          <a:xfrm>
            <a:off x="0" y="-441330"/>
            <a:ext cx="1179810"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Custom #6</a:t>
            </a:r>
            <a:endParaRPr/>
          </a:p>
        </p:txBody>
      </p:sp>
      <p:grpSp>
        <p:nvGrpSpPr>
          <p:cNvPr id="976" name="Google Shape;976;p84"/>
          <p:cNvGrpSpPr/>
          <p:nvPr/>
        </p:nvGrpSpPr>
        <p:grpSpPr>
          <a:xfrm>
            <a:off x="12377595" y="-1"/>
            <a:ext cx="3693386" cy="6640349"/>
            <a:chOff x="-3786165" y="-1"/>
            <a:chExt cx="3693386" cy="6640349"/>
          </a:xfrm>
        </p:grpSpPr>
        <p:sp>
          <p:nvSpPr>
            <p:cNvPr id="977" name="Google Shape;977;p84"/>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978" name="Google Shape;978;p84"/>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979" name="Google Shape;979;p84"/>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980" name="Google Shape;980;p84"/>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981" name="Google Shape;981;p84"/>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982" name="Google Shape;982;p84"/>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983" name="Google Shape;983;p84"/>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984" name="Google Shape;984;p84"/>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985" name="Google Shape;985;p84"/>
            <p:cNvGrpSpPr/>
            <p:nvPr/>
          </p:nvGrpSpPr>
          <p:grpSpPr>
            <a:xfrm>
              <a:off x="-2485819" y="3479783"/>
              <a:ext cx="1222990" cy="563933"/>
              <a:chOff x="-2485819" y="3399207"/>
              <a:chExt cx="1222990" cy="563933"/>
            </a:xfrm>
          </p:grpSpPr>
          <p:sp>
            <p:nvSpPr>
              <p:cNvPr id="986" name="Google Shape;986;p84"/>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987" name="Google Shape;987;p84"/>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988" name="Google Shape;988;p84"/>
              <p:cNvGrpSpPr/>
              <p:nvPr/>
            </p:nvGrpSpPr>
            <p:grpSpPr>
              <a:xfrm>
                <a:off x="-2403869" y="3460544"/>
                <a:ext cx="155951" cy="131922"/>
                <a:chOff x="12968836" y="3354170"/>
                <a:chExt cx="404806" cy="342433"/>
              </a:xfrm>
            </p:grpSpPr>
            <p:sp>
              <p:nvSpPr>
                <p:cNvPr id="989" name="Google Shape;989;p84"/>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990" name="Google Shape;990;p84"/>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91" name="Google Shape;991;p84"/>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92" name="Google Shape;992;p84"/>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93" name="Google Shape;993;p84"/>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94" name="Google Shape;994;p84"/>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995" name="Google Shape;995;p84"/>
              <p:cNvGrpSpPr/>
              <p:nvPr/>
            </p:nvGrpSpPr>
            <p:grpSpPr>
              <a:xfrm>
                <a:off x="-2463904" y="3680944"/>
                <a:ext cx="207219" cy="237490"/>
                <a:chOff x="12835752" y="3926551"/>
                <a:chExt cx="537889" cy="616458"/>
              </a:xfrm>
            </p:grpSpPr>
            <p:grpSp>
              <p:nvGrpSpPr>
                <p:cNvPr id="996" name="Google Shape;996;p84"/>
                <p:cNvGrpSpPr/>
                <p:nvPr/>
              </p:nvGrpSpPr>
              <p:grpSpPr>
                <a:xfrm>
                  <a:off x="13000382" y="4006891"/>
                  <a:ext cx="373259" cy="315747"/>
                  <a:chOff x="12968836" y="3354170"/>
                  <a:chExt cx="404806" cy="342433"/>
                </a:xfrm>
              </p:grpSpPr>
              <p:sp>
                <p:nvSpPr>
                  <p:cNvPr id="997" name="Google Shape;997;p84"/>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998" name="Google Shape;998;p84"/>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999" name="Google Shape;999;p84"/>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00" name="Google Shape;1000;p84"/>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01" name="Google Shape;1001;p84"/>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02" name="Google Shape;1002;p84"/>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003" name="Google Shape;1003;p84"/>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004" name="Google Shape;1004;p84"/>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005" name="Google Shape;1005;p84"/>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006" name="Google Shape;1006;p84"/>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007" name="Google Shape;1007;p84"/>
            <p:cNvGrpSpPr/>
            <p:nvPr/>
          </p:nvGrpSpPr>
          <p:grpSpPr>
            <a:xfrm>
              <a:off x="-3786165" y="5680652"/>
              <a:ext cx="3693386" cy="959696"/>
              <a:chOff x="-3786437" y="6163468"/>
              <a:chExt cx="3693386" cy="959696"/>
            </a:xfrm>
          </p:grpSpPr>
          <p:sp>
            <p:nvSpPr>
              <p:cNvPr id="1008" name="Google Shape;1008;p84"/>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009" name="Google Shape;1009;p84"/>
              <p:cNvGrpSpPr/>
              <p:nvPr/>
            </p:nvGrpSpPr>
            <p:grpSpPr>
              <a:xfrm>
                <a:off x="-376736" y="6163468"/>
                <a:ext cx="283685" cy="283685"/>
                <a:chOff x="-510741" y="5913713"/>
                <a:chExt cx="267555" cy="267555"/>
              </a:xfrm>
            </p:grpSpPr>
            <p:sp>
              <p:nvSpPr>
                <p:cNvPr id="1010" name="Google Shape;1010;p84"/>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011" name="Google Shape;1011;p84"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012" name="Google Shape;1012;p84"/>
              <p:cNvGrpSpPr/>
              <p:nvPr/>
            </p:nvGrpSpPr>
            <p:grpSpPr>
              <a:xfrm>
                <a:off x="-938434" y="6420818"/>
                <a:ext cx="627798" cy="576693"/>
                <a:chOff x="-938434" y="4570310"/>
                <a:chExt cx="627798" cy="576693"/>
              </a:xfrm>
            </p:grpSpPr>
            <p:grpSp>
              <p:nvGrpSpPr>
                <p:cNvPr id="1013" name="Google Shape;1013;p84"/>
                <p:cNvGrpSpPr/>
                <p:nvPr/>
              </p:nvGrpSpPr>
              <p:grpSpPr>
                <a:xfrm>
                  <a:off x="-716116" y="4570310"/>
                  <a:ext cx="169778" cy="242385"/>
                  <a:chOff x="4768" y="2783"/>
                  <a:chExt cx="788" cy="1125"/>
                </a:xfrm>
              </p:grpSpPr>
              <p:sp>
                <p:nvSpPr>
                  <p:cNvPr id="1014" name="Google Shape;1014;p8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015" name="Google Shape;1015;p8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016" name="Google Shape;1016;p84"/>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017" name="Google Shape;1017;p84"/>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018" name="Google Shape;1018;p84"/>
            <p:cNvGrpSpPr/>
            <p:nvPr/>
          </p:nvGrpSpPr>
          <p:grpSpPr>
            <a:xfrm>
              <a:off x="-3426806" y="5129582"/>
              <a:ext cx="514284" cy="506545"/>
              <a:chOff x="12617641" y="3403239"/>
              <a:chExt cx="752963" cy="741634"/>
            </a:xfrm>
          </p:grpSpPr>
          <p:grpSp>
            <p:nvGrpSpPr>
              <p:cNvPr id="1019" name="Google Shape;1019;p84"/>
              <p:cNvGrpSpPr/>
              <p:nvPr/>
            </p:nvGrpSpPr>
            <p:grpSpPr>
              <a:xfrm>
                <a:off x="12771530" y="3403239"/>
                <a:ext cx="467176" cy="448491"/>
                <a:chOff x="12782157" y="3403239"/>
                <a:chExt cx="467176" cy="448491"/>
              </a:xfrm>
            </p:grpSpPr>
            <p:grpSp>
              <p:nvGrpSpPr>
                <p:cNvPr id="1020" name="Google Shape;1020;p84"/>
                <p:cNvGrpSpPr/>
                <p:nvPr/>
              </p:nvGrpSpPr>
              <p:grpSpPr>
                <a:xfrm>
                  <a:off x="12782157" y="3403239"/>
                  <a:ext cx="412976" cy="396132"/>
                  <a:chOff x="13554906" y="3320109"/>
                  <a:chExt cx="443917" cy="425811"/>
                </a:xfrm>
              </p:grpSpPr>
              <p:grpSp>
                <p:nvGrpSpPr>
                  <p:cNvPr id="1021" name="Google Shape;1021;p84"/>
                  <p:cNvGrpSpPr/>
                  <p:nvPr/>
                </p:nvGrpSpPr>
                <p:grpSpPr>
                  <a:xfrm>
                    <a:off x="13554906" y="3320109"/>
                    <a:ext cx="443917" cy="425811"/>
                    <a:chOff x="12909684" y="1276143"/>
                    <a:chExt cx="443917" cy="425811"/>
                  </a:xfrm>
                </p:grpSpPr>
                <p:sp>
                  <p:nvSpPr>
                    <p:cNvPr id="1022" name="Google Shape;1022;p84"/>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23" name="Google Shape;1023;p84"/>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24" name="Google Shape;1024;p84"/>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025" name="Google Shape;1025;p84"/>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1026" name="Google Shape;1026;p84"/>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1027" name="Google Shape;1027;p84"/>
                <p:cNvGrpSpPr/>
                <p:nvPr/>
              </p:nvGrpSpPr>
              <p:grpSpPr>
                <a:xfrm>
                  <a:off x="13103513" y="3705268"/>
                  <a:ext cx="145820" cy="146462"/>
                  <a:chOff x="13096169" y="3602278"/>
                  <a:chExt cx="145820" cy="146462"/>
                </a:xfrm>
              </p:grpSpPr>
              <p:sp>
                <p:nvSpPr>
                  <p:cNvPr id="1028" name="Google Shape;1028;p84"/>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29" name="Google Shape;1029;p84"/>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030" name="Google Shape;1030;p84"/>
                <p:cNvGrpSpPr/>
                <p:nvPr/>
              </p:nvGrpSpPr>
              <p:grpSpPr>
                <a:xfrm rot="10800000">
                  <a:off x="13061402" y="3665637"/>
                  <a:ext cx="145820" cy="146462"/>
                  <a:chOff x="13096169" y="3602278"/>
                  <a:chExt cx="145820" cy="146462"/>
                </a:xfrm>
              </p:grpSpPr>
              <p:sp>
                <p:nvSpPr>
                  <p:cNvPr id="1031" name="Google Shape;1031;p84"/>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32" name="Google Shape;1032;p84"/>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033" name="Google Shape;1033;p84"/>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034" name="Google Shape;1034;p84"/>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035" name="Google Shape;1035;p84"/>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036" name="Google Shape;1036;p84"/>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037" name="Google Shape;1037;p84"/>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038" name="Google Shape;1038;p84"/>
            <p:cNvGrpSpPr/>
            <p:nvPr/>
          </p:nvGrpSpPr>
          <p:grpSpPr>
            <a:xfrm>
              <a:off x="-3365484" y="1226982"/>
              <a:ext cx="446937" cy="406485"/>
              <a:chOff x="-3563526" y="1409294"/>
              <a:chExt cx="354190" cy="322133"/>
            </a:xfrm>
          </p:grpSpPr>
          <p:grpSp>
            <p:nvGrpSpPr>
              <p:cNvPr id="1039" name="Google Shape;1039;p84"/>
              <p:cNvGrpSpPr/>
              <p:nvPr/>
            </p:nvGrpSpPr>
            <p:grpSpPr>
              <a:xfrm>
                <a:off x="-3499992" y="1409294"/>
                <a:ext cx="225195" cy="195499"/>
                <a:chOff x="8987389" y="1361199"/>
                <a:chExt cx="2200275" cy="1914525"/>
              </a:xfrm>
            </p:grpSpPr>
            <p:sp>
              <p:nvSpPr>
                <p:cNvPr id="1040" name="Google Shape;1040;p84"/>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041" name="Google Shape;1041;p84"/>
                <p:cNvGrpSpPr/>
                <p:nvPr/>
              </p:nvGrpSpPr>
              <p:grpSpPr>
                <a:xfrm>
                  <a:off x="8987389" y="1361199"/>
                  <a:ext cx="2200275" cy="1914525"/>
                  <a:chOff x="8987389" y="1361199"/>
                  <a:chExt cx="2200275" cy="1914525"/>
                </a:xfrm>
              </p:grpSpPr>
              <p:sp>
                <p:nvSpPr>
                  <p:cNvPr id="1042" name="Google Shape;1042;p84"/>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043" name="Google Shape;1043;p84"/>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044" name="Google Shape;1044;p84"/>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
        <p:nvSpPr>
          <p:cNvPr id="1045" name="Google Shape;1045;p84"/>
          <p:cNvSpPr>
            <a:spLocks noGrp="1"/>
          </p:cNvSpPr>
          <p:nvPr>
            <p:ph type="pic" idx="2"/>
          </p:nvPr>
        </p:nvSpPr>
        <p:spPr>
          <a:xfrm>
            <a:off x="7841304" y="904637"/>
            <a:ext cx="2426050" cy="5267563"/>
          </a:xfrm>
          <a:prstGeom prst="rect">
            <a:avLst/>
          </a:prstGeom>
          <a:solidFill>
            <a:srgbClr val="D8D8D8"/>
          </a:solid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 symbol #1">
  <p:cSld name="Title slide + symbol #1">
    <p:bg>
      <p:bgPr>
        <a:solidFill>
          <a:schemeClr val="lt1"/>
        </a:solidFill>
        <a:effectLst/>
      </p:bgPr>
    </p:bg>
    <p:spTree>
      <p:nvGrpSpPr>
        <p:cNvPr id="1" name="Shape 1046"/>
        <p:cNvGrpSpPr/>
        <p:nvPr/>
      </p:nvGrpSpPr>
      <p:grpSpPr>
        <a:xfrm>
          <a:off x="0" y="0"/>
          <a:ext cx="0" cy="0"/>
          <a:chOff x="0" y="0"/>
          <a:chExt cx="0" cy="0"/>
        </a:xfrm>
      </p:grpSpPr>
      <p:sp>
        <p:nvSpPr>
          <p:cNvPr id="1047" name="Google Shape;1047;p91"/>
          <p:cNvSpPr>
            <a:spLocks noGrp="1"/>
          </p:cNvSpPr>
          <p:nvPr>
            <p:ph type="pic" idx="2"/>
          </p:nvPr>
        </p:nvSpPr>
        <p:spPr>
          <a:xfrm>
            <a:off x="-3175" y="-1"/>
            <a:ext cx="12195175" cy="7356356"/>
          </a:xfrm>
          <a:prstGeom prst="rect">
            <a:avLst/>
          </a:prstGeom>
          <a:solidFill>
            <a:srgbClr val="D8D8D8"/>
          </a:solidFill>
          <a:ln>
            <a:noFill/>
          </a:ln>
        </p:spPr>
      </p:sp>
      <p:sp>
        <p:nvSpPr>
          <p:cNvPr id="1048" name="Google Shape;1048;p91"/>
          <p:cNvSpPr txBox="1">
            <a:spLocks noGrp="1"/>
          </p:cNvSpPr>
          <p:nvPr>
            <p:ph type="title"/>
          </p:nvPr>
        </p:nvSpPr>
        <p:spPr>
          <a:xfrm>
            <a:off x="0" y="-429019"/>
            <a:ext cx="2451633"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9" name="Google Shape;1049;p91"/>
          <p:cNvSpPr txBox="1">
            <a:spLocks noGrp="1"/>
          </p:cNvSpPr>
          <p:nvPr>
            <p:ph type="body" idx="1"/>
          </p:nvPr>
        </p:nvSpPr>
        <p:spPr>
          <a:xfrm>
            <a:off x="0" y="0"/>
            <a:ext cx="12190413" cy="6857999"/>
          </a:xfrm>
          <a:prstGeom prst="rect">
            <a:avLst/>
          </a:prstGeom>
          <a:gradFill>
            <a:gsLst>
              <a:gs pos="0">
                <a:srgbClr val="000000">
                  <a:alpha val="54901"/>
                </a:srgbClr>
              </a:gs>
              <a:gs pos="76000">
                <a:srgbClr val="000000">
                  <a:alpha val="0"/>
                </a:srgbClr>
              </a:gs>
              <a:gs pos="100000">
                <a:srgbClr val="000000">
                  <a:alpha val="0"/>
                </a:srgbClr>
              </a:gs>
            </a:gsLst>
            <a:lin ang="135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050" name="Google Shape;1050;p91"/>
          <p:cNvSpPr txBox="1">
            <a:spLocks noGrp="1"/>
          </p:cNvSpPr>
          <p:nvPr>
            <p:ph type="body" idx="3"/>
          </p:nvPr>
        </p:nvSpPr>
        <p:spPr>
          <a:xfrm>
            <a:off x="0" y="1"/>
            <a:ext cx="12190413" cy="2810638"/>
          </a:xfrm>
          <a:prstGeom prst="rect">
            <a:avLst/>
          </a:prstGeom>
          <a:gradFill>
            <a:gsLst>
              <a:gs pos="0">
                <a:srgbClr val="000000">
                  <a:alpha val="32156"/>
                </a:srgbClr>
              </a:gs>
              <a:gs pos="45000">
                <a:srgbClr val="000000">
                  <a:alpha val="0"/>
                </a:srgbClr>
              </a:gs>
              <a:gs pos="100000">
                <a:srgbClr val="000000">
                  <a:alpha val="0"/>
                </a:srgbClr>
              </a:gs>
            </a:gsLst>
            <a:lin ang="27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051" name="Google Shape;1051;p91"/>
          <p:cNvSpPr txBox="1">
            <a:spLocks noGrp="1"/>
          </p:cNvSpPr>
          <p:nvPr>
            <p:ph type="body" idx="4"/>
          </p:nvPr>
        </p:nvSpPr>
        <p:spPr>
          <a:xfrm>
            <a:off x="721115" y="437496"/>
            <a:ext cx="1530269" cy="594428"/>
          </a:xfrm>
          <a:prstGeom prst="rect">
            <a:avLst/>
          </a:prstGeom>
          <a:solidFill>
            <a:schemeClr val="lt1"/>
          </a:soli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052" name="Google Shape;1052;p91"/>
          <p:cNvSpPr txBox="1">
            <a:spLocks noGrp="1"/>
          </p:cNvSpPr>
          <p:nvPr>
            <p:ph type="body" idx="5"/>
          </p:nvPr>
        </p:nvSpPr>
        <p:spPr>
          <a:xfrm>
            <a:off x="719138" y="3950387"/>
            <a:ext cx="10752137" cy="1333698"/>
          </a:xfrm>
          <a:prstGeom prst="rect">
            <a:avLst/>
          </a:prstGeom>
          <a:noFill/>
          <a:ln>
            <a:noFill/>
          </a:ln>
        </p:spPr>
        <p:txBody>
          <a:bodyPr spcFirstLastPara="1" wrap="square" lIns="0" tIns="0" rIns="0" bIns="0" anchor="b" anchorCtr="0">
            <a:spAutoFit/>
          </a:bodyPr>
          <a:lstStyle>
            <a:lvl1pPr marL="457200" lvl="0" indent="-228600" algn="r">
              <a:lnSpc>
                <a:spcPct val="108333"/>
              </a:lnSpc>
              <a:spcBef>
                <a:spcPts val="0"/>
              </a:spcBef>
              <a:spcAft>
                <a:spcPts val="0"/>
              </a:spcAft>
              <a:buSzPts val="5760"/>
              <a:buNone/>
              <a:defRPr sz="4800" b="1"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5280"/>
              <a:buNone/>
              <a:defRPr sz="4400" b="1"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4400"/>
              <a:buFont typeface="Arial"/>
              <a:buNone/>
              <a:defRPr sz="4400" b="1" i="0">
                <a:solidFill>
                  <a:schemeClr val="lt1"/>
                </a:solidFill>
                <a:latin typeface="Arial"/>
                <a:ea typeface="Arial"/>
                <a:cs typeface="Arial"/>
                <a:sym typeface="Arial"/>
              </a:defRPr>
            </a:lvl9pPr>
          </a:lstStyle>
          <a:p>
            <a:endParaRPr/>
          </a:p>
        </p:txBody>
      </p:sp>
      <p:sp>
        <p:nvSpPr>
          <p:cNvPr id="1053" name="Google Shape;1053;p91"/>
          <p:cNvSpPr txBox="1">
            <a:spLocks noGrp="1"/>
          </p:cNvSpPr>
          <p:nvPr>
            <p:ph type="body" idx="6"/>
          </p:nvPr>
        </p:nvSpPr>
        <p:spPr>
          <a:xfrm>
            <a:off x="719137" y="5404234"/>
            <a:ext cx="10763113" cy="332399"/>
          </a:xfrm>
          <a:prstGeom prst="rect">
            <a:avLst/>
          </a:prstGeom>
          <a:noFill/>
          <a:ln>
            <a:noFill/>
          </a:ln>
        </p:spPr>
        <p:txBody>
          <a:bodyPr spcFirstLastPara="1" wrap="square" lIns="0" tIns="0" rIns="0" bIns="0" anchor="t" anchorCtr="0">
            <a:spAutoFit/>
          </a:bodyPr>
          <a:lstStyle>
            <a:lvl1pPr marL="457200" lvl="0"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054" name="Google Shape;1054;p91"/>
          <p:cNvSpPr txBox="1">
            <a:spLocks noGrp="1"/>
          </p:cNvSpPr>
          <p:nvPr>
            <p:ph type="dt" idx="10"/>
          </p:nvPr>
        </p:nvSpPr>
        <p:spPr>
          <a:xfrm>
            <a:off x="10705040" y="5813671"/>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sz="1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055" name="Google Shape;1055;p91"/>
          <p:cNvGrpSpPr/>
          <p:nvPr/>
        </p:nvGrpSpPr>
        <p:grpSpPr>
          <a:xfrm>
            <a:off x="12377595" y="-1"/>
            <a:ext cx="3693386" cy="6640349"/>
            <a:chOff x="-3786165" y="-1"/>
            <a:chExt cx="3693386" cy="6640349"/>
          </a:xfrm>
        </p:grpSpPr>
        <p:sp>
          <p:nvSpPr>
            <p:cNvPr id="1056" name="Google Shape;1056;p91"/>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057" name="Google Shape;1057;p91"/>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058" name="Google Shape;1058;p91"/>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059" name="Google Shape;1059;p91"/>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060" name="Google Shape;1060;p91"/>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1061" name="Google Shape;1061;p91"/>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062" name="Google Shape;1062;p91"/>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1063" name="Google Shape;1063;p91"/>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1064" name="Google Shape;1064;p91"/>
            <p:cNvGrpSpPr/>
            <p:nvPr/>
          </p:nvGrpSpPr>
          <p:grpSpPr>
            <a:xfrm>
              <a:off x="-2485819" y="3479783"/>
              <a:ext cx="1222990" cy="563933"/>
              <a:chOff x="-2485819" y="3399207"/>
              <a:chExt cx="1222990" cy="563933"/>
            </a:xfrm>
          </p:grpSpPr>
          <p:sp>
            <p:nvSpPr>
              <p:cNvPr id="1065" name="Google Shape;1065;p91"/>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66" name="Google Shape;1066;p91"/>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067" name="Google Shape;1067;p91"/>
              <p:cNvGrpSpPr/>
              <p:nvPr/>
            </p:nvGrpSpPr>
            <p:grpSpPr>
              <a:xfrm>
                <a:off x="-2403869" y="3460544"/>
                <a:ext cx="155951" cy="131922"/>
                <a:chOff x="12968836" y="3354170"/>
                <a:chExt cx="404806" cy="342433"/>
              </a:xfrm>
            </p:grpSpPr>
            <p:sp>
              <p:nvSpPr>
                <p:cNvPr id="1068" name="Google Shape;1068;p91"/>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69" name="Google Shape;1069;p91"/>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70" name="Google Shape;1070;p91"/>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71" name="Google Shape;1071;p91"/>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72" name="Google Shape;1072;p91"/>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73" name="Google Shape;1073;p91"/>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074" name="Google Shape;1074;p91"/>
              <p:cNvGrpSpPr/>
              <p:nvPr/>
            </p:nvGrpSpPr>
            <p:grpSpPr>
              <a:xfrm>
                <a:off x="-2463904" y="3680944"/>
                <a:ext cx="207219" cy="237490"/>
                <a:chOff x="12835752" y="3926551"/>
                <a:chExt cx="537889" cy="616458"/>
              </a:xfrm>
            </p:grpSpPr>
            <p:grpSp>
              <p:nvGrpSpPr>
                <p:cNvPr id="1075" name="Google Shape;1075;p91"/>
                <p:cNvGrpSpPr/>
                <p:nvPr/>
              </p:nvGrpSpPr>
              <p:grpSpPr>
                <a:xfrm>
                  <a:off x="13000382" y="4006891"/>
                  <a:ext cx="373259" cy="315747"/>
                  <a:chOff x="12968836" y="3354170"/>
                  <a:chExt cx="404806" cy="342433"/>
                </a:xfrm>
              </p:grpSpPr>
              <p:sp>
                <p:nvSpPr>
                  <p:cNvPr id="1076" name="Google Shape;1076;p91"/>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077" name="Google Shape;1077;p91"/>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78" name="Google Shape;1078;p91"/>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79" name="Google Shape;1079;p91"/>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80" name="Google Shape;1080;p91"/>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081" name="Google Shape;1081;p91"/>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082" name="Google Shape;1082;p91"/>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083" name="Google Shape;1083;p91"/>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084" name="Google Shape;1084;p91"/>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085" name="Google Shape;1085;p91"/>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086" name="Google Shape;1086;p91"/>
            <p:cNvGrpSpPr/>
            <p:nvPr/>
          </p:nvGrpSpPr>
          <p:grpSpPr>
            <a:xfrm>
              <a:off x="-3786165" y="5680652"/>
              <a:ext cx="3693386" cy="959696"/>
              <a:chOff x="-3786437" y="6163468"/>
              <a:chExt cx="3693386" cy="959696"/>
            </a:xfrm>
          </p:grpSpPr>
          <p:sp>
            <p:nvSpPr>
              <p:cNvPr id="1087" name="Google Shape;1087;p91"/>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088" name="Google Shape;1088;p91"/>
              <p:cNvGrpSpPr/>
              <p:nvPr/>
            </p:nvGrpSpPr>
            <p:grpSpPr>
              <a:xfrm>
                <a:off x="-376736" y="6163468"/>
                <a:ext cx="283685" cy="283685"/>
                <a:chOff x="-510741" y="5913713"/>
                <a:chExt cx="267555" cy="267555"/>
              </a:xfrm>
            </p:grpSpPr>
            <p:sp>
              <p:nvSpPr>
                <p:cNvPr id="1089" name="Google Shape;1089;p91"/>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090" name="Google Shape;1090;p91"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091" name="Google Shape;1091;p91"/>
              <p:cNvGrpSpPr/>
              <p:nvPr/>
            </p:nvGrpSpPr>
            <p:grpSpPr>
              <a:xfrm>
                <a:off x="-938434" y="6420818"/>
                <a:ext cx="627798" cy="576693"/>
                <a:chOff x="-938434" y="4570310"/>
                <a:chExt cx="627798" cy="576693"/>
              </a:xfrm>
            </p:grpSpPr>
            <p:grpSp>
              <p:nvGrpSpPr>
                <p:cNvPr id="1092" name="Google Shape;1092;p91"/>
                <p:cNvGrpSpPr/>
                <p:nvPr/>
              </p:nvGrpSpPr>
              <p:grpSpPr>
                <a:xfrm>
                  <a:off x="-716116" y="4570310"/>
                  <a:ext cx="169778" cy="242385"/>
                  <a:chOff x="4768" y="2783"/>
                  <a:chExt cx="788" cy="1125"/>
                </a:xfrm>
              </p:grpSpPr>
              <p:sp>
                <p:nvSpPr>
                  <p:cNvPr id="1093" name="Google Shape;1093;p91"/>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094" name="Google Shape;1094;p91"/>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095" name="Google Shape;1095;p91"/>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096" name="Google Shape;1096;p91"/>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097" name="Google Shape;1097;p91"/>
            <p:cNvGrpSpPr/>
            <p:nvPr/>
          </p:nvGrpSpPr>
          <p:grpSpPr>
            <a:xfrm>
              <a:off x="-3426806" y="5129582"/>
              <a:ext cx="514284" cy="506545"/>
              <a:chOff x="12617641" y="3403239"/>
              <a:chExt cx="752963" cy="741634"/>
            </a:xfrm>
          </p:grpSpPr>
          <p:grpSp>
            <p:nvGrpSpPr>
              <p:cNvPr id="1098" name="Google Shape;1098;p91"/>
              <p:cNvGrpSpPr/>
              <p:nvPr/>
            </p:nvGrpSpPr>
            <p:grpSpPr>
              <a:xfrm>
                <a:off x="12771530" y="3403239"/>
                <a:ext cx="467176" cy="448491"/>
                <a:chOff x="12782157" y="3403239"/>
                <a:chExt cx="467176" cy="448491"/>
              </a:xfrm>
            </p:grpSpPr>
            <p:grpSp>
              <p:nvGrpSpPr>
                <p:cNvPr id="1099" name="Google Shape;1099;p91"/>
                <p:cNvGrpSpPr/>
                <p:nvPr/>
              </p:nvGrpSpPr>
              <p:grpSpPr>
                <a:xfrm>
                  <a:off x="12782157" y="3403239"/>
                  <a:ext cx="412976" cy="396132"/>
                  <a:chOff x="13554906" y="3320109"/>
                  <a:chExt cx="443917" cy="425811"/>
                </a:xfrm>
              </p:grpSpPr>
              <p:grpSp>
                <p:nvGrpSpPr>
                  <p:cNvPr id="1100" name="Google Shape;1100;p91"/>
                  <p:cNvGrpSpPr/>
                  <p:nvPr/>
                </p:nvGrpSpPr>
                <p:grpSpPr>
                  <a:xfrm>
                    <a:off x="13554906" y="3320109"/>
                    <a:ext cx="443917" cy="425811"/>
                    <a:chOff x="12909684" y="1276143"/>
                    <a:chExt cx="443917" cy="425811"/>
                  </a:xfrm>
                </p:grpSpPr>
                <p:sp>
                  <p:nvSpPr>
                    <p:cNvPr id="1101" name="Google Shape;1101;p91"/>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102" name="Google Shape;1102;p91"/>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103" name="Google Shape;1103;p91"/>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104" name="Google Shape;1104;p91"/>
                  <p:cNvPicPr preferRelativeResize="0"/>
                  <p:nvPr/>
                </p:nvPicPr>
                <p:blipFill rotWithShape="1">
                  <a:blip r:embed="rId2">
                    <a:alphaModFix/>
                  </a:blip>
                  <a:srcRect/>
                  <a:stretch/>
                </p:blipFill>
                <p:spPr>
                  <a:xfrm>
                    <a:off x="13567296" y="3424991"/>
                    <a:ext cx="173367" cy="140220"/>
                  </a:xfrm>
                  <a:prstGeom prst="rect">
                    <a:avLst/>
                  </a:prstGeom>
                  <a:noFill/>
                  <a:ln>
                    <a:noFill/>
                  </a:ln>
                </p:spPr>
              </p:pic>
              <p:pic>
                <p:nvPicPr>
                  <p:cNvPr id="1105" name="Google Shape;1105;p91"/>
                  <p:cNvPicPr preferRelativeResize="0"/>
                  <p:nvPr/>
                </p:nvPicPr>
                <p:blipFill rotWithShape="1">
                  <a:blip r:embed="rId2">
                    <a:alphaModFix/>
                  </a:blip>
                  <a:srcRect/>
                  <a:stretch/>
                </p:blipFill>
                <p:spPr>
                  <a:xfrm flipH="1">
                    <a:off x="13635599" y="3449265"/>
                    <a:ext cx="173367" cy="111424"/>
                  </a:xfrm>
                  <a:prstGeom prst="rect">
                    <a:avLst/>
                  </a:prstGeom>
                  <a:noFill/>
                  <a:ln>
                    <a:noFill/>
                  </a:ln>
                </p:spPr>
              </p:pic>
            </p:grpSp>
            <p:grpSp>
              <p:nvGrpSpPr>
                <p:cNvPr id="1106" name="Google Shape;1106;p91"/>
                <p:cNvGrpSpPr/>
                <p:nvPr/>
              </p:nvGrpSpPr>
              <p:grpSpPr>
                <a:xfrm>
                  <a:off x="13103513" y="3705268"/>
                  <a:ext cx="145820" cy="146462"/>
                  <a:chOff x="13096169" y="3602278"/>
                  <a:chExt cx="145820" cy="146462"/>
                </a:xfrm>
              </p:grpSpPr>
              <p:sp>
                <p:nvSpPr>
                  <p:cNvPr id="1107" name="Google Shape;1107;p91"/>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108" name="Google Shape;1108;p91"/>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109" name="Google Shape;1109;p91"/>
                <p:cNvGrpSpPr/>
                <p:nvPr/>
              </p:nvGrpSpPr>
              <p:grpSpPr>
                <a:xfrm rot="10800000">
                  <a:off x="13061402" y="3665637"/>
                  <a:ext cx="145820" cy="146462"/>
                  <a:chOff x="13096169" y="3602278"/>
                  <a:chExt cx="145820" cy="146462"/>
                </a:xfrm>
              </p:grpSpPr>
              <p:sp>
                <p:nvSpPr>
                  <p:cNvPr id="1110" name="Google Shape;1110;p91"/>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111" name="Google Shape;1111;p91"/>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112" name="Google Shape;1112;p91"/>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113" name="Google Shape;1113;p91"/>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114" name="Google Shape;1114;p91"/>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115" name="Google Shape;1115;p91"/>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116" name="Google Shape;1116;p91"/>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117" name="Google Shape;1117;p91"/>
            <p:cNvGrpSpPr/>
            <p:nvPr/>
          </p:nvGrpSpPr>
          <p:grpSpPr>
            <a:xfrm>
              <a:off x="-3365484" y="1226982"/>
              <a:ext cx="446937" cy="406485"/>
              <a:chOff x="-3563526" y="1409294"/>
              <a:chExt cx="354190" cy="322133"/>
            </a:xfrm>
          </p:grpSpPr>
          <p:grpSp>
            <p:nvGrpSpPr>
              <p:cNvPr id="1118" name="Google Shape;1118;p91"/>
              <p:cNvGrpSpPr/>
              <p:nvPr/>
            </p:nvGrpSpPr>
            <p:grpSpPr>
              <a:xfrm>
                <a:off x="-3499992" y="1409294"/>
                <a:ext cx="225195" cy="195499"/>
                <a:chOff x="8987389" y="1361199"/>
                <a:chExt cx="2200275" cy="1914525"/>
              </a:xfrm>
            </p:grpSpPr>
            <p:sp>
              <p:nvSpPr>
                <p:cNvPr id="1119" name="Google Shape;1119;p91"/>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120" name="Google Shape;1120;p91"/>
                <p:cNvGrpSpPr/>
                <p:nvPr/>
              </p:nvGrpSpPr>
              <p:grpSpPr>
                <a:xfrm>
                  <a:off x="8987389" y="1361199"/>
                  <a:ext cx="2200275" cy="1914525"/>
                  <a:chOff x="8987389" y="1361199"/>
                  <a:chExt cx="2200275" cy="1914525"/>
                </a:xfrm>
              </p:grpSpPr>
              <p:sp>
                <p:nvSpPr>
                  <p:cNvPr id="1121" name="Google Shape;1121;p91"/>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122" name="Google Shape;1122;p91"/>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123" name="Google Shape;1123;p91"/>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grpSp>
        <p:nvGrpSpPr>
          <p:cNvPr id="1124" name="Google Shape;1124;p91"/>
          <p:cNvGrpSpPr/>
          <p:nvPr/>
        </p:nvGrpSpPr>
        <p:grpSpPr>
          <a:xfrm>
            <a:off x="12274716" y="7038001"/>
            <a:ext cx="3695970" cy="1277747"/>
            <a:chOff x="-3889316" y="-1461517"/>
            <a:chExt cx="3695970" cy="1277747"/>
          </a:xfrm>
        </p:grpSpPr>
        <p:sp>
          <p:nvSpPr>
            <p:cNvPr id="1125" name="Google Shape;1125;p91"/>
            <p:cNvSpPr/>
            <p:nvPr/>
          </p:nvSpPr>
          <p:spPr>
            <a:xfrm>
              <a:off x="-3786437" y="-1461517"/>
              <a:ext cx="3593091" cy="127774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 AN IMAGE</a:t>
              </a:r>
              <a:endParaRPr/>
            </a:p>
          </p:txBody>
        </p:sp>
        <p:sp>
          <p:nvSpPr>
            <p:cNvPr id="1126" name="Google Shape;1126;p91"/>
            <p:cNvSpPr/>
            <p:nvPr/>
          </p:nvSpPr>
          <p:spPr>
            <a:xfrm>
              <a:off x="-3603859" y="-993610"/>
              <a:ext cx="3229126" cy="65743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frame of the image by clicking on the tag alongside this instruction.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click 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 select the preferred image 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127" name="Google Shape;1127;p91"/>
            <p:cNvSpPr/>
            <p:nvPr/>
          </p:nvSpPr>
          <p:spPr>
            <a:xfrm rot="-5400000" flipH="1">
              <a:off x="-3925504" y="-1392501"/>
              <a:ext cx="175255" cy="102879"/>
            </a:xfrm>
            <a:prstGeom prst="triangle">
              <a:avLst>
                <a:gd name="adj" fmla="val 50000"/>
              </a:avLst>
            </a:prstGeom>
            <a:solidFill>
              <a:schemeClr val="accent1"/>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 symbol #2">
  <p:cSld name="Title slide + symbol #2">
    <p:bg>
      <p:bgPr>
        <a:solidFill>
          <a:schemeClr val="accent1"/>
        </a:solidFill>
        <a:effectLst/>
      </p:bgPr>
    </p:bg>
    <p:spTree>
      <p:nvGrpSpPr>
        <p:cNvPr id="1" name="Shape 1128"/>
        <p:cNvGrpSpPr/>
        <p:nvPr/>
      </p:nvGrpSpPr>
      <p:grpSpPr>
        <a:xfrm>
          <a:off x="0" y="0"/>
          <a:ext cx="0" cy="0"/>
          <a:chOff x="0" y="0"/>
          <a:chExt cx="0" cy="0"/>
        </a:xfrm>
      </p:grpSpPr>
      <p:sp>
        <p:nvSpPr>
          <p:cNvPr id="1129" name="Google Shape;1129;p92"/>
          <p:cNvSpPr/>
          <p:nvPr/>
        </p:nvSpPr>
        <p:spPr>
          <a:xfrm>
            <a:off x="-10751" y="0"/>
            <a:ext cx="12202751" cy="6858000"/>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sp>
        <p:nvSpPr>
          <p:cNvPr id="1130" name="Google Shape;1130;p92"/>
          <p:cNvSpPr txBox="1">
            <a:spLocks noGrp="1"/>
          </p:cNvSpPr>
          <p:nvPr>
            <p:ph type="title"/>
          </p:nvPr>
        </p:nvSpPr>
        <p:spPr>
          <a:xfrm>
            <a:off x="0" y="-429019"/>
            <a:ext cx="2451633"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1" name="Google Shape;1131;p92"/>
          <p:cNvSpPr txBox="1">
            <a:spLocks noGrp="1"/>
          </p:cNvSpPr>
          <p:nvPr>
            <p:ph type="body" idx="1"/>
          </p:nvPr>
        </p:nvSpPr>
        <p:spPr>
          <a:xfrm>
            <a:off x="719138" y="3950387"/>
            <a:ext cx="10752137" cy="1333698"/>
          </a:xfrm>
          <a:prstGeom prst="rect">
            <a:avLst/>
          </a:prstGeom>
          <a:noFill/>
          <a:ln>
            <a:noFill/>
          </a:ln>
        </p:spPr>
        <p:txBody>
          <a:bodyPr spcFirstLastPara="1" wrap="square" lIns="0" tIns="0" rIns="0" bIns="0" anchor="b" anchorCtr="0">
            <a:spAutoFit/>
          </a:bodyPr>
          <a:lstStyle>
            <a:lvl1pPr marL="457200" lvl="0" indent="-228600" algn="r">
              <a:lnSpc>
                <a:spcPct val="108333"/>
              </a:lnSpc>
              <a:spcBef>
                <a:spcPts val="0"/>
              </a:spcBef>
              <a:spcAft>
                <a:spcPts val="0"/>
              </a:spcAft>
              <a:buSzPts val="5760"/>
              <a:buNone/>
              <a:defRPr sz="4800" b="1" i="0">
                <a:solidFill>
                  <a:schemeClr val="lt1"/>
                </a:solidFill>
                <a:latin typeface="Arial"/>
                <a:ea typeface="Arial"/>
                <a:cs typeface="Arial"/>
                <a:sym typeface="Arial"/>
              </a:defRPr>
            </a:lvl1pPr>
            <a:lvl2pPr marL="914400" lvl="1" indent="-228600" algn="r">
              <a:lnSpc>
                <a:spcPct val="90000"/>
              </a:lnSpc>
              <a:spcBef>
                <a:spcPts val="600"/>
              </a:spcBef>
              <a:spcAft>
                <a:spcPts val="0"/>
              </a:spcAft>
              <a:buSzPts val="5280"/>
              <a:buNone/>
              <a:defRPr sz="4400" b="1"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4400"/>
              <a:buFont typeface="Arial"/>
              <a:buNone/>
              <a:defRPr sz="4400" b="1"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4400"/>
              <a:buFont typeface="Arial"/>
              <a:buNone/>
              <a:defRPr sz="4400" b="1"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4400"/>
              <a:buFont typeface="Arial"/>
              <a:buNone/>
              <a:defRPr sz="4400" b="1" i="0">
                <a:solidFill>
                  <a:schemeClr val="lt1"/>
                </a:solidFill>
                <a:latin typeface="Arial"/>
                <a:ea typeface="Arial"/>
                <a:cs typeface="Arial"/>
                <a:sym typeface="Arial"/>
              </a:defRPr>
            </a:lvl9pPr>
          </a:lstStyle>
          <a:p>
            <a:endParaRPr/>
          </a:p>
        </p:txBody>
      </p:sp>
      <p:sp>
        <p:nvSpPr>
          <p:cNvPr id="1132" name="Google Shape;1132;p92"/>
          <p:cNvSpPr txBox="1">
            <a:spLocks noGrp="1"/>
          </p:cNvSpPr>
          <p:nvPr>
            <p:ph type="body" idx="2"/>
          </p:nvPr>
        </p:nvSpPr>
        <p:spPr>
          <a:xfrm>
            <a:off x="719137" y="5404234"/>
            <a:ext cx="10763113" cy="332399"/>
          </a:xfrm>
          <a:prstGeom prst="rect">
            <a:avLst/>
          </a:prstGeom>
          <a:noFill/>
          <a:ln>
            <a:noFill/>
          </a:ln>
        </p:spPr>
        <p:txBody>
          <a:bodyPr spcFirstLastPara="1" wrap="square" lIns="0" tIns="0" rIns="0" bIns="0" anchor="t" anchorCtr="0">
            <a:spAutoFit/>
          </a:bodyPr>
          <a:lstStyle>
            <a:lvl1pPr marL="457200" lvl="0" indent="-228600" algn="r">
              <a:lnSpc>
                <a:spcPct val="90000"/>
              </a:lnSpc>
              <a:spcBef>
                <a:spcPts val="600"/>
              </a:spcBef>
              <a:spcAft>
                <a:spcPts val="0"/>
              </a:spcAft>
              <a:buSzPts val="2880"/>
              <a:buFont typeface="Arial"/>
              <a:buNone/>
              <a:defRPr sz="2400" b="0" i="0">
                <a:solidFill>
                  <a:schemeClr val="dk2"/>
                </a:solidFill>
                <a:latin typeface="Arial"/>
                <a:ea typeface="Arial"/>
                <a:cs typeface="Arial"/>
                <a:sym typeface="Arial"/>
              </a:defRPr>
            </a:lvl1pPr>
            <a:lvl2pPr marL="914400" lvl="1" indent="-228600" algn="r">
              <a:lnSpc>
                <a:spcPct val="90000"/>
              </a:lnSpc>
              <a:spcBef>
                <a:spcPts val="600"/>
              </a:spcBef>
              <a:spcAft>
                <a:spcPts val="0"/>
              </a:spcAft>
              <a:buSzPts val="2880"/>
              <a:buFont typeface="Arial"/>
              <a:buNone/>
              <a:defRPr sz="2400" b="0" i="0">
                <a:solidFill>
                  <a:schemeClr val="lt1"/>
                </a:solidFill>
                <a:latin typeface="Arial"/>
                <a:ea typeface="Arial"/>
                <a:cs typeface="Arial"/>
                <a:sym typeface="Arial"/>
              </a:defRPr>
            </a:lvl2pPr>
            <a:lvl3pPr marL="1371600" lvl="2"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3pPr>
            <a:lvl4pPr marL="1828800" lvl="3"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4pPr>
            <a:lvl5pPr marL="2286000" lvl="4" indent="-228600" algn="r">
              <a:lnSpc>
                <a:spcPct val="90000"/>
              </a:lnSpc>
              <a:spcBef>
                <a:spcPts val="600"/>
              </a:spcBef>
              <a:spcAft>
                <a:spcPts val="0"/>
              </a:spcAft>
              <a:buClr>
                <a:schemeClr val="lt1"/>
              </a:buClr>
              <a:buSzPts val="2400"/>
              <a:buFont typeface="Arial"/>
              <a:buNone/>
              <a:defRPr sz="2400" b="0" i="0">
                <a:solidFill>
                  <a:schemeClr val="lt1"/>
                </a:solidFill>
                <a:latin typeface="Arial"/>
                <a:ea typeface="Arial"/>
                <a:cs typeface="Arial"/>
                <a:sym typeface="Arial"/>
              </a:defRPr>
            </a:lvl5pPr>
            <a:lvl6pPr marL="2743200" lvl="5"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6pPr>
            <a:lvl7pPr marL="3200400" lvl="6"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7pPr>
            <a:lvl8pPr marL="3657600" lvl="7" indent="-228600" algn="r">
              <a:lnSpc>
                <a:spcPct val="90000"/>
              </a:lnSpc>
              <a:spcBef>
                <a:spcPts val="600"/>
              </a:spcBef>
              <a:spcAft>
                <a:spcPts val="0"/>
              </a:spcAft>
              <a:buSzPts val="2400"/>
              <a:buFont typeface="Arial"/>
              <a:buNone/>
              <a:defRPr sz="2400" b="0" i="0">
                <a:solidFill>
                  <a:schemeClr val="lt1"/>
                </a:solidFill>
                <a:latin typeface="Arial"/>
                <a:ea typeface="Arial"/>
                <a:cs typeface="Arial"/>
                <a:sym typeface="Arial"/>
              </a:defRPr>
            </a:lvl8pPr>
            <a:lvl9pPr marL="4114800" lvl="8" indent="-228600" algn="r">
              <a:lnSpc>
                <a:spcPct val="90000"/>
              </a:lnSpc>
              <a:spcBef>
                <a:spcPts val="600"/>
              </a:spcBef>
              <a:spcAft>
                <a:spcPts val="600"/>
              </a:spcAft>
              <a:buSzPts val="2400"/>
              <a:buFont typeface="Arial"/>
              <a:buNone/>
              <a:defRPr sz="2400" b="0" i="0">
                <a:solidFill>
                  <a:schemeClr val="lt1"/>
                </a:solidFill>
                <a:latin typeface="Arial"/>
                <a:ea typeface="Arial"/>
                <a:cs typeface="Arial"/>
                <a:sym typeface="Arial"/>
              </a:defRPr>
            </a:lvl9pPr>
          </a:lstStyle>
          <a:p>
            <a:endParaRPr/>
          </a:p>
        </p:txBody>
      </p:sp>
      <p:sp>
        <p:nvSpPr>
          <p:cNvPr id="1133" name="Google Shape;1133;p92"/>
          <p:cNvSpPr txBox="1">
            <a:spLocks noGrp="1"/>
          </p:cNvSpPr>
          <p:nvPr>
            <p:ph type="dt" idx="10"/>
          </p:nvPr>
        </p:nvSpPr>
        <p:spPr>
          <a:xfrm>
            <a:off x="10705040" y="5813671"/>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sz="1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134" name="Google Shape;1134;p92"/>
          <p:cNvGrpSpPr/>
          <p:nvPr/>
        </p:nvGrpSpPr>
        <p:grpSpPr>
          <a:xfrm>
            <a:off x="721114" y="437497"/>
            <a:ext cx="1530269" cy="594427"/>
            <a:chOff x="717019" y="5865846"/>
            <a:chExt cx="1413341" cy="549007"/>
          </a:xfrm>
        </p:grpSpPr>
        <p:sp>
          <p:nvSpPr>
            <p:cNvPr id="1135" name="Google Shape;1135;p92"/>
            <p:cNvSpPr/>
            <p:nvPr/>
          </p:nvSpPr>
          <p:spPr>
            <a:xfrm>
              <a:off x="998576" y="6136009"/>
              <a:ext cx="258644" cy="277455"/>
            </a:xfrm>
            <a:custGeom>
              <a:avLst/>
              <a:gdLst/>
              <a:ahLst/>
              <a:cxnLst/>
              <a:rect l="l" t="t" r="r" b="b"/>
              <a:pathLst>
                <a:path w="258644" h="277455"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36" name="Google Shape;1136;p92"/>
            <p:cNvSpPr/>
            <p:nvPr/>
          </p:nvSpPr>
          <p:spPr>
            <a:xfrm>
              <a:off x="717019" y="6136183"/>
              <a:ext cx="244583" cy="271726"/>
            </a:xfrm>
            <a:custGeom>
              <a:avLst/>
              <a:gdLst/>
              <a:ahLst/>
              <a:cxnLst/>
              <a:rect l="l" t="t" r="r" b="b"/>
              <a:pathLst>
                <a:path w="244583" h="271726"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37" name="Google Shape;1137;p92"/>
            <p:cNvSpPr/>
            <p:nvPr/>
          </p:nvSpPr>
          <p:spPr>
            <a:xfrm>
              <a:off x="792227" y="5865846"/>
              <a:ext cx="256862" cy="254189"/>
            </a:xfrm>
            <a:custGeom>
              <a:avLst/>
              <a:gdLst/>
              <a:ahLst/>
              <a:cxnLst/>
              <a:rect l="l" t="t" r="r" b="b"/>
              <a:pathLst>
                <a:path w="256862" h="254189"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38" name="Google Shape;1138;p92"/>
            <p:cNvSpPr/>
            <p:nvPr/>
          </p:nvSpPr>
          <p:spPr>
            <a:xfrm>
              <a:off x="1588597" y="6213099"/>
              <a:ext cx="172024" cy="200539"/>
            </a:xfrm>
            <a:custGeom>
              <a:avLst/>
              <a:gdLst/>
              <a:ahLst/>
              <a:cxnLst/>
              <a:rect l="l" t="t" r="r" b="b"/>
              <a:pathLst>
                <a:path w="172024" h="200539"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39" name="Google Shape;1139;p92"/>
            <p:cNvSpPr/>
            <p:nvPr/>
          </p:nvSpPr>
          <p:spPr>
            <a:xfrm>
              <a:off x="1803323" y="6136183"/>
              <a:ext cx="35585" cy="271552"/>
            </a:xfrm>
            <a:custGeom>
              <a:avLst/>
              <a:gdLst/>
              <a:ahLst/>
              <a:cxnLst/>
              <a:rect l="l" t="t" r="r" b="b"/>
              <a:pathLst>
                <a:path w="35585" h="271552" extrusionOk="0">
                  <a:moveTo>
                    <a:pt x="0" y="0"/>
                  </a:moveTo>
                  <a:lnTo>
                    <a:pt x="35585" y="0"/>
                  </a:lnTo>
                  <a:lnTo>
                    <a:pt x="35585" y="271552"/>
                  </a:lnTo>
                  <a:lnTo>
                    <a:pt x="0" y="271552"/>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0" name="Google Shape;1140;p92"/>
            <p:cNvSpPr/>
            <p:nvPr/>
          </p:nvSpPr>
          <p:spPr>
            <a:xfrm>
              <a:off x="1880049" y="6129238"/>
              <a:ext cx="122204" cy="278671"/>
            </a:xfrm>
            <a:custGeom>
              <a:avLst/>
              <a:gdLst/>
              <a:ahLst/>
              <a:cxnLst/>
              <a:rect l="l" t="t" r="r" b="b"/>
              <a:pathLst>
                <a:path w="122204" h="27867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1" name="Google Shape;1141;p92"/>
            <p:cNvSpPr/>
            <p:nvPr/>
          </p:nvSpPr>
          <p:spPr>
            <a:xfrm>
              <a:off x="2016661" y="6168998"/>
              <a:ext cx="113699" cy="245855"/>
            </a:xfrm>
            <a:custGeom>
              <a:avLst/>
              <a:gdLst/>
              <a:ahLst/>
              <a:cxnLst/>
              <a:rect l="l" t="t" r="r" b="b"/>
              <a:pathLst>
                <a:path w="113699" h="245855"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2" name="Google Shape;1142;p92"/>
            <p:cNvSpPr/>
            <p:nvPr/>
          </p:nvSpPr>
          <p:spPr>
            <a:xfrm>
              <a:off x="1332730" y="6134967"/>
              <a:ext cx="221843" cy="272941"/>
            </a:xfrm>
            <a:custGeom>
              <a:avLst/>
              <a:gdLst/>
              <a:ahLst/>
              <a:cxnLst/>
              <a:rect l="l" t="t" r="r" b="b"/>
              <a:pathLst>
                <a:path w="221843" h="27294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ext">
  <p:cSld name="Text">
    <p:spTree>
      <p:nvGrpSpPr>
        <p:cNvPr id="1" name="Shape 1143"/>
        <p:cNvGrpSpPr/>
        <p:nvPr/>
      </p:nvGrpSpPr>
      <p:grpSpPr>
        <a:xfrm>
          <a:off x="0" y="0"/>
          <a:ext cx="0" cy="0"/>
          <a:chOff x="0" y="0"/>
          <a:chExt cx="0" cy="0"/>
        </a:xfrm>
      </p:grpSpPr>
      <p:sp>
        <p:nvSpPr>
          <p:cNvPr id="1144" name="Google Shape;1144;p93"/>
          <p:cNvSpPr/>
          <p:nvPr/>
        </p:nvSpPr>
        <p:spPr>
          <a:xfrm>
            <a:off x="0" y="-441330"/>
            <a:ext cx="457369"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Text</a:t>
            </a:r>
            <a:endParaRPr/>
          </a:p>
        </p:txBody>
      </p:sp>
      <p:sp>
        <p:nvSpPr>
          <p:cNvPr id="1145" name="Google Shape;1145;p93"/>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6" name="Google Shape;1146;p93"/>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1147" name="Google Shape;1147;p93"/>
          <p:cNvSpPr txBox="1">
            <a:spLocks noGrp="1"/>
          </p:cNvSpPr>
          <p:nvPr>
            <p:ph type="body" idx="1"/>
          </p:nvPr>
        </p:nvSpPr>
        <p:spPr>
          <a:xfrm>
            <a:off x="719139" y="1565274"/>
            <a:ext cx="10752136" cy="4435476"/>
          </a:xfrm>
          <a:prstGeom prst="rect">
            <a:avLst/>
          </a:prstGeom>
          <a:noFill/>
          <a:ln>
            <a:noFill/>
          </a:ln>
        </p:spPr>
        <p:txBody>
          <a:bodyPr spcFirstLastPara="1" wrap="square" lIns="0" tIns="0" rIns="0" bIns="0" anchor="t" anchorCtr="0">
            <a:noAutofit/>
          </a:bodyPr>
          <a:lstStyle>
            <a:lvl1pPr marL="457200" lvl="0" indent="-365760" algn="l">
              <a:lnSpc>
                <a:spcPct val="90000"/>
              </a:lnSpc>
              <a:spcBef>
                <a:spcPts val="600"/>
              </a:spcBef>
              <a:spcAft>
                <a:spcPts val="0"/>
              </a:spcAft>
              <a:buSzPts val="2160"/>
              <a:buChar char="•"/>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148" name="Google Shape;1148;p93"/>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149" name="Google Shape;1149;p93"/>
          <p:cNvGrpSpPr/>
          <p:nvPr/>
        </p:nvGrpSpPr>
        <p:grpSpPr>
          <a:xfrm>
            <a:off x="-3786437" y="0"/>
            <a:ext cx="3693386" cy="5359349"/>
            <a:chOff x="-3786437" y="0"/>
            <a:chExt cx="3693386" cy="5359349"/>
          </a:xfrm>
        </p:grpSpPr>
        <p:sp>
          <p:nvSpPr>
            <p:cNvPr id="1150" name="Google Shape;1150;p93"/>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151" name="Google Shape;1151;p93"/>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152" name="Google Shape;1152;p93"/>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1153" name="Google Shape;1153;p93"/>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154" name="Google Shape;1154;p93"/>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155" name="Google Shape;1155;p93"/>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1156" name="Google Shape;1156;p93"/>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157" name="Google Shape;1157;p93"/>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1158" name="Google Shape;1158;p93"/>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159" name="Google Shape;1159;p93"/>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1160" name="Google Shape;1160;p93"/>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1161" name="Google Shape;1161;p93"/>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1162" name="Google Shape;1162;p93"/>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1163" name="Google Shape;1163;p93"/>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1164" name="Google Shape;1164;p93"/>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1165" name="Google Shape;1165;p93"/>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1166" name="Google Shape;1166;p93"/>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1167" name="Google Shape;1167;p93"/>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1168" name="Google Shape;1168;p93"/>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1169" name="Google Shape;1169;p93"/>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1170" name="Google Shape;1170;p93"/>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171" name="Google Shape;1171;p93"/>
            <p:cNvGrpSpPr/>
            <p:nvPr/>
          </p:nvGrpSpPr>
          <p:grpSpPr>
            <a:xfrm>
              <a:off x="-376736" y="4400186"/>
              <a:ext cx="283685" cy="283685"/>
              <a:chOff x="-510741" y="5913713"/>
              <a:chExt cx="267555" cy="267555"/>
            </a:xfrm>
          </p:grpSpPr>
          <p:sp>
            <p:nvSpPr>
              <p:cNvPr id="1172" name="Google Shape;1172;p93"/>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173" name="Google Shape;1173;p93"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174" name="Google Shape;1174;p93"/>
            <p:cNvGrpSpPr/>
            <p:nvPr/>
          </p:nvGrpSpPr>
          <p:grpSpPr>
            <a:xfrm>
              <a:off x="-3605171" y="458674"/>
              <a:ext cx="3234311" cy="558875"/>
              <a:chOff x="-3605171" y="458674"/>
              <a:chExt cx="3234311" cy="558875"/>
            </a:xfrm>
          </p:grpSpPr>
          <p:sp>
            <p:nvSpPr>
              <p:cNvPr id="1175" name="Google Shape;1175;p93"/>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1176" name="Google Shape;1176;p93"/>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177" name="Google Shape;1177;p93"/>
              <p:cNvGrpSpPr/>
              <p:nvPr/>
            </p:nvGrpSpPr>
            <p:grpSpPr>
              <a:xfrm>
                <a:off x="-3386247" y="830871"/>
                <a:ext cx="139423" cy="109566"/>
                <a:chOff x="-2866744" y="827071"/>
                <a:chExt cx="168701" cy="132575"/>
              </a:xfrm>
            </p:grpSpPr>
            <p:grpSp>
              <p:nvGrpSpPr>
                <p:cNvPr id="1178" name="Google Shape;1178;p93"/>
                <p:cNvGrpSpPr/>
                <p:nvPr/>
              </p:nvGrpSpPr>
              <p:grpSpPr>
                <a:xfrm>
                  <a:off x="-2866744" y="827071"/>
                  <a:ext cx="168701" cy="132575"/>
                  <a:chOff x="-2866744" y="827071"/>
                  <a:chExt cx="168701" cy="132575"/>
                </a:xfrm>
              </p:grpSpPr>
              <p:cxnSp>
                <p:nvCxnSpPr>
                  <p:cNvPr id="1179" name="Google Shape;1179;p93"/>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80" name="Google Shape;1180;p93"/>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81" name="Google Shape;1181;p93"/>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82" name="Google Shape;1182;p93"/>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83" name="Google Shape;1183;p93"/>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184" name="Google Shape;1184;p93"/>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185" name="Google Shape;1185;p93"/>
              <p:cNvGrpSpPr/>
              <p:nvPr/>
            </p:nvGrpSpPr>
            <p:grpSpPr>
              <a:xfrm>
                <a:off x="-3605171" y="830871"/>
                <a:ext cx="139423" cy="109566"/>
                <a:chOff x="-2866744" y="518074"/>
                <a:chExt cx="168701" cy="132575"/>
              </a:xfrm>
            </p:grpSpPr>
            <p:grpSp>
              <p:nvGrpSpPr>
                <p:cNvPr id="1186" name="Google Shape;1186;p93"/>
                <p:cNvGrpSpPr/>
                <p:nvPr/>
              </p:nvGrpSpPr>
              <p:grpSpPr>
                <a:xfrm>
                  <a:off x="-2866744" y="518074"/>
                  <a:ext cx="168701" cy="132575"/>
                  <a:chOff x="-2866744" y="518074"/>
                  <a:chExt cx="168701" cy="132575"/>
                </a:xfrm>
              </p:grpSpPr>
              <p:cxnSp>
                <p:nvCxnSpPr>
                  <p:cNvPr id="1187" name="Google Shape;1187;p93"/>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88" name="Google Shape;1188;p93"/>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89" name="Google Shape;1189;p93"/>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90" name="Google Shape;1190;p93"/>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191" name="Google Shape;1191;p93"/>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192" name="Google Shape;1192;p93"/>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1193" name="Google Shape;1193;p93"/>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1194" name="Google Shape;1194;p93"/>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1195" name="Google Shape;1195;p93"/>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1196" name="Google Shape;1196;p93"/>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1197" name="Google Shape;1197;p93"/>
              <p:cNvGrpSpPr/>
              <p:nvPr/>
            </p:nvGrpSpPr>
            <p:grpSpPr>
              <a:xfrm>
                <a:off x="-2916763" y="769168"/>
                <a:ext cx="268738" cy="248381"/>
                <a:chOff x="-2916763" y="769168"/>
                <a:chExt cx="268738" cy="248381"/>
              </a:xfrm>
            </p:grpSpPr>
            <p:sp>
              <p:nvSpPr>
                <p:cNvPr id="1198" name="Google Shape;1198;p93"/>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199" name="Google Shape;1199;p93"/>
                <p:cNvGrpSpPr/>
                <p:nvPr/>
              </p:nvGrpSpPr>
              <p:grpSpPr>
                <a:xfrm>
                  <a:off x="-2866744" y="827071"/>
                  <a:ext cx="168701" cy="132575"/>
                  <a:chOff x="-2866744" y="827071"/>
                  <a:chExt cx="168701" cy="132575"/>
                </a:xfrm>
              </p:grpSpPr>
              <p:cxnSp>
                <p:nvCxnSpPr>
                  <p:cNvPr id="1200" name="Google Shape;1200;p93"/>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01" name="Google Shape;1201;p93"/>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02" name="Google Shape;1202;p93"/>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03" name="Google Shape;1203;p93"/>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04" name="Google Shape;1204;p93"/>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205" name="Google Shape;1205;p93"/>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206" name="Google Shape;1206;p93"/>
              <p:cNvGrpSpPr/>
              <p:nvPr/>
            </p:nvGrpSpPr>
            <p:grpSpPr>
              <a:xfrm>
                <a:off x="-2916763" y="460171"/>
                <a:ext cx="268738" cy="248381"/>
                <a:chOff x="-2916763" y="460171"/>
                <a:chExt cx="268738" cy="248381"/>
              </a:xfrm>
            </p:grpSpPr>
            <p:sp>
              <p:nvSpPr>
                <p:cNvPr id="1207" name="Google Shape;1207;p93"/>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208" name="Google Shape;1208;p93"/>
                <p:cNvGrpSpPr/>
                <p:nvPr/>
              </p:nvGrpSpPr>
              <p:grpSpPr>
                <a:xfrm>
                  <a:off x="-2866744" y="518074"/>
                  <a:ext cx="168701" cy="132575"/>
                  <a:chOff x="-2866744" y="518074"/>
                  <a:chExt cx="168701" cy="132575"/>
                </a:xfrm>
              </p:grpSpPr>
              <p:cxnSp>
                <p:nvCxnSpPr>
                  <p:cNvPr id="1209" name="Google Shape;1209;p93"/>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10" name="Google Shape;1210;p93"/>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11" name="Google Shape;1211;p93"/>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12" name="Google Shape;1212;p93"/>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13" name="Google Shape;1213;p93"/>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214" name="Google Shape;1214;p93"/>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1215" name="Google Shape;1215;p93"/>
            <p:cNvGrpSpPr/>
            <p:nvPr/>
          </p:nvGrpSpPr>
          <p:grpSpPr>
            <a:xfrm>
              <a:off x="-938434" y="4663037"/>
              <a:ext cx="627798" cy="576693"/>
              <a:chOff x="-1753862" y="6112775"/>
              <a:chExt cx="759635" cy="697798"/>
            </a:xfrm>
          </p:grpSpPr>
          <p:grpSp>
            <p:nvGrpSpPr>
              <p:cNvPr id="1216" name="Google Shape;1216;p93"/>
              <p:cNvGrpSpPr/>
              <p:nvPr/>
            </p:nvGrpSpPr>
            <p:grpSpPr>
              <a:xfrm>
                <a:off x="-1484858" y="6112775"/>
                <a:ext cx="205431" cy="293286"/>
                <a:chOff x="4768" y="2783"/>
                <a:chExt cx="788" cy="1125"/>
              </a:xfrm>
            </p:grpSpPr>
            <p:sp>
              <p:nvSpPr>
                <p:cNvPr id="1217" name="Google Shape;1217;p93"/>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218" name="Google Shape;1218;p93"/>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219" name="Google Shape;1219;p93"/>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220" name="Google Shape;1220;p93"/>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S) + text | light mode">
  <p:cSld name="Image (S) + text | light mode">
    <p:bg>
      <p:bgPr>
        <a:solidFill>
          <a:schemeClr val="lt1"/>
        </a:solidFill>
        <a:effectLst/>
      </p:bgPr>
    </p:bg>
    <p:spTree>
      <p:nvGrpSpPr>
        <p:cNvPr id="1" name="Shape 1221"/>
        <p:cNvGrpSpPr/>
        <p:nvPr/>
      </p:nvGrpSpPr>
      <p:grpSpPr>
        <a:xfrm>
          <a:off x="0" y="0"/>
          <a:ext cx="0" cy="0"/>
          <a:chOff x="0" y="0"/>
          <a:chExt cx="0" cy="0"/>
        </a:xfrm>
      </p:grpSpPr>
      <p:sp>
        <p:nvSpPr>
          <p:cNvPr id="1222" name="Google Shape;1222;p94"/>
          <p:cNvSpPr>
            <a:spLocks noGrp="1"/>
          </p:cNvSpPr>
          <p:nvPr>
            <p:ph type="pic" idx="2"/>
          </p:nvPr>
        </p:nvSpPr>
        <p:spPr>
          <a:xfrm>
            <a:off x="-1" y="0"/>
            <a:ext cx="3735859" cy="6858000"/>
          </a:xfrm>
          <a:prstGeom prst="rect">
            <a:avLst/>
          </a:prstGeom>
          <a:solidFill>
            <a:srgbClr val="D8D8D8"/>
          </a:solidFill>
          <a:ln>
            <a:noFill/>
          </a:ln>
        </p:spPr>
      </p:sp>
      <p:sp>
        <p:nvSpPr>
          <p:cNvPr id="1223" name="Google Shape;1223;p94"/>
          <p:cNvSpPr txBox="1">
            <a:spLocks noGrp="1"/>
          </p:cNvSpPr>
          <p:nvPr>
            <p:ph type="body" idx="1"/>
          </p:nvPr>
        </p:nvSpPr>
        <p:spPr>
          <a:xfrm>
            <a:off x="4453622" y="1569104"/>
            <a:ext cx="7016140"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SzPts val="2400"/>
              <a:buChar char="•"/>
              <a:defRPr/>
            </a:lvl1pPr>
            <a:lvl2pPr marL="914400" lvl="1" indent="-381000" algn="l">
              <a:lnSpc>
                <a:spcPct val="90000"/>
              </a:lnSpc>
              <a:spcBef>
                <a:spcPts val="600"/>
              </a:spcBef>
              <a:spcAft>
                <a:spcPts val="0"/>
              </a:spcAft>
              <a:buSzPts val="2400"/>
              <a:buChar char="•"/>
              <a:defRPr/>
            </a:lvl2pPr>
            <a:lvl3pPr marL="1371600" lvl="2" indent="-228600" algn="l">
              <a:lnSpc>
                <a:spcPct val="90000"/>
              </a:lnSpc>
              <a:spcBef>
                <a:spcPts val="600"/>
              </a:spcBef>
              <a:spcAft>
                <a:spcPts val="0"/>
              </a:spcAft>
              <a:buSzPts val="2000"/>
              <a:buNone/>
              <a:defRPr/>
            </a:lvl3pPr>
            <a:lvl4pPr marL="1828800" lvl="3" indent="-228600" algn="l">
              <a:lnSpc>
                <a:spcPct val="90000"/>
              </a:lnSpc>
              <a:spcBef>
                <a:spcPts val="600"/>
              </a:spcBef>
              <a:spcAft>
                <a:spcPts val="0"/>
              </a:spcAft>
              <a:buClr>
                <a:schemeClr val="dk2"/>
              </a:buClr>
              <a:buSzPts val="3600"/>
              <a:buNone/>
              <a:defRPr/>
            </a:lvl4pPr>
            <a:lvl5pPr marL="2286000" lvl="4" indent="-228600" algn="l">
              <a:lnSpc>
                <a:spcPct val="90000"/>
              </a:lnSpc>
              <a:spcBef>
                <a:spcPts val="600"/>
              </a:spcBef>
              <a:spcAft>
                <a:spcPts val="0"/>
              </a:spcAft>
              <a:buClr>
                <a:schemeClr val="accent1"/>
              </a:buClr>
              <a:buSzPts val="2400"/>
              <a:buNone/>
              <a:defRPr/>
            </a:lvl5pPr>
            <a:lvl6pPr marL="2743200" lvl="5" indent="-228600" algn="l">
              <a:lnSpc>
                <a:spcPct val="90000"/>
              </a:lnSpc>
              <a:spcBef>
                <a:spcPts val="600"/>
              </a:spcBef>
              <a:spcAft>
                <a:spcPts val="0"/>
              </a:spcAft>
              <a:buSzPts val="2000"/>
              <a:buNone/>
              <a:defRPr/>
            </a:lvl6pPr>
            <a:lvl7pPr marL="3200400" lvl="6" indent="-355600" algn="l">
              <a:lnSpc>
                <a:spcPct val="90000"/>
              </a:lnSpc>
              <a:spcBef>
                <a:spcPts val="600"/>
              </a:spcBef>
              <a:spcAft>
                <a:spcPts val="0"/>
              </a:spcAft>
              <a:buSzPts val="2000"/>
              <a:buAutoNum type="arabicPeriod"/>
              <a:defRPr/>
            </a:lvl7pPr>
            <a:lvl8pPr marL="3657600" lvl="7" indent="-355600" algn="l">
              <a:lnSpc>
                <a:spcPct val="90000"/>
              </a:lnSpc>
              <a:spcBef>
                <a:spcPts val="600"/>
              </a:spcBef>
              <a:spcAft>
                <a:spcPts val="0"/>
              </a:spcAft>
              <a:buSzPts val="2000"/>
              <a:buAutoNum type="alphaLcPeriod"/>
              <a:defRPr/>
            </a:lvl8pPr>
            <a:lvl9pPr marL="4114800" lvl="8" indent="-228600" algn="l">
              <a:lnSpc>
                <a:spcPct val="90000"/>
              </a:lnSpc>
              <a:spcBef>
                <a:spcPts val="600"/>
              </a:spcBef>
              <a:spcAft>
                <a:spcPts val="600"/>
              </a:spcAft>
              <a:buSzPts val="1600"/>
              <a:buNone/>
              <a:defRPr/>
            </a:lvl9pPr>
          </a:lstStyle>
          <a:p>
            <a:endParaRPr/>
          </a:p>
        </p:txBody>
      </p:sp>
      <p:sp>
        <p:nvSpPr>
          <p:cNvPr id="1224" name="Google Shape;1224;p94"/>
          <p:cNvSpPr/>
          <p:nvPr/>
        </p:nvSpPr>
        <p:spPr>
          <a:xfrm>
            <a:off x="0" y="-441330"/>
            <a:ext cx="310982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(S) + text | light mode</a:t>
            </a:r>
            <a:endParaRPr/>
          </a:p>
        </p:txBody>
      </p:sp>
      <p:sp>
        <p:nvSpPr>
          <p:cNvPr id="1225" name="Google Shape;1225;p94"/>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6" name="Google Shape;1226;p94"/>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dk2"/>
                </a:solidFill>
                <a:latin typeface="Arial"/>
                <a:ea typeface="Arial"/>
                <a:cs typeface="Arial"/>
                <a:sym typeface="Arial"/>
              </a:defRPr>
            </a:lvl1pPr>
            <a:lvl2pPr marL="0" lvl="1" indent="0" algn="r">
              <a:spcBef>
                <a:spcPts val="0"/>
              </a:spcBef>
              <a:buNone/>
              <a:defRPr sz="1200" b="1">
                <a:solidFill>
                  <a:schemeClr val="dk2"/>
                </a:solidFill>
                <a:latin typeface="Arial"/>
                <a:ea typeface="Arial"/>
                <a:cs typeface="Arial"/>
                <a:sym typeface="Arial"/>
              </a:defRPr>
            </a:lvl2pPr>
            <a:lvl3pPr marL="0" lvl="2" indent="0" algn="r">
              <a:spcBef>
                <a:spcPts val="0"/>
              </a:spcBef>
              <a:buNone/>
              <a:defRPr sz="1200" b="1">
                <a:solidFill>
                  <a:schemeClr val="dk2"/>
                </a:solidFill>
                <a:latin typeface="Arial"/>
                <a:ea typeface="Arial"/>
                <a:cs typeface="Arial"/>
                <a:sym typeface="Arial"/>
              </a:defRPr>
            </a:lvl3pPr>
            <a:lvl4pPr marL="0" lvl="3" indent="0" algn="r">
              <a:spcBef>
                <a:spcPts val="0"/>
              </a:spcBef>
              <a:buNone/>
              <a:defRPr sz="1200" b="1">
                <a:solidFill>
                  <a:schemeClr val="dk2"/>
                </a:solidFill>
                <a:latin typeface="Arial"/>
                <a:ea typeface="Arial"/>
                <a:cs typeface="Arial"/>
                <a:sym typeface="Arial"/>
              </a:defRPr>
            </a:lvl4pPr>
            <a:lvl5pPr marL="0" lvl="4" indent="0" algn="r">
              <a:spcBef>
                <a:spcPts val="0"/>
              </a:spcBef>
              <a:buNone/>
              <a:defRPr sz="1200" b="1">
                <a:solidFill>
                  <a:schemeClr val="dk2"/>
                </a:solidFill>
                <a:latin typeface="Arial"/>
                <a:ea typeface="Arial"/>
                <a:cs typeface="Arial"/>
                <a:sym typeface="Arial"/>
              </a:defRPr>
            </a:lvl5pPr>
            <a:lvl6pPr marL="0" lvl="5" indent="0" algn="r">
              <a:spcBef>
                <a:spcPts val="0"/>
              </a:spcBef>
              <a:buNone/>
              <a:defRPr sz="1200" b="1">
                <a:solidFill>
                  <a:schemeClr val="dk2"/>
                </a:solidFill>
                <a:latin typeface="Arial"/>
                <a:ea typeface="Arial"/>
                <a:cs typeface="Arial"/>
                <a:sym typeface="Arial"/>
              </a:defRPr>
            </a:lvl6pPr>
            <a:lvl7pPr marL="0" lvl="6" indent="0" algn="r">
              <a:spcBef>
                <a:spcPts val="0"/>
              </a:spcBef>
              <a:buNone/>
              <a:defRPr sz="1200" b="1">
                <a:solidFill>
                  <a:schemeClr val="dk2"/>
                </a:solidFill>
                <a:latin typeface="Arial"/>
                <a:ea typeface="Arial"/>
                <a:cs typeface="Arial"/>
                <a:sym typeface="Arial"/>
              </a:defRPr>
            </a:lvl7pPr>
            <a:lvl8pPr marL="0" lvl="7" indent="0" algn="r">
              <a:spcBef>
                <a:spcPts val="0"/>
              </a:spcBef>
              <a:buNone/>
              <a:defRPr sz="1200" b="1">
                <a:solidFill>
                  <a:schemeClr val="dk2"/>
                </a:solidFill>
                <a:latin typeface="Arial"/>
                <a:ea typeface="Arial"/>
                <a:cs typeface="Arial"/>
                <a:sym typeface="Arial"/>
              </a:defRPr>
            </a:lvl8pPr>
            <a:lvl9pPr marL="0" lvl="8" indent="0" algn="r">
              <a:spcBef>
                <a:spcPts val="0"/>
              </a:spcBef>
              <a:buNone/>
              <a:defRPr sz="1200" b="1">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227" name="Google Shape;1227;p94"/>
          <p:cNvSpPr txBox="1">
            <a:spLocks noGrp="1"/>
          </p:cNvSpPr>
          <p:nvPr>
            <p:ph type="title"/>
          </p:nvPr>
        </p:nvSpPr>
        <p:spPr>
          <a:xfrm>
            <a:off x="4454057" y="722454"/>
            <a:ext cx="7015484" cy="3237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8" name="Google Shape;1228;p94"/>
          <p:cNvSpPr txBox="1">
            <a:spLocks noGrp="1"/>
          </p:cNvSpPr>
          <p:nvPr>
            <p:ph type="body" idx="3"/>
          </p:nvPr>
        </p:nvSpPr>
        <p:spPr>
          <a:xfrm>
            <a:off x="-1" y="4094329"/>
            <a:ext cx="3735859"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229" name="Google Shape;1229;p94"/>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1230" name="Google Shape;1230;p94"/>
          <p:cNvGrpSpPr/>
          <p:nvPr/>
        </p:nvGrpSpPr>
        <p:grpSpPr>
          <a:xfrm>
            <a:off x="12377595" y="0"/>
            <a:ext cx="3693386" cy="5359349"/>
            <a:chOff x="-3786437" y="0"/>
            <a:chExt cx="3693386" cy="5359349"/>
          </a:xfrm>
        </p:grpSpPr>
        <p:sp>
          <p:nvSpPr>
            <p:cNvPr id="1231" name="Google Shape;1231;p94"/>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232" name="Google Shape;1232;p94"/>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233" name="Google Shape;1233;p94"/>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1234" name="Google Shape;1234;p94"/>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235" name="Google Shape;1235;p94"/>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236" name="Google Shape;1236;p94"/>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1237" name="Google Shape;1237;p94"/>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238" name="Google Shape;1238;p94"/>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1239" name="Google Shape;1239;p94"/>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240" name="Google Shape;1240;p94"/>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1241" name="Google Shape;1241;p94"/>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1242" name="Google Shape;1242;p94"/>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1243" name="Google Shape;1243;p94"/>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1244" name="Google Shape;1244;p94"/>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1245" name="Google Shape;1245;p94"/>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1246" name="Google Shape;1246;p94"/>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1247" name="Google Shape;1247;p94"/>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1248" name="Google Shape;1248;p94"/>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1249" name="Google Shape;1249;p94"/>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1250" name="Google Shape;1250;p94"/>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1251" name="Google Shape;1251;p94"/>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252" name="Google Shape;1252;p94"/>
            <p:cNvGrpSpPr/>
            <p:nvPr/>
          </p:nvGrpSpPr>
          <p:grpSpPr>
            <a:xfrm>
              <a:off x="-376736" y="4400186"/>
              <a:ext cx="283685" cy="283685"/>
              <a:chOff x="-510741" y="5913713"/>
              <a:chExt cx="267555" cy="267555"/>
            </a:xfrm>
          </p:grpSpPr>
          <p:sp>
            <p:nvSpPr>
              <p:cNvPr id="1253" name="Google Shape;1253;p94"/>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254" name="Google Shape;1254;p94"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255" name="Google Shape;1255;p94"/>
            <p:cNvGrpSpPr/>
            <p:nvPr/>
          </p:nvGrpSpPr>
          <p:grpSpPr>
            <a:xfrm>
              <a:off x="-3605171" y="458674"/>
              <a:ext cx="3234311" cy="558875"/>
              <a:chOff x="-3605171" y="458674"/>
              <a:chExt cx="3234311" cy="558875"/>
            </a:xfrm>
          </p:grpSpPr>
          <p:sp>
            <p:nvSpPr>
              <p:cNvPr id="1256" name="Google Shape;1256;p94"/>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1257" name="Google Shape;1257;p94"/>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258" name="Google Shape;1258;p94"/>
              <p:cNvGrpSpPr/>
              <p:nvPr/>
            </p:nvGrpSpPr>
            <p:grpSpPr>
              <a:xfrm>
                <a:off x="-3386247" y="830871"/>
                <a:ext cx="139423" cy="109566"/>
                <a:chOff x="-2866744" y="827071"/>
                <a:chExt cx="168701" cy="132575"/>
              </a:xfrm>
            </p:grpSpPr>
            <p:grpSp>
              <p:nvGrpSpPr>
                <p:cNvPr id="1259" name="Google Shape;1259;p94"/>
                <p:cNvGrpSpPr/>
                <p:nvPr/>
              </p:nvGrpSpPr>
              <p:grpSpPr>
                <a:xfrm>
                  <a:off x="-2866744" y="827071"/>
                  <a:ext cx="168701" cy="132575"/>
                  <a:chOff x="-2866744" y="827071"/>
                  <a:chExt cx="168701" cy="132575"/>
                </a:xfrm>
              </p:grpSpPr>
              <p:cxnSp>
                <p:nvCxnSpPr>
                  <p:cNvPr id="1260" name="Google Shape;1260;p94"/>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61" name="Google Shape;1261;p94"/>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62" name="Google Shape;1262;p94"/>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63" name="Google Shape;1263;p94"/>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64" name="Google Shape;1264;p94"/>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265" name="Google Shape;1265;p94"/>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266" name="Google Shape;1266;p94"/>
              <p:cNvGrpSpPr/>
              <p:nvPr/>
            </p:nvGrpSpPr>
            <p:grpSpPr>
              <a:xfrm>
                <a:off x="-3605171" y="830871"/>
                <a:ext cx="139423" cy="109566"/>
                <a:chOff x="-2866744" y="518074"/>
                <a:chExt cx="168701" cy="132575"/>
              </a:xfrm>
            </p:grpSpPr>
            <p:grpSp>
              <p:nvGrpSpPr>
                <p:cNvPr id="1267" name="Google Shape;1267;p94"/>
                <p:cNvGrpSpPr/>
                <p:nvPr/>
              </p:nvGrpSpPr>
              <p:grpSpPr>
                <a:xfrm>
                  <a:off x="-2866744" y="518074"/>
                  <a:ext cx="168701" cy="132575"/>
                  <a:chOff x="-2866744" y="518074"/>
                  <a:chExt cx="168701" cy="132575"/>
                </a:xfrm>
              </p:grpSpPr>
              <p:cxnSp>
                <p:nvCxnSpPr>
                  <p:cNvPr id="1268" name="Google Shape;1268;p94"/>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69" name="Google Shape;1269;p94"/>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70" name="Google Shape;1270;p94"/>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71" name="Google Shape;1271;p94"/>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72" name="Google Shape;1272;p94"/>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273" name="Google Shape;1273;p94"/>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1274" name="Google Shape;1274;p94"/>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1275" name="Google Shape;1275;p94"/>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1276" name="Google Shape;1276;p94"/>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1277" name="Google Shape;1277;p94"/>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1278" name="Google Shape;1278;p94"/>
              <p:cNvGrpSpPr/>
              <p:nvPr/>
            </p:nvGrpSpPr>
            <p:grpSpPr>
              <a:xfrm>
                <a:off x="-2916763" y="769168"/>
                <a:ext cx="268738" cy="248381"/>
                <a:chOff x="-2916763" y="769168"/>
                <a:chExt cx="268738" cy="248381"/>
              </a:xfrm>
            </p:grpSpPr>
            <p:sp>
              <p:nvSpPr>
                <p:cNvPr id="1279" name="Google Shape;1279;p94"/>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280" name="Google Shape;1280;p94"/>
                <p:cNvGrpSpPr/>
                <p:nvPr/>
              </p:nvGrpSpPr>
              <p:grpSpPr>
                <a:xfrm>
                  <a:off x="-2866744" y="827071"/>
                  <a:ext cx="168701" cy="132575"/>
                  <a:chOff x="-2866744" y="827071"/>
                  <a:chExt cx="168701" cy="132575"/>
                </a:xfrm>
              </p:grpSpPr>
              <p:cxnSp>
                <p:nvCxnSpPr>
                  <p:cNvPr id="1281" name="Google Shape;1281;p94"/>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82" name="Google Shape;1282;p94"/>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83" name="Google Shape;1283;p94"/>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84" name="Google Shape;1284;p94"/>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85" name="Google Shape;1285;p94"/>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286" name="Google Shape;1286;p94"/>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287" name="Google Shape;1287;p94"/>
              <p:cNvGrpSpPr/>
              <p:nvPr/>
            </p:nvGrpSpPr>
            <p:grpSpPr>
              <a:xfrm>
                <a:off x="-2916763" y="460171"/>
                <a:ext cx="268738" cy="248381"/>
                <a:chOff x="-2916763" y="460171"/>
                <a:chExt cx="268738" cy="248381"/>
              </a:xfrm>
            </p:grpSpPr>
            <p:sp>
              <p:nvSpPr>
                <p:cNvPr id="1288" name="Google Shape;1288;p94"/>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289" name="Google Shape;1289;p94"/>
                <p:cNvGrpSpPr/>
                <p:nvPr/>
              </p:nvGrpSpPr>
              <p:grpSpPr>
                <a:xfrm>
                  <a:off x="-2866744" y="518074"/>
                  <a:ext cx="168701" cy="132575"/>
                  <a:chOff x="-2866744" y="518074"/>
                  <a:chExt cx="168701" cy="132575"/>
                </a:xfrm>
              </p:grpSpPr>
              <p:cxnSp>
                <p:nvCxnSpPr>
                  <p:cNvPr id="1290" name="Google Shape;1290;p94"/>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91" name="Google Shape;1291;p94"/>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92" name="Google Shape;1292;p94"/>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93" name="Google Shape;1293;p94"/>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294" name="Google Shape;1294;p94"/>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295" name="Google Shape;1295;p94"/>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1296" name="Google Shape;1296;p94"/>
            <p:cNvGrpSpPr/>
            <p:nvPr/>
          </p:nvGrpSpPr>
          <p:grpSpPr>
            <a:xfrm>
              <a:off x="-938434" y="4663037"/>
              <a:ext cx="627798" cy="576693"/>
              <a:chOff x="-1753862" y="6112775"/>
              <a:chExt cx="759635" cy="697798"/>
            </a:xfrm>
          </p:grpSpPr>
          <p:grpSp>
            <p:nvGrpSpPr>
              <p:cNvPr id="1297" name="Google Shape;1297;p94"/>
              <p:cNvGrpSpPr/>
              <p:nvPr/>
            </p:nvGrpSpPr>
            <p:grpSpPr>
              <a:xfrm>
                <a:off x="-1484858" y="6112775"/>
                <a:ext cx="205431" cy="293286"/>
                <a:chOff x="4768" y="2783"/>
                <a:chExt cx="788" cy="1125"/>
              </a:xfrm>
            </p:grpSpPr>
            <p:sp>
              <p:nvSpPr>
                <p:cNvPr id="1298" name="Google Shape;1298;p9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299" name="Google Shape;1299;p9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300" name="Google Shape;1300;p94"/>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301" name="Google Shape;1301;p94"/>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302" name="Google Shape;1302;p94"/>
          <p:cNvGrpSpPr/>
          <p:nvPr/>
        </p:nvGrpSpPr>
        <p:grpSpPr>
          <a:xfrm>
            <a:off x="-3786165" y="-1"/>
            <a:ext cx="3693386" cy="6640349"/>
            <a:chOff x="-3786165" y="-1"/>
            <a:chExt cx="3693386" cy="6640349"/>
          </a:xfrm>
        </p:grpSpPr>
        <p:sp>
          <p:nvSpPr>
            <p:cNvPr id="1303" name="Google Shape;1303;p94"/>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304" name="Google Shape;1304;p94"/>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305" name="Google Shape;1305;p94"/>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306" name="Google Shape;1306;p94"/>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307" name="Google Shape;1307;p94"/>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1308" name="Google Shape;1308;p94"/>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309" name="Google Shape;1309;p94"/>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1310" name="Google Shape;1310;p94"/>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1311" name="Google Shape;1311;p94"/>
            <p:cNvGrpSpPr/>
            <p:nvPr/>
          </p:nvGrpSpPr>
          <p:grpSpPr>
            <a:xfrm>
              <a:off x="-2485819" y="3479783"/>
              <a:ext cx="1222990" cy="563933"/>
              <a:chOff x="-2485819" y="3399207"/>
              <a:chExt cx="1222990" cy="563933"/>
            </a:xfrm>
          </p:grpSpPr>
          <p:sp>
            <p:nvSpPr>
              <p:cNvPr id="1312" name="Google Shape;1312;p94"/>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313" name="Google Shape;1313;p94"/>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314" name="Google Shape;1314;p94"/>
              <p:cNvGrpSpPr/>
              <p:nvPr/>
            </p:nvGrpSpPr>
            <p:grpSpPr>
              <a:xfrm>
                <a:off x="-2403869" y="3460544"/>
                <a:ext cx="155951" cy="131922"/>
                <a:chOff x="12968836" y="3354170"/>
                <a:chExt cx="404806" cy="342433"/>
              </a:xfrm>
            </p:grpSpPr>
            <p:sp>
              <p:nvSpPr>
                <p:cNvPr id="1315" name="Google Shape;1315;p94"/>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316" name="Google Shape;1316;p94"/>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17" name="Google Shape;1317;p94"/>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18" name="Google Shape;1318;p94"/>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19" name="Google Shape;1319;p94"/>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20" name="Google Shape;1320;p94"/>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321" name="Google Shape;1321;p94"/>
              <p:cNvGrpSpPr/>
              <p:nvPr/>
            </p:nvGrpSpPr>
            <p:grpSpPr>
              <a:xfrm>
                <a:off x="-2463904" y="3680944"/>
                <a:ext cx="207219" cy="237490"/>
                <a:chOff x="12835752" y="3926551"/>
                <a:chExt cx="537889" cy="616458"/>
              </a:xfrm>
            </p:grpSpPr>
            <p:grpSp>
              <p:nvGrpSpPr>
                <p:cNvPr id="1322" name="Google Shape;1322;p94"/>
                <p:cNvGrpSpPr/>
                <p:nvPr/>
              </p:nvGrpSpPr>
              <p:grpSpPr>
                <a:xfrm>
                  <a:off x="13000382" y="4006891"/>
                  <a:ext cx="373259" cy="315747"/>
                  <a:chOff x="12968836" y="3354170"/>
                  <a:chExt cx="404806" cy="342433"/>
                </a:xfrm>
              </p:grpSpPr>
              <p:sp>
                <p:nvSpPr>
                  <p:cNvPr id="1323" name="Google Shape;1323;p94"/>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324" name="Google Shape;1324;p94"/>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25" name="Google Shape;1325;p94"/>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26" name="Google Shape;1326;p94"/>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27" name="Google Shape;1327;p94"/>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28" name="Google Shape;1328;p94"/>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329" name="Google Shape;1329;p94"/>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330" name="Google Shape;1330;p94"/>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331" name="Google Shape;1331;p94"/>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332" name="Google Shape;1332;p94"/>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333" name="Google Shape;1333;p94"/>
            <p:cNvGrpSpPr/>
            <p:nvPr/>
          </p:nvGrpSpPr>
          <p:grpSpPr>
            <a:xfrm>
              <a:off x="-3786165" y="5680652"/>
              <a:ext cx="3693386" cy="959696"/>
              <a:chOff x="-3786437" y="6163468"/>
              <a:chExt cx="3693386" cy="959696"/>
            </a:xfrm>
          </p:grpSpPr>
          <p:sp>
            <p:nvSpPr>
              <p:cNvPr id="1334" name="Google Shape;1334;p94"/>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335" name="Google Shape;1335;p94"/>
              <p:cNvGrpSpPr/>
              <p:nvPr/>
            </p:nvGrpSpPr>
            <p:grpSpPr>
              <a:xfrm>
                <a:off x="-376736" y="6163468"/>
                <a:ext cx="283685" cy="283685"/>
                <a:chOff x="-510741" y="5913713"/>
                <a:chExt cx="267555" cy="267555"/>
              </a:xfrm>
            </p:grpSpPr>
            <p:sp>
              <p:nvSpPr>
                <p:cNvPr id="1336" name="Google Shape;1336;p94"/>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337" name="Google Shape;1337;p94"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338" name="Google Shape;1338;p94"/>
              <p:cNvGrpSpPr/>
              <p:nvPr/>
            </p:nvGrpSpPr>
            <p:grpSpPr>
              <a:xfrm>
                <a:off x="-938434" y="6420818"/>
                <a:ext cx="627798" cy="576693"/>
                <a:chOff x="-938434" y="4570310"/>
                <a:chExt cx="627798" cy="576693"/>
              </a:xfrm>
            </p:grpSpPr>
            <p:grpSp>
              <p:nvGrpSpPr>
                <p:cNvPr id="1339" name="Google Shape;1339;p94"/>
                <p:cNvGrpSpPr/>
                <p:nvPr/>
              </p:nvGrpSpPr>
              <p:grpSpPr>
                <a:xfrm>
                  <a:off x="-716116" y="4570310"/>
                  <a:ext cx="169778" cy="242385"/>
                  <a:chOff x="4768" y="2783"/>
                  <a:chExt cx="788" cy="1125"/>
                </a:xfrm>
              </p:grpSpPr>
              <p:sp>
                <p:nvSpPr>
                  <p:cNvPr id="1340" name="Google Shape;1340;p9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341" name="Google Shape;1341;p9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342" name="Google Shape;1342;p94"/>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343" name="Google Shape;1343;p94"/>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344" name="Google Shape;1344;p94"/>
            <p:cNvGrpSpPr/>
            <p:nvPr/>
          </p:nvGrpSpPr>
          <p:grpSpPr>
            <a:xfrm>
              <a:off x="-3426806" y="5129582"/>
              <a:ext cx="514284" cy="506545"/>
              <a:chOff x="12617641" y="3403239"/>
              <a:chExt cx="752963" cy="741634"/>
            </a:xfrm>
          </p:grpSpPr>
          <p:grpSp>
            <p:nvGrpSpPr>
              <p:cNvPr id="1345" name="Google Shape;1345;p94"/>
              <p:cNvGrpSpPr/>
              <p:nvPr/>
            </p:nvGrpSpPr>
            <p:grpSpPr>
              <a:xfrm>
                <a:off x="12771530" y="3403239"/>
                <a:ext cx="467176" cy="448491"/>
                <a:chOff x="12782157" y="3403239"/>
                <a:chExt cx="467176" cy="448491"/>
              </a:xfrm>
            </p:grpSpPr>
            <p:grpSp>
              <p:nvGrpSpPr>
                <p:cNvPr id="1346" name="Google Shape;1346;p94"/>
                <p:cNvGrpSpPr/>
                <p:nvPr/>
              </p:nvGrpSpPr>
              <p:grpSpPr>
                <a:xfrm>
                  <a:off x="12782157" y="3403239"/>
                  <a:ext cx="412976" cy="396132"/>
                  <a:chOff x="13554906" y="3320109"/>
                  <a:chExt cx="443917" cy="425811"/>
                </a:xfrm>
              </p:grpSpPr>
              <p:grpSp>
                <p:nvGrpSpPr>
                  <p:cNvPr id="1347" name="Google Shape;1347;p94"/>
                  <p:cNvGrpSpPr/>
                  <p:nvPr/>
                </p:nvGrpSpPr>
                <p:grpSpPr>
                  <a:xfrm>
                    <a:off x="13554906" y="3320109"/>
                    <a:ext cx="443917" cy="425811"/>
                    <a:chOff x="12909684" y="1276143"/>
                    <a:chExt cx="443917" cy="425811"/>
                  </a:xfrm>
                </p:grpSpPr>
                <p:sp>
                  <p:nvSpPr>
                    <p:cNvPr id="1348" name="Google Shape;1348;p94"/>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349" name="Google Shape;1349;p94"/>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350" name="Google Shape;1350;p94"/>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351" name="Google Shape;1351;p94"/>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1352" name="Google Shape;1352;p94"/>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1353" name="Google Shape;1353;p94"/>
                <p:cNvGrpSpPr/>
                <p:nvPr/>
              </p:nvGrpSpPr>
              <p:grpSpPr>
                <a:xfrm>
                  <a:off x="13103513" y="3705268"/>
                  <a:ext cx="145820" cy="146462"/>
                  <a:chOff x="13096169" y="3602278"/>
                  <a:chExt cx="145820" cy="146462"/>
                </a:xfrm>
              </p:grpSpPr>
              <p:sp>
                <p:nvSpPr>
                  <p:cNvPr id="1354" name="Google Shape;1354;p94"/>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55" name="Google Shape;1355;p94"/>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356" name="Google Shape;1356;p94"/>
                <p:cNvGrpSpPr/>
                <p:nvPr/>
              </p:nvGrpSpPr>
              <p:grpSpPr>
                <a:xfrm rot="10800000">
                  <a:off x="13061402" y="3665637"/>
                  <a:ext cx="145820" cy="146462"/>
                  <a:chOff x="13096169" y="3602278"/>
                  <a:chExt cx="145820" cy="146462"/>
                </a:xfrm>
              </p:grpSpPr>
              <p:sp>
                <p:nvSpPr>
                  <p:cNvPr id="1357" name="Google Shape;1357;p94"/>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358" name="Google Shape;1358;p94"/>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359" name="Google Shape;1359;p94"/>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360" name="Google Shape;1360;p94"/>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361" name="Google Shape;1361;p94"/>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362" name="Google Shape;1362;p94"/>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363" name="Google Shape;1363;p94"/>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364" name="Google Shape;1364;p94"/>
            <p:cNvGrpSpPr/>
            <p:nvPr/>
          </p:nvGrpSpPr>
          <p:grpSpPr>
            <a:xfrm>
              <a:off x="-3365484" y="1226982"/>
              <a:ext cx="446937" cy="406485"/>
              <a:chOff x="-3563526" y="1409294"/>
              <a:chExt cx="354190" cy="322133"/>
            </a:xfrm>
          </p:grpSpPr>
          <p:grpSp>
            <p:nvGrpSpPr>
              <p:cNvPr id="1365" name="Google Shape;1365;p94"/>
              <p:cNvGrpSpPr/>
              <p:nvPr/>
            </p:nvGrpSpPr>
            <p:grpSpPr>
              <a:xfrm>
                <a:off x="-3499992" y="1409294"/>
                <a:ext cx="225195" cy="195499"/>
                <a:chOff x="8987389" y="1361199"/>
                <a:chExt cx="2200275" cy="1914525"/>
              </a:xfrm>
            </p:grpSpPr>
            <p:sp>
              <p:nvSpPr>
                <p:cNvPr id="1366" name="Google Shape;1366;p94"/>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367" name="Google Shape;1367;p94"/>
                <p:cNvGrpSpPr/>
                <p:nvPr/>
              </p:nvGrpSpPr>
              <p:grpSpPr>
                <a:xfrm>
                  <a:off x="8987389" y="1361199"/>
                  <a:ext cx="2200275" cy="1914525"/>
                  <a:chOff x="8987389" y="1361199"/>
                  <a:chExt cx="2200275" cy="1914525"/>
                </a:xfrm>
              </p:grpSpPr>
              <p:sp>
                <p:nvSpPr>
                  <p:cNvPr id="1368" name="Google Shape;1368;p94"/>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369" name="Google Shape;1369;p94"/>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370" name="Google Shape;1370;p94"/>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 (S) + text | blue mode">
  <p:cSld name="Image (S) + text | blue mode">
    <p:bg>
      <p:bgPr>
        <a:solidFill>
          <a:schemeClr val="accent1"/>
        </a:solidFill>
        <a:effectLst/>
      </p:bgPr>
    </p:bg>
    <p:spTree>
      <p:nvGrpSpPr>
        <p:cNvPr id="1" name="Shape 1371"/>
        <p:cNvGrpSpPr/>
        <p:nvPr/>
      </p:nvGrpSpPr>
      <p:grpSpPr>
        <a:xfrm>
          <a:off x="0" y="0"/>
          <a:ext cx="0" cy="0"/>
          <a:chOff x="0" y="0"/>
          <a:chExt cx="0" cy="0"/>
        </a:xfrm>
      </p:grpSpPr>
      <p:sp>
        <p:nvSpPr>
          <p:cNvPr id="1372" name="Google Shape;1372;p95"/>
          <p:cNvSpPr>
            <a:spLocks noGrp="1"/>
          </p:cNvSpPr>
          <p:nvPr>
            <p:ph type="pic" idx="2"/>
          </p:nvPr>
        </p:nvSpPr>
        <p:spPr>
          <a:xfrm>
            <a:off x="-1" y="0"/>
            <a:ext cx="3735859" cy="6858000"/>
          </a:xfrm>
          <a:prstGeom prst="rect">
            <a:avLst/>
          </a:prstGeom>
          <a:solidFill>
            <a:srgbClr val="D8D8D8"/>
          </a:solidFill>
          <a:ln>
            <a:noFill/>
          </a:ln>
        </p:spPr>
      </p:sp>
      <p:sp>
        <p:nvSpPr>
          <p:cNvPr id="1373" name="Google Shape;1373;p95"/>
          <p:cNvSpPr txBox="1">
            <a:spLocks noGrp="1"/>
          </p:cNvSpPr>
          <p:nvPr>
            <p:ph type="body" idx="1"/>
          </p:nvPr>
        </p:nvSpPr>
        <p:spPr>
          <a:xfrm>
            <a:off x="-1" y="4094329"/>
            <a:ext cx="3735859"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374" name="Google Shape;1374;p95"/>
          <p:cNvSpPr txBox="1">
            <a:spLocks noGrp="1"/>
          </p:cNvSpPr>
          <p:nvPr>
            <p:ph type="body" idx="3"/>
          </p:nvPr>
        </p:nvSpPr>
        <p:spPr>
          <a:xfrm>
            <a:off x="4453623" y="1569104"/>
            <a:ext cx="7016140"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dk2"/>
              </a:buClr>
              <a:buSzPts val="3600"/>
              <a:buNone/>
              <a:defRPr>
                <a:solidFill>
                  <a:schemeClr val="dk2"/>
                </a:solidFill>
              </a:defRPr>
            </a:lvl4pPr>
            <a:lvl5pPr marL="2286000" lvl="4" indent="-228600" algn="l">
              <a:lnSpc>
                <a:spcPct val="90000"/>
              </a:lnSpc>
              <a:spcBef>
                <a:spcPts val="600"/>
              </a:spcBef>
              <a:spcAft>
                <a:spcPts val="0"/>
              </a:spcAft>
              <a:buClr>
                <a:schemeClr val="dk2"/>
              </a:buClr>
              <a:buSzPts val="2400"/>
              <a:buNone/>
              <a:defRPr b="0">
                <a:solidFill>
                  <a:schemeClr val="dk2"/>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sp>
        <p:nvSpPr>
          <p:cNvPr id="1375" name="Google Shape;1375;p95"/>
          <p:cNvSpPr/>
          <p:nvPr/>
        </p:nvSpPr>
        <p:spPr>
          <a:xfrm>
            <a:off x="0" y="-441330"/>
            <a:ext cx="3097002"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(S) + text | blue mode</a:t>
            </a:r>
            <a:endParaRPr/>
          </a:p>
        </p:txBody>
      </p:sp>
      <p:sp>
        <p:nvSpPr>
          <p:cNvPr id="1376" name="Google Shape;1376;p95"/>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7" name="Google Shape;1377;p95"/>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378" name="Google Shape;1378;p95"/>
          <p:cNvSpPr txBox="1">
            <a:spLocks noGrp="1"/>
          </p:cNvSpPr>
          <p:nvPr>
            <p:ph type="title"/>
          </p:nvPr>
        </p:nvSpPr>
        <p:spPr>
          <a:xfrm>
            <a:off x="4453622" y="722454"/>
            <a:ext cx="7016140" cy="3237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dk2"/>
              </a:buClr>
              <a:buSzPts val="36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79" name="Google Shape;1379;p95"/>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1380" name="Google Shape;1380;p95"/>
          <p:cNvGrpSpPr/>
          <p:nvPr/>
        </p:nvGrpSpPr>
        <p:grpSpPr>
          <a:xfrm>
            <a:off x="12377595" y="0"/>
            <a:ext cx="3693386" cy="5359349"/>
            <a:chOff x="-3786437" y="0"/>
            <a:chExt cx="3693386" cy="5359349"/>
          </a:xfrm>
        </p:grpSpPr>
        <p:sp>
          <p:nvSpPr>
            <p:cNvPr id="1381" name="Google Shape;1381;p95"/>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382" name="Google Shape;1382;p95"/>
            <p:cNvSpPr/>
            <p:nvPr/>
          </p:nvSpPr>
          <p:spPr>
            <a:xfrm>
              <a:off x="-3786165" y="1707400"/>
              <a:ext cx="3593091" cy="2836018"/>
            </a:xfrm>
            <a:prstGeom prst="rect">
              <a:avLst/>
            </a:prstGeom>
            <a:solidFill>
              <a:schemeClr val="accent1"/>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1383" name="Google Shape;1383;p95"/>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1384" name="Google Shape;1384;p95"/>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1385" name="Google Shape;1385;p95"/>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1386" name="Google Shape;1386;p95"/>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387" name="Google Shape;1387;p95"/>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1388" name="Google Shape;1388;p95"/>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1389" name="Google Shape;1389;p95"/>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390" name="Google Shape;1390;p95"/>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1391" name="Google Shape;1391;p95"/>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1392" name="Google Shape;1392;p95"/>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1393" name="Google Shape;1393;p95"/>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dk1"/>
                  </a:solidFill>
                  <a:latin typeface="Arial"/>
                  <a:ea typeface="Arial"/>
                  <a:cs typeface="Arial"/>
                  <a:sym typeface="Arial"/>
                </a:rPr>
                <a:t>Subtitle</a:t>
              </a:r>
              <a:endParaRPr/>
            </a:p>
          </p:txBody>
        </p:sp>
        <p:sp>
          <p:nvSpPr>
            <p:cNvPr id="1394" name="Google Shape;1394;p95"/>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1395" name="Google Shape;1395;p95"/>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1396" name="Google Shape;1396;p95"/>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1397" name="Google Shape;1397;p95"/>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1398" name="Google Shape;1398;p95"/>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1399" name="Google Shape;1399;p95"/>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1400" name="Google Shape;1400;p95"/>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1401" name="Google Shape;1401;p95"/>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402" name="Google Shape;1402;p95"/>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403" name="Google Shape;1403;p95"/>
            <p:cNvGrpSpPr/>
            <p:nvPr/>
          </p:nvGrpSpPr>
          <p:grpSpPr>
            <a:xfrm>
              <a:off x="-376736" y="4400186"/>
              <a:ext cx="283685" cy="283685"/>
              <a:chOff x="-510741" y="5913713"/>
              <a:chExt cx="267555" cy="267555"/>
            </a:xfrm>
          </p:grpSpPr>
          <p:sp>
            <p:nvSpPr>
              <p:cNvPr id="1404" name="Google Shape;1404;p95"/>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405" name="Google Shape;1405;p95"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406" name="Google Shape;1406;p95"/>
            <p:cNvGrpSpPr/>
            <p:nvPr/>
          </p:nvGrpSpPr>
          <p:grpSpPr>
            <a:xfrm>
              <a:off x="-3605171" y="458674"/>
              <a:ext cx="3234311" cy="558875"/>
              <a:chOff x="-3605171" y="458674"/>
              <a:chExt cx="3234311" cy="558875"/>
            </a:xfrm>
          </p:grpSpPr>
          <p:sp>
            <p:nvSpPr>
              <p:cNvPr id="1407" name="Google Shape;1407;p95"/>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1408" name="Google Shape;1408;p95"/>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409" name="Google Shape;1409;p95"/>
              <p:cNvGrpSpPr/>
              <p:nvPr/>
            </p:nvGrpSpPr>
            <p:grpSpPr>
              <a:xfrm>
                <a:off x="-3386247" y="830871"/>
                <a:ext cx="139423" cy="109566"/>
                <a:chOff x="-2866744" y="827071"/>
                <a:chExt cx="168701" cy="132575"/>
              </a:xfrm>
            </p:grpSpPr>
            <p:grpSp>
              <p:nvGrpSpPr>
                <p:cNvPr id="1410" name="Google Shape;1410;p95"/>
                <p:cNvGrpSpPr/>
                <p:nvPr/>
              </p:nvGrpSpPr>
              <p:grpSpPr>
                <a:xfrm>
                  <a:off x="-2866744" y="827071"/>
                  <a:ext cx="168701" cy="132575"/>
                  <a:chOff x="-2866744" y="827071"/>
                  <a:chExt cx="168701" cy="132575"/>
                </a:xfrm>
              </p:grpSpPr>
              <p:cxnSp>
                <p:nvCxnSpPr>
                  <p:cNvPr id="1411" name="Google Shape;1411;p95"/>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12" name="Google Shape;1412;p95"/>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13" name="Google Shape;1413;p95"/>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14" name="Google Shape;1414;p95"/>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15" name="Google Shape;1415;p95"/>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416" name="Google Shape;1416;p95"/>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417" name="Google Shape;1417;p95"/>
              <p:cNvGrpSpPr/>
              <p:nvPr/>
            </p:nvGrpSpPr>
            <p:grpSpPr>
              <a:xfrm>
                <a:off x="-3605171" y="830871"/>
                <a:ext cx="139423" cy="109566"/>
                <a:chOff x="-2866744" y="518074"/>
                <a:chExt cx="168701" cy="132575"/>
              </a:xfrm>
            </p:grpSpPr>
            <p:grpSp>
              <p:nvGrpSpPr>
                <p:cNvPr id="1418" name="Google Shape;1418;p95"/>
                <p:cNvGrpSpPr/>
                <p:nvPr/>
              </p:nvGrpSpPr>
              <p:grpSpPr>
                <a:xfrm>
                  <a:off x="-2866744" y="518074"/>
                  <a:ext cx="168701" cy="132575"/>
                  <a:chOff x="-2866744" y="518074"/>
                  <a:chExt cx="168701" cy="132575"/>
                </a:xfrm>
              </p:grpSpPr>
              <p:cxnSp>
                <p:nvCxnSpPr>
                  <p:cNvPr id="1419" name="Google Shape;1419;p95"/>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20" name="Google Shape;1420;p95"/>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21" name="Google Shape;1421;p95"/>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22" name="Google Shape;1422;p95"/>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23" name="Google Shape;1423;p95"/>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424" name="Google Shape;1424;p95"/>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1425" name="Google Shape;1425;p95"/>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1426" name="Google Shape;1426;p95"/>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1427" name="Google Shape;1427;p95"/>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1428" name="Google Shape;1428;p95"/>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1429" name="Google Shape;1429;p95"/>
              <p:cNvGrpSpPr/>
              <p:nvPr/>
            </p:nvGrpSpPr>
            <p:grpSpPr>
              <a:xfrm>
                <a:off x="-2916763" y="769168"/>
                <a:ext cx="268738" cy="248381"/>
                <a:chOff x="-2916763" y="769168"/>
                <a:chExt cx="268738" cy="248381"/>
              </a:xfrm>
            </p:grpSpPr>
            <p:sp>
              <p:nvSpPr>
                <p:cNvPr id="1430" name="Google Shape;1430;p95"/>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431" name="Google Shape;1431;p95"/>
                <p:cNvGrpSpPr/>
                <p:nvPr/>
              </p:nvGrpSpPr>
              <p:grpSpPr>
                <a:xfrm>
                  <a:off x="-2866744" y="827071"/>
                  <a:ext cx="168701" cy="132575"/>
                  <a:chOff x="-2866744" y="827071"/>
                  <a:chExt cx="168701" cy="132575"/>
                </a:xfrm>
              </p:grpSpPr>
              <p:cxnSp>
                <p:nvCxnSpPr>
                  <p:cNvPr id="1432" name="Google Shape;1432;p95"/>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33" name="Google Shape;1433;p95"/>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34" name="Google Shape;1434;p95"/>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35" name="Google Shape;1435;p95"/>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36" name="Google Shape;1436;p95"/>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437" name="Google Shape;1437;p95"/>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438" name="Google Shape;1438;p95"/>
              <p:cNvGrpSpPr/>
              <p:nvPr/>
            </p:nvGrpSpPr>
            <p:grpSpPr>
              <a:xfrm>
                <a:off x="-2916763" y="460171"/>
                <a:ext cx="268738" cy="248381"/>
                <a:chOff x="-2916763" y="460171"/>
                <a:chExt cx="268738" cy="248381"/>
              </a:xfrm>
            </p:grpSpPr>
            <p:sp>
              <p:nvSpPr>
                <p:cNvPr id="1439" name="Google Shape;1439;p95"/>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440" name="Google Shape;1440;p95"/>
                <p:cNvGrpSpPr/>
                <p:nvPr/>
              </p:nvGrpSpPr>
              <p:grpSpPr>
                <a:xfrm>
                  <a:off x="-2866744" y="518074"/>
                  <a:ext cx="168701" cy="132575"/>
                  <a:chOff x="-2866744" y="518074"/>
                  <a:chExt cx="168701" cy="132575"/>
                </a:xfrm>
              </p:grpSpPr>
              <p:cxnSp>
                <p:nvCxnSpPr>
                  <p:cNvPr id="1441" name="Google Shape;1441;p95"/>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42" name="Google Shape;1442;p95"/>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43" name="Google Shape;1443;p95"/>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44" name="Google Shape;1444;p95"/>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445" name="Google Shape;1445;p95"/>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446" name="Google Shape;1446;p95"/>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1447" name="Google Shape;1447;p95"/>
            <p:cNvGrpSpPr/>
            <p:nvPr/>
          </p:nvGrpSpPr>
          <p:grpSpPr>
            <a:xfrm>
              <a:off x="-938434" y="4663037"/>
              <a:ext cx="627798" cy="576693"/>
              <a:chOff x="-1753862" y="6112775"/>
              <a:chExt cx="759635" cy="697798"/>
            </a:xfrm>
          </p:grpSpPr>
          <p:grpSp>
            <p:nvGrpSpPr>
              <p:cNvPr id="1448" name="Google Shape;1448;p95"/>
              <p:cNvGrpSpPr/>
              <p:nvPr/>
            </p:nvGrpSpPr>
            <p:grpSpPr>
              <a:xfrm>
                <a:off x="-1484858" y="6112775"/>
                <a:ext cx="205431" cy="293286"/>
                <a:chOff x="4768" y="2783"/>
                <a:chExt cx="788" cy="1125"/>
              </a:xfrm>
            </p:grpSpPr>
            <p:sp>
              <p:nvSpPr>
                <p:cNvPr id="1449" name="Google Shape;1449;p95"/>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450" name="Google Shape;1450;p95"/>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451" name="Google Shape;1451;p95"/>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452" name="Google Shape;1452;p95"/>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453" name="Google Shape;1453;p95"/>
          <p:cNvGrpSpPr/>
          <p:nvPr/>
        </p:nvGrpSpPr>
        <p:grpSpPr>
          <a:xfrm>
            <a:off x="-3786165" y="-1"/>
            <a:ext cx="3693386" cy="6640349"/>
            <a:chOff x="-3786165" y="-1"/>
            <a:chExt cx="3693386" cy="6640349"/>
          </a:xfrm>
        </p:grpSpPr>
        <p:sp>
          <p:nvSpPr>
            <p:cNvPr id="1454" name="Google Shape;1454;p95"/>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455" name="Google Shape;1455;p95"/>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456" name="Google Shape;1456;p95"/>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457" name="Google Shape;1457;p95"/>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458" name="Google Shape;1458;p95"/>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1459" name="Google Shape;1459;p95"/>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460" name="Google Shape;1460;p95"/>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1461" name="Google Shape;1461;p95"/>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1462" name="Google Shape;1462;p95"/>
            <p:cNvGrpSpPr/>
            <p:nvPr/>
          </p:nvGrpSpPr>
          <p:grpSpPr>
            <a:xfrm>
              <a:off x="-2485819" y="3479783"/>
              <a:ext cx="1222990" cy="563933"/>
              <a:chOff x="-2485819" y="3399207"/>
              <a:chExt cx="1222990" cy="563933"/>
            </a:xfrm>
          </p:grpSpPr>
          <p:sp>
            <p:nvSpPr>
              <p:cNvPr id="1463" name="Google Shape;1463;p95"/>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464" name="Google Shape;1464;p95"/>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465" name="Google Shape;1465;p95"/>
              <p:cNvGrpSpPr/>
              <p:nvPr/>
            </p:nvGrpSpPr>
            <p:grpSpPr>
              <a:xfrm>
                <a:off x="-2403869" y="3460544"/>
                <a:ext cx="155951" cy="131922"/>
                <a:chOff x="12968836" y="3354170"/>
                <a:chExt cx="404806" cy="342433"/>
              </a:xfrm>
            </p:grpSpPr>
            <p:sp>
              <p:nvSpPr>
                <p:cNvPr id="1466" name="Google Shape;1466;p95"/>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467" name="Google Shape;1467;p95"/>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68" name="Google Shape;1468;p95"/>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69" name="Google Shape;1469;p95"/>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70" name="Google Shape;1470;p95"/>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71" name="Google Shape;1471;p95"/>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472" name="Google Shape;1472;p95"/>
              <p:cNvGrpSpPr/>
              <p:nvPr/>
            </p:nvGrpSpPr>
            <p:grpSpPr>
              <a:xfrm>
                <a:off x="-2463904" y="3680944"/>
                <a:ext cx="207219" cy="237490"/>
                <a:chOff x="12835752" y="3926551"/>
                <a:chExt cx="537889" cy="616458"/>
              </a:xfrm>
            </p:grpSpPr>
            <p:grpSp>
              <p:nvGrpSpPr>
                <p:cNvPr id="1473" name="Google Shape;1473;p95"/>
                <p:cNvGrpSpPr/>
                <p:nvPr/>
              </p:nvGrpSpPr>
              <p:grpSpPr>
                <a:xfrm>
                  <a:off x="13000382" y="4006891"/>
                  <a:ext cx="373259" cy="315747"/>
                  <a:chOff x="12968836" y="3354170"/>
                  <a:chExt cx="404806" cy="342433"/>
                </a:xfrm>
              </p:grpSpPr>
              <p:sp>
                <p:nvSpPr>
                  <p:cNvPr id="1474" name="Google Shape;1474;p95"/>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475" name="Google Shape;1475;p95"/>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76" name="Google Shape;1476;p95"/>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77" name="Google Shape;1477;p95"/>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78" name="Google Shape;1478;p95"/>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479" name="Google Shape;1479;p95"/>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480" name="Google Shape;1480;p95"/>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481" name="Google Shape;1481;p95"/>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482" name="Google Shape;1482;p95"/>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483" name="Google Shape;1483;p95"/>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484" name="Google Shape;1484;p95"/>
            <p:cNvGrpSpPr/>
            <p:nvPr/>
          </p:nvGrpSpPr>
          <p:grpSpPr>
            <a:xfrm>
              <a:off x="-3786165" y="5680652"/>
              <a:ext cx="3693386" cy="959696"/>
              <a:chOff x="-3786437" y="6163468"/>
              <a:chExt cx="3693386" cy="959696"/>
            </a:xfrm>
          </p:grpSpPr>
          <p:sp>
            <p:nvSpPr>
              <p:cNvPr id="1485" name="Google Shape;1485;p95"/>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486" name="Google Shape;1486;p95"/>
              <p:cNvGrpSpPr/>
              <p:nvPr/>
            </p:nvGrpSpPr>
            <p:grpSpPr>
              <a:xfrm>
                <a:off x="-376736" y="6163468"/>
                <a:ext cx="283685" cy="283685"/>
                <a:chOff x="-510741" y="5913713"/>
                <a:chExt cx="267555" cy="267555"/>
              </a:xfrm>
            </p:grpSpPr>
            <p:sp>
              <p:nvSpPr>
                <p:cNvPr id="1487" name="Google Shape;1487;p95"/>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488" name="Google Shape;1488;p95"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489" name="Google Shape;1489;p95"/>
              <p:cNvGrpSpPr/>
              <p:nvPr/>
            </p:nvGrpSpPr>
            <p:grpSpPr>
              <a:xfrm>
                <a:off x="-938434" y="6420818"/>
                <a:ext cx="627798" cy="576693"/>
                <a:chOff x="-938434" y="4570310"/>
                <a:chExt cx="627798" cy="576693"/>
              </a:xfrm>
            </p:grpSpPr>
            <p:grpSp>
              <p:nvGrpSpPr>
                <p:cNvPr id="1490" name="Google Shape;1490;p95"/>
                <p:cNvGrpSpPr/>
                <p:nvPr/>
              </p:nvGrpSpPr>
              <p:grpSpPr>
                <a:xfrm>
                  <a:off x="-716116" y="4570310"/>
                  <a:ext cx="169778" cy="242385"/>
                  <a:chOff x="4768" y="2783"/>
                  <a:chExt cx="788" cy="1125"/>
                </a:xfrm>
              </p:grpSpPr>
              <p:sp>
                <p:nvSpPr>
                  <p:cNvPr id="1491" name="Google Shape;1491;p95"/>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492" name="Google Shape;1492;p95"/>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493" name="Google Shape;1493;p95"/>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494" name="Google Shape;1494;p95"/>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495" name="Google Shape;1495;p95"/>
            <p:cNvGrpSpPr/>
            <p:nvPr/>
          </p:nvGrpSpPr>
          <p:grpSpPr>
            <a:xfrm>
              <a:off x="-3426806" y="5129582"/>
              <a:ext cx="514284" cy="506545"/>
              <a:chOff x="12617641" y="3403239"/>
              <a:chExt cx="752963" cy="741634"/>
            </a:xfrm>
          </p:grpSpPr>
          <p:grpSp>
            <p:nvGrpSpPr>
              <p:cNvPr id="1496" name="Google Shape;1496;p95"/>
              <p:cNvGrpSpPr/>
              <p:nvPr/>
            </p:nvGrpSpPr>
            <p:grpSpPr>
              <a:xfrm>
                <a:off x="12771530" y="3403239"/>
                <a:ext cx="467176" cy="448491"/>
                <a:chOff x="12782157" y="3403239"/>
                <a:chExt cx="467176" cy="448491"/>
              </a:xfrm>
            </p:grpSpPr>
            <p:grpSp>
              <p:nvGrpSpPr>
                <p:cNvPr id="1497" name="Google Shape;1497;p95"/>
                <p:cNvGrpSpPr/>
                <p:nvPr/>
              </p:nvGrpSpPr>
              <p:grpSpPr>
                <a:xfrm>
                  <a:off x="12782157" y="3403239"/>
                  <a:ext cx="412976" cy="396132"/>
                  <a:chOff x="13554906" y="3320109"/>
                  <a:chExt cx="443917" cy="425811"/>
                </a:xfrm>
              </p:grpSpPr>
              <p:grpSp>
                <p:nvGrpSpPr>
                  <p:cNvPr id="1498" name="Google Shape;1498;p95"/>
                  <p:cNvGrpSpPr/>
                  <p:nvPr/>
                </p:nvGrpSpPr>
                <p:grpSpPr>
                  <a:xfrm>
                    <a:off x="13554906" y="3320109"/>
                    <a:ext cx="443917" cy="425811"/>
                    <a:chOff x="12909684" y="1276143"/>
                    <a:chExt cx="443917" cy="425811"/>
                  </a:xfrm>
                </p:grpSpPr>
                <p:sp>
                  <p:nvSpPr>
                    <p:cNvPr id="1499" name="Google Shape;1499;p95"/>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500" name="Google Shape;1500;p95"/>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501" name="Google Shape;1501;p95"/>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502" name="Google Shape;1502;p95"/>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1503" name="Google Shape;1503;p95"/>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1504" name="Google Shape;1504;p95"/>
                <p:cNvGrpSpPr/>
                <p:nvPr/>
              </p:nvGrpSpPr>
              <p:grpSpPr>
                <a:xfrm>
                  <a:off x="13103513" y="3705268"/>
                  <a:ext cx="145820" cy="146462"/>
                  <a:chOff x="13096169" y="3602278"/>
                  <a:chExt cx="145820" cy="146462"/>
                </a:xfrm>
              </p:grpSpPr>
              <p:sp>
                <p:nvSpPr>
                  <p:cNvPr id="1505" name="Google Shape;1505;p95"/>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506" name="Google Shape;1506;p95"/>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507" name="Google Shape;1507;p95"/>
                <p:cNvGrpSpPr/>
                <p:nvPr/>
              </p:nvGrpSpPr>
              <p:grpSpPr>
                <a:xfrm rot="10800000">
                  <a:off x="13061402" y="3665637"/>
                  <a:ext cx="145820" cy="146462"/>
                  <a:chOff x="13096169" y="3602278"/>
                  <a:chExt cx="145820" cy="146462"/>
                </a:xfrm>
              </p:grpSpPr>
              <p:sp>
                <p:nvSpPr>
                  <p:cNvPr id="1508" name="Google Shape;1508;p95"/>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509" name="Google Shape;1509;p95"/>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510" name="Google Shape;1510;p95"/>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511" name="Google Shape;1511;p95"/>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512" name="Google Shape;1512;p95"/>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513" name="Google Shape;1513;p95"/>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514" name="Google Shape;1514;p95"/>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515" name="Google Shape;1515;p95"/>
            <p:cNvGrpSpPr/>
            <p:nvPr/>
          </p:nvGrpSpPr>
          <p:grpSpPr>
            <a:xfrm>
              <a:off x="-3365484" y="1226982"/>
              <a:ext cx="446937" cy="406485"/>
              <a:chOff x="-3563526" y="1409294"/>
              <a:chExt cx="354190" cy="322133"/>
            </a:xfrm>
          </p:grpSpPr>
          <p:grpSp>
            <p:nvGrpSpPr>
              <p:cNvPr id="1516" name="Google Shape;1516;p95"/>
              <p:cNvGrpSpPr/>
              <p:nvPr/>
            </p:nvGrpSpPr>
            <p:grpSpPr>
              <a:xfrm>
                <a:off x="-3499992" y="1409294"/>
                <a:ext cx="225195" cy="195499"/>
                <a:chOff x="8987389" y="1361199"/>
                <a:chExt cx="2200275" cy="1914525"/>
              </a:xfrm>
            </p:grpSpPr>
            <p:sp>
              <p:nvSpPr>
                <p:cNvPr id="1517" name="Google Shape;1517;p95"/>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518" name="Google Shape;1518;p95"/>
                <p:cNvGrpSpPr/>
                <p:nvPr/>
              </p:nvGrpSpPr>
              <p:grpSpPr>
                <a:xfrm>
                  <a:off x="8987389" y="1361199"/>
                  <a:ext cx="2200275" cy="1914525"/>
                  <a:chOff x="8987389" y="1361199"/>
                  <a:chExt cx="2200275" cy="1914525"/>
                </a:xfrm>
              </p:grpSpPr>
              <p:sp>
                <p:nvSpPr>
                  <p:cNvPr id="1519" name="Google Shape;1519;p95"/>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520" name="Google Shape;1520;p95"/>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521" name="Google Shape;1521;p95"/>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Image (S) + text | dark mode">
  <p:cSld name="Image (S) + text | dark mode">
    <p:bg>
      <p:bgPr>
        <a:solidFill>
          <a:schemeClr val="accent2"/>
        </a:solidFill>
        <a:effectLst/>
      </p:bgPr>
    </p:bg>
    <p:spTree>
      <p:nvGrpSpPr>
        <p:cNvPr id="1" name="Shape 1522"/>
        <p:cNvGrpSpPr/>
        <p:nvPr/>
      </p:nvGrpSpPr>
      <p:grpSpPr>
        <a:xfrm>
          <a:off x="0" y="0"/>
          <a:ext cx="0" cy="0"/>
          <a:chOff x="0" y="0"/>
          <a:chExt cx="0" cy="0"/>
        </a:xfrm>
      </p:grpSpPr>
      <p:sp>
        <p:nvSpPr>
          <p:cNvPr id="1523" name="Google Shape;1523;p96"/>
          <p:cNvSpPr>
            <a:spLocks noGrp="1"/>
          </p:cNvSpPr>
          <p:nvPr>
            <p:ph type="pic" idx="2"/>
          </p:nvPr>
        </p:nvSpPr>
        <p:spPr>
          <a:xfrm>
            <a:off x="-1" y="0"/>
            <a:ext cx="3735859" cy="6858000"/>
          </a:xfrm>
          <a:prstGeom prst="rect">
            <a:avLst/>
          </a:prstGeom>
          <a:solidFill>
            <a:srgbClr val="D8D8D8"/>
          </a:solidFill>
          <a:ln>
            <a:noFill/>
          </a:ln>
        </p:spPr>
      </p:sp>
      <p:sp>
        <p:nvSpPr>
          <p:cNvPr id="1524" name="Google Shape;1524;p96"/>
          <p:cNvSpPr txBox="1">
            <a:spLocks noGrp="1"/>
          </p:cNvSpPr>
          <p:nvPr>
            <p:ph type="body" idx="1"/>
          </p:nvPr>
        </p:nvSpPr>
        <p:spPr>
          <a:xfrm>
            <a:off x="-1" y="4094329"/>
            <a:ext cx="3735859"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525" name="Google Shape;1525;p96"/>
          <p:cNvSpPr txBox="1">
            <a:spLocks noGrp="1"/>
          </p:cNvSpPr>
          <p:nvPr>
            <p:ph type="body" idx="3"/>
          </p:nvPr>
        </p:nvSpPr>
        <p:spPr>
          <a:xfrm>
            <a:off x="4453623" y="1569104"/>
            <a:ext cx="7016140"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lt1"/>
              </a:buClr>
              <a:buSzPts val="3600"/>
              <a:buNone/>
              <a:defRPr>
                <a:solidFill>
                  <a:schemeClr val="lt1"/>
                </a:solidFill>
              </a:defRPr>
            </a:lvl4pPr>
            <a:lvl5pPr marL="2286000" lvl="4" indent="-228600" algn="l">
              <a:lnSpc>
                <a:spcPct val="90000"/>
              </a:lnSpc>
              <a:spcBef>
                <a:spcPts val="600"/>
              </a:spcBef>
              <a:spcAft>
                <a:spcPts val="0"/>
              </a:spcAft>
              <a:buClr>
                <a:schemeClr val="lt1"/>
              </a:buClr>
              <a:buSzPts val="2400"/>
              <a:buNone/>
              <a:defRPr b="0">
                <a:solidFill>
                  <a:schemeClr val="lt1"/>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sp>
        <p:nvSpPr>
          <p:cNvPr id="1526" name="Google Shape;1526;p96"/>
          <p:cNvSpPr/>
          <p:nvPr/>
        </p:nvSpPr>
        <p:spPr>
          <a:xfrm>
            <a:off x="0" y="-441330"/>
            <a:ext cx="310982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(S) + text | dark mode</a:t>
            </a:r>
            <a:endParaRPr sz="1800" b="1" cap="none">
              <a:solidFill>
                <a:schemeClr val="accent1"/>
              </a:solidFill>
              <a:latin typeface="Arial"/>
              <a:ea typeface="Arial"/>
              <a:cs typeface="Arial"/>
              <a:sym typeface="Arial"/>
            </a:endParaRPr>
          </a:p>
        </p:txBody>
      </p:sp>
      <p:sp>
        <p:nvSpPr>
          <p:cNvPr id="1527" name="Google Shape;1527;p96"/>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8" name="Google Shape;1528;p96"/>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529" name="Google Shape;1529;p96"/>
          <p:cNvSpPr txBox="1">
            <a:spLocks noGrp="1"/>
          </p:cNvSpPr>
          <p:nvPr>
            <p:ph type="title"/>
          </p:nvPr>
        </p:nvSpPr>
        <p:spPr>
          <a:xfrm>
            <a:off x="4453622" y="722454"/>
            <a:ext cx="7016140" cy="3237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0" name="Google Shape;1530;p96"/>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1531" name="Google Shape;1531;p96"/>
          <p:cNvGrpSpPr/>
          <p:nvPr/>
        </p:nvGrpSpPr>
        <p:grpSpPr>
          <a:xfrm>
            <a:off x="12377595" y="0"/>
            <a:ext cx="3693386" cy="5359349"/>
            <a:chOff x="-3786437" y="0"/>
            <a:chExt cx="3693386" cy="5359349"/>
          </a:xfrm>
        </p:grpSpPr>
        <p:sp>
          <p:nvSpPr>
            <p:cNvPr id="1532" name="Google Shape;1532;p96"/>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533" name="Google Shape;1533;p96"/>
            <p:cNvSpPr/>
            <p:nvPr/>
          </p:nvSpPr>
          <p:spPr>
            <a:xfrm>
              <a:off x="-3786165" y="1707400"/>
              <a:ext cx="3593091" cy="2836018"/>
            </a:xfrm>
            <a:prstGeom prst="rect">
              <a:avLst/>
            </a:prstGeom>
            <a:solidFill>
              <a:schemeClr val="accent2"/>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1534" name="Google Shape;1534;p96"/>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1535" name="Google Shape;1535;p96"/>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1536" name="Google Shape;1536;p96"/>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1537" name="Google Shape;1537;p96"/>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538" name="Google Shape;1538;p96"/>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1539" name="Google Shape;1539;p96"/>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1540" name="Google Shape;1540;p96"/>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541" name="Google Shape;1541;p96"/>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1542" name="Google Shape;1542;p96"/>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lt1"/>
                  </a:solidFill>
                  <a:latin typeface="Arial"/>
                  <a:ea typeface="Arial"/>
                  <a:cs typeface="Arial"/>
                  <a:sym typeface="Arial"/>
                </a:rPr>
                <a:t>Title/Quote</a:t>
              </a:r>
              <a:endParaRPr/>
            </a:p>
          </p:txBody>
        </p:sp>
        <p:sp>
          <p:nvSpPr>
            <p:cNvPr id="1543" name="Google Shape;1543;p96"/>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1544" name="Google Shape;1544;p96"/>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lt1"/>
                  </a:solidFill>
                  <a:latin typeface="Arial"/>
                  <a:ea typeface="Arial"/>
                  <a:cs typeface="Arial"/>
                  <a:sym typeface="Arial"/>
                </a:rPr>
                <a:t>Subtitle</a:t>
              </a:r>
              <a:endParaRPr/>
            </a:p>
          </p:txBody>
        </p:sp>
        <p:sp>
          <p:nvSpPr>
            <p:cNvPr id="1545" name="Google Shape;1545;p96"/>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1546" name="Google Shape;1546;p96"/>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1547" name="Google Shape;1547;p96"/>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1548" name="Google Shape;1548;p96"/>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1549" name="Google Shape;1549;p96"/>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1550" name="Google Shape;1550;p96"/>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1551" name="Google Shape;1551;p96"/>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1552" name="Google Shape;1552;p96"/>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553" name="Google Shape;1553;p96"/>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554" name="Google Shape;1554;p96"/>
            <p:cNvGrpSpPr/>
            <p:nvPr/>
          </p:nvGrpSpPr>
          <p:grpSpPr>
            <a:xfrm>
              <a:off x="-376736" y="4400186"/>
              <a:ext cx="283685" cy="283685"/>
              <a:chOff x="-510741" y="5913713"/>
              <a:chExt cx="267555" cy="267555"/>
            </a:xfrm>
          </p:grpSpPr>
          <p:sp>
            <p:nvSpPr>
              <p:cNvPr id="1555" name="Google Shape;1555;p96"/>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556" name="Google Shape;1556;p96"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557" name="Google Shape;1557;p96"/>
            <p:cNvGrpSpPr/>
            <p:nvPr/>
          </p:nvGrpSpPr>
          <p:grpSpPr>
            <a:xfrm>
              <a:off x="-3605171" y="458674"/>
              <a:ext cx="3234311" cy="558875"/>
              <a:chOff x="-3605171" y="458674"/>
              <a:chExt cx="3234311" cy="558875"/>
            </a:xfrm>
          </p:grpSpPr>
          <p:sp>
            <p:nvSpPr>
              <p:cNvPr id="1558" name="Google Shape;1558;p96"/>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1559" name="Google Shape;1559;p96"/>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560" name="Google Shape;1560;p96"/>
              <p:cNvGrpSpPr/>
              <p:nvPr/>
            </p:nvGrpSpPr>
            <p:grpSpPr>
              <a:xfrm>
                <a:off x="-3386247" y="830871"/>
                <a:ext cx="139423" cy="109566"/>
                <a:chOff x="-2866744" y="827071"/>
                <a:chExt cx="168701" cy="132575"/>
              </a:xfrm>
            </p:grpSpPr>
            <p:grpSp>
              <p:nvGrpSpPr>
                <p:cNvPr id="1561" name="Google Shape;1561;p96"/>
                <p:cNvGrpSpPr/>
                <p:nvPr/>
              </p:nvGrpSpPr>
              <p:grpSpPr>
                <a:xfrm>
                  <a:off x="-2866744" y="827071"/>
                  <a:ext cx="168701" cy="132575"/>
                  <a:chOff x="-2866744" y="827071"/>
                  <a:chExt cx="168701" cy="132575"/>
                </a:xfrm>
              </p:grpSpPr>
              <p:cxnSp>
                <p:nvCxnSpPr>
                  <p:cNvPr id="1562" name="Google Shape;1562;p96"/>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63" name="Google Shape;1563;p96"/>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64" name="Google Shape;1564;p96"/>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65" name="Google Shape;1565;p96"/>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66" name="Google Shape;1566;p96"/>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567" name="Google Shape;1567;p96"/>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568" name="Google Shape;1568;p96"/>
              <p:cNvGrpSpPr/>
              <p:nvPr/>
            </p:nvGrpSpPr>
            <p:grpSpPr>
              <a:xfrm>
                <a:off x="-3605171" y="830871"/>
                <a:ext cx="139423" cy="109566"/>
                <a:chOff x="-2866744" y="518074"/>
                <a:chExt cx="168701" cy="132575"/>
              </a:xfrm>
            </p:grpSpPr>
            <p:grpSp>
              <p:nvGrpSpPr>
                <p:cNvPr id="1569" name="Google Shape;1569;p96"/>
                <p:cNvGrpSpPr/>
                <p:nvPr/>
              </p:nvGrpSpPr>
              <p:grpSpPr>
                <a:xfrm>
                  <a:off x="-2866744" y="518074"/>
                  <a:ext cx="168701" cy="132575"/>
                  <a:chOff x="-2866744" y="518074"/>
                  <a:chExt cx="168701" cy="132575"/>
                </a:xfrm>
              </p:grpSpPr>
              <p:cxnSp>
                <p:nvCxnSpPr>
                  <p:cNvPr id="1570" name="Google Shape;1570;p96"/>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71" name="Google Shape;1571;p96"/>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72" name="Google Shape;1572;p96"/>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73" name="Google Shape;1573;p96"/>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74" name="Google Shape;1574;p96"/>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575" name="Google Shape;1575;p96"/>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1576" name="Google Shape;1576;p96"/>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1577" name="Google Shape;1577;p96"/>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1578" name="Google Shape;1578;p96"/>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1579" name="Google Shape;1579;p96"/>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1580" name="Google Shape;1580;p96"/>
              <p:cNvGrpSpPr/>
              <p:nvPr/>
            </p:nvGrpSpPr>
            <p:grpSpPr>
              <a:xfrm>
                <a:off x="-2916763" y="769168"/>
                <a:ext cx="268738" cy="248381"/>
                <a:chOff x="-2916763" y="769168"/>
                <a:chExt cx="268738" cy="248381"/>
              </a:xfrm>
            </p:grpSpPr>
            <p:sp>
              <p:nvSpPr>
                <p:cNvPr id="1581" name="Google Shape;1581;p96"/>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582" name="Google Shape;1582;p96"/>
                <p:cNvGrpSpPr/>
                <p:nvPr/>
              </p:nvGrpSpPr>
              <p:grpSpPr>
                <a:xfrm>
                  <a:off x="-2866744" y="827071"/>
                  <a:ext cx="168701" cy="132575"/>
                  <a:chOff x="-2866744" y="827071"/>
                  <a:chExt cx="168701" cy="132575"/>
                </a:xfrm>
              </p:grpSpPr>
              <p:cxnSp>
                <p:nvCxnSpPr>
                  <p:cNvPr id="1583" name="Google Shape;1583;p96"/>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84" name="Google Shape;1584;p96"/>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85" name="Google Shape;1585;p96"/>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86" name="Google Shape;1586;p96"/>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87" name="Google Shape;1587;p96"/>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588" name="Google Shape;1588;p96"/>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589" name="Google Shape;1589;p96"/>
              <p:cNvGrpSpPr/>
              <p:nvPr/>
            </p:nvGrpSpPr>
            <p:grpSpPr>
              <a:xfrm>
                <a:off x="-2916763" y="460171"/>
                <a:ext cx="268738" cy="248381"/>
                <a:chOff x="-2916763" y="460171"/>
                <a:chExt cx="268738" cy="248381"/>
              </a:xfrm>
            </p:grpSpPr>
            <p:sp>
              <p:nvSpPr>
                <p:cNvPr id="1590" name="Google Shape;1590;p96"/>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591" name="Google Shape;1591;p96"/>
                <p:cNvGrpSpPr/>
                <p:nvPr/>
              </p:nvGrpSpPr>
              <p:grpSpPr>
                <a:xfrm>
                  <a:off x="-2866744" y="518074"/>
                  <a:ext cx="168701" cy="132575"/>
                  <a:chOff x="-2866744" y="518074"/>
                  <a:chExt cx="168701" cy="132575"/>
                </a:xfrm>
              </p:grpSpPr>
              <p:cxnSp>
                <p:nvCxnSpPr>
                  <p:cNvPr id="1592" name="Google Shape;1592;p96"/>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93" name="Google Shape;1593;p96"/>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94" name="Google Shape;1594;p96"/>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95" name="Google Shape;1595;p96"/>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596" name="Google Shape;1596;p96"/>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597" name="Google Shape;1597;p96"/>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1598" name="Google Shape;1598;p96"/>
            <p:cNvGrpSpPr/>
            <p:nvPr/>
          </p:nvGrpSpPr>
          <p:grpSpPr>
            <a:xfrm>
              <a:off x="-938434" y="4663037"/>
              <a:ext cx="627798" cy="576693"/>
              <a:chOff x="-1753862" y="6112775"/>
              <a:chExt cx="759635" cy="697798"/>
            </a:xfrm>
          </p:grpSpPr>
          <p:grpSp>
            <p:nvGrpSpPr>
              <p:cNvPr id="1599" name="Google Shape;1599;p96"/>
              <p:cNvGrpSpPr/>
              <p:nvPr/>
            </p:nvGrpSpPr>
            <p:grpSpPr>
              <a:xfrm>
                <a:off x="-1484858" y="6112775"/>
                <a:ext cx="205431" cy="293286"/>
                <a:chOff x="4768" y="2783"/>
                <a:chExt cx="788" cy="1125"/>
              </a:xfrm>
            </p:grpSpPr>
            <p:sp>
              <p:nvSpPr>
                <p:cNvPr id="1600" name="Google Shape;1600;p9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601" name="Google Shape;1601;p9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602" name="Google Shape;1602;p96"/>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603" name="Google Shape;1603;p96"/>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604" name="Google Shape;1604;p96"/>
          <p:cNvGrpSpPr/>
          <p:nvPr/>
        </p:nvGrpSpPr>
        <p:grpSpPr>
          <a:xfrm>
            <a:off x="-3786165" y="-1"/>
            <a:ext cx="3693386" cy="6640349"/>
            <a:chOff x="-3786165" y="-1"/>
            <a:chExt cx="3693386" cy="6640349"/>
          </a:xfrm>
        </p:grpSpPr>
        <p:sp>
          <p:nvSpPr>
            <p:cNvPr id="1605" name="Google Shape;1605;p96"/>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606" name="Google Shape;1606;p96"/>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607" name="Google Shape;1607;p96"/>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608" name="Google Shape;1608;p96"/>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609" name="Google Shape;1609;p96"/>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1610" name="Google Shape;1610;p96"/>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611" name="Google Shape;1611;p96"/>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1612" name="Google Shape;1612;p96"/>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1613" name="Google Shape;1613;p96"/>
            <p:cNvGrpSpPr/>
            <p:nvPr/>
          </p:nvGrpSpPr>
          <p:grpSpPr>
            <a:xfrm>
              <a:off x="-2485819" y="3479783"/>
              <a:ext cx="1222990" cy="563933"/>
              <a:chOff x="-2485819" y="3399207"/>
              <a:chExt cx="1222990" cy="563933"/>
            </a:xfrm>
          </p:grpSpPr>
          <p:sp>
            <p:nvSpPr>
              <p:cNvPr id="1614" name="Google Shape;1614;p96"/>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615" name="Google Shape;1615;p96"/>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616" name="Google Shape;1616;p96"/>
              <p:cNvGrpSpPr/>
              <p:nvPr/>
            </p:nvGrpSpPr>
            <p:grpSpPr>
              <a:xfrm>
                <a:off x="-2403869" y="3460544"/>
                <a:ext cx="155951" cy="131922"/>
                <a:chOff x="12968836" y="3354170"/>
                <a:chExt cx="404806" cy="342433"/>
              </a:xfrm>
            </p:grpSpPr>
            <p:sp>
              <p:nvSpPr>
                <p:cNvPr id="1617" name="Google Shape;1617;p96"/>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618" name="Google Shape;1618;p96"/>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19" name="Google Shape;1619;p96"/>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20" name="Google Shape;1620;p96"/>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21" name="Google Shape;1621;p96"/>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22" name="Google Shape;1622;p96"/>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623" name="Google Shape;1623;p96"/>
              <p:cNvGrpSpPr/>
              <p:nvPr/>
            </p:nvGrpSpPr>
            <p:grpSpPr>
              <a:xfrm>
                <a:off x="-2463904" y="3680944"/>
                <a:ext cx="207219" cy="237490"/>
                <a:chOff x="12835752" y="3926551"/>
                <a:chExt cx="537889" cy="616458"/>
              </a:xfrm>
            </p:grpSpPr>
            <p:grpSp>
              <p:nvGrpSpPr>
                <p:cNvPr id="1624" name="Google Shape;1624;p96"/>
                <p:cNvGrpSpPr/>
                <p:nvPr/>
              </p:nvGrpSpPr>
              <p:grpSpPr>
                <a:xfrm>
                  <a:off x="13000382" y="4006891"/>
                  <a:ext cx="373259" cy="315747"/>
                  <a:chOff x="12968836" y="3354170"/>
                  <a:chExt cx="404806" cy="342433"/>
                </a:xfrm>
              </p:grpSpPr>
              <p:sp>
                <p:nvSpPr>
                  <p:cNvPr id="1625" name="Google Shape;1625;p96"/>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626" name="Google Shape;1626;p96"/>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27" name="Google Shape;1627;p96"/>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28" name="Google Shape;1628;p96"/>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29" name="Google Shape;1629;p96"/>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30" name="Google Shape;1630;p96"/>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631" name="Google Shape;1631;p96"/>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632" name="Google Shape;1632;p96"/>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633" name="Google Shape;1633;p96"/>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634" name="Google Shape;1634;p96"/>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635" name="Google Shape;1635;p96"/>
            <p:cNvGrpSpPr/>
            <p:nvPr/>
          </p:nvGrpSpPr>
          <p:grpSpPr>
            <a:xfrm>
              <a:off x="-3786165" y="5680652"/>
              <a:ext cx="3693386" cy="959696"/>
              <a:chOff x="-3786437" y="6163468"/>
              <a:chExt cx="3693386" cy="959696"/>
            </a:xfrm>
          </p:grpSpPr>
          <p:sp>
            <p:nvSpPr>
              <p:cNvPr id="1636" name="Google Shape;1636;p96"/>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637" name="Google Shape;1637;p96"/>
              <p:cNvGrpSpPr/>
              <p:nvPr/>
            </p:nvGrpSpPr>
            <p:grpSpPr>
              <a:xfrm>
                <a:off x="-376736" y="6163468"/>
                <a:ext cx="283685" cy="283685"/>
                <a:chOff x="-510741" y="5913713"/>
                <a:chExt cx="267555" cy="267555"/>
              </a:xfrm>
            </p:grpSpPr>
            <p:sp>
              <p:nvSpPr>
                <p:cNvPr id="1638" name="Google Shape;1638;p96"/>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639" name="Google Shape;1639;p96"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640" name="Google Shape;1640;p96"/>
              <p:cNvGrpSpPr/>
              <p:nvPr/>
            </p:nvGrpSpPr>
            <p:grpSpPr>
              <a:xfrm>
                <a:off x="-938434" y="6420818"/>
                <a:ext cx="627798" cy="576693"/>
                <a:chOff x="-938434" y="4570310"/>
                <a:chExt cx="627798" cy="576693"/>
              </a:xfrm>
            </p:grpSpPr>
            <p:grpSp>
              <p:nvGrpSpPr>
                <p:cNvPr id="1641" name="Google Shape;1641;p96"/>
                <p:cNvGrpSpPr/>
                <p:nvPr/>
              </p:nvGrpSpPr>
              <p:grpSpPr>
                <a:xfrm>
                  <a:off x="-716116" y="4570310"/>
                  <a:ext cx="169778" cy="242385"/>
                  <a:chOff x="4768" y="2783"/>
                  <a:chExt cx="788" cy="1125"/>
                </a:xfrm>
              </p:grpSpPr>
              <p:sp>
                <p:nvSpPr>
                  <p:cNvPr id="1642" name="Google Shape;1642;p9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643" name="Google Shape;1643;p9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644" name="Google Shape;1644;p96"/>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645" name="Google Shape;1645;p96"/>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646" name="Google Shape;1646;p96"/>
            <p:cNvGrpSpPr/>
            <p:nvPr/>
          </p:nvGrpSpPr>
          <p:grpSpPr>
            <a:xfrm>
              <a:off x="-3426806" y="5129582"/>
              <a:ext cx="514284" cy="506545"/>
              <a:chOff x="12617641" y="3403239"/>
              <a:chExt cx="752963" cy="741634"/>
            </a:xfrm>
          </p:grpSpPr>
          <p:grpSp>
            <p:nvGrpSpPr>
              <p:cNvPr id="1647" name="Google Shape;1647;p96"/>
              <p:cNvGrpSpPr/>
              <p:nvPr/>
            </p:nvGrpSpPr>
            <p:grpSpPr>
              <a:xfrm>
                <a:off x="12771530" y="3403239"/>
                <a:ext cx="467176" cy="448491"/>
                <a:chOff x="12782157" y="3403239"/>
                <a:chExt cx="467176" cy="448491"/>
              </a:xfrm>
            </p:grpSpPr>
            <p:grpSp>
              <p:nvGrpSpPr>
                <p:cNvPr id="1648" name="Google Shape;1648;p96"/>
                <p:cNvGrpSpPr/>
                <p:nvPr/>
              </p:nvGrpSpPr>
              <p:grpSpPr>
                <a:xfrm>
                  <a:off x="12782157" y="3403239"/>
                  <a:ext cx="412976" cy="396132"/>
                  <a:chOff x="13554906" y="3320109"/>
                  <a:chExt cx="443917" cy="425811"/>
                </a:xfrm>
              </p:grpSpPr>
              <p:grpSp>
                <p:nvGrpSpPr>
                  <p:cNvPr id="1649" name="Google Shape;1649;p96"/>
                  <p:cNvGrpSpPr/>
                  <p:nvPr/>
                </p:nvGrpSpPr>
                <p:grpSpPr>
                  <a:xfrm>
                    <a:off x="13554906" y="3320109"/>
                    <a:ext cx="443917" cy="425811"/>
                    <a:chOff x="12909684" y="1276143"/>
                    <a:chExt cx="443917" cy="425811"/>
                  </a:xfrm>
                </p:grpSpPr>
                <p:sp>
                  <p:nvSpPr>
                    <p:cNvPr id="1650" name="Google Shape;1650;p96"/>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651" name="Google Shape;1651;p96"/>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652" name="Google Shape;1652;p96"/>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653" name="Google Shape;1653;p96"/>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1654" name="Google Shape;1654;p96"/>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1655" name="Google Shape;1655;p96"/>
                <p:cNvGrpSpPr/>
                <p:nvPr/>
              </p:nvGrpSpPr>
              <p:grpSpPr>
                <a:xfrm>
                  <a:off x="13103513" y="3705268"/>
                  <a:ext cx="145820" cy="146462"/>
                  <a:chOff x="13096169" y="3602278"/>
                  <a:chExt cx="145820" cy="146462"/>
                </a:xfrm>
              </p:grpSpPr>
              <p:sp>
                <p:nvSpPr>
                  <p:cNvPr id="1656" name="Google Shape;1656;p96"/>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57" name="Google Shape;1657;p96"/>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658" name="Google Shape;1658;p96"/>
                <p:cNvGrpSpPr/>
                <p:nvPr/>
              </p:nvGrpSpPr>
              <p:grpSpPr>
                <a:xfrm rot="10800000">
                  <a:off x="13061402" y="3665637"/>
                  <a:ext cx="145820" cy="146462"/>
                  <a:chOff x="13096169" y="3602278"/>
                  <a:chExt cx="145820" cy="146462"/>
                </a:xfrm>
              </p:grpSpPr>
              <p:sp>
                <p:nvSpPr>
                  <p:cNvPr id="1659" name="Google Shape;1659;p96"/>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660" name="Google Shape;1660;p96"/>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661" name="Google Shape;1661;p96"/>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662" name="Google Shape;1662;p96"/>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663" name="Google Shape;1663;p96"/>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664" name="Google Shape;1664;p96"/>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665" name="Google Shape;1665;p96"/>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666" name="Google Shape;1666;p96"/>
            <p:cNvGrpSpPr/>
            <p:nvPr/>
          </p:nvGrpSpPr>
          <p:grpSpPr>
            <a:xfrm>
              <a:off x="-3365484" y="1226982"/>
              <a:ext cx="446937" cy="406485"/>
              <a:chOff x="-3563526" y="1409294"/>
              <a:chExt cx="354190" cy="322133"/>
            </a:xfrm>
          </p:grpSpPr>
          <p:grpSp>
            <p:nvGrpSpPr>
              <p:cNvPr id="1667" name="Google Shape;1667;p96"/>
              <p:cNvGrpSpPr/>
              <p:nvPr/>
            </p:nvGrpSpPr>
            <p:grpSpPr>
              <a:xfrm>
                <a:off x="-3499992" y="1409294"/>
                <a:ext cx="225195" cy="195499"/>
                <a:chOff x="8987389" y="1361199"/>
                <a:chExt cx="2200275" cy="1914525"/>
              </a:xfrm>
            </p:grpSpPr>
            <p:sp>
              <p:nvSpPr>
                <p:cNvPr id="1668" name="Google Shape;1668;p96"/>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669" name="Google Shape;1669;p96"/>
                <p:cNvGrpSpPr/>
                <p:nvPr/>
              </p:nvGrpSpPr>
              <p:grpSpPr>
                <a:xfrm>
                  <a:off x="8987389" y="1361199"/>
                  <a:ext cx="2200275" cy="1914525"/>
                  <a:chOff x="8987389" y="1361199"/>
                  <a:chExt cx="2200275" cy="1914525"/>
                </a:xfrm>
              </p:grpSpPr>
              <p:sp>
                <p:nvSpPr>
                  <p:cNvPr id="1670" name="Google Shape;1670;p96"/>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671" name="Google Shape;1671;p96"/>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672" name="Google Shape;1672;p96"/>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Image (M) + text | light mode">
  <p:cSld name="Image (M) + text | light mode">
    <p:bg>
      <p:bgPr>
        <a:solidFill>
          <a:schemeClr val="lt1"/>
        </a:solidFill>
        <a:effectLst/>
      </p:bgPr>
    </p:bg>
    <p:spTree>
      <p:nvGrpSpPr>
        <p:cNvPr id="1" name="Shape 1673"/>
        <p:cNvGrpSpPr/>
        <p:nvPr/>
      </p:nvGrpSpPr>
      <p:grpSpPr>
        <a:xfrm>
          <a:off x="0" y="0"/>
          <a:ext cx="0" cy="0"/>
          <a:chOff x="0" y="0"/>
          <a:chExt cx="0" cy="0"/>
        </a:xfrm>
      </p:grpSpPr>
      <p:sp>
        <p:nvSpPr>
          <p:cNvPr id="1674" name="Google Shape;1674;p97"/>
          <p:cNvSpPr>
            <a:spLocks noGrp="1"/>
          </p:cNvSpPr>
          <p:nvPr>
            <p:ph type="pic" idx="2"/>
          </p:nvPr>
        </p:nvSpPr>
        <p:spPr>
          <a:xfrm>
            <a:off x="0" y="0"/>
            <a:ext cx="6096000" cy="6858000"/>
          </a:xfrm>
          <a:prstGeom prst="rect">
            <a:avLst/>
          </a:prstGeom>
          <a:solidFill>
            <a:srgbClr val="D8D8D8"/>
          </a:solidFill>
          <a:ln>
            <a:noFill/>
          </a:ln>
        </p:spPr>
      </p:sp>
      <p:sp>
        <p:nvSpPr>
          <p:cNvPr id="1675" name="Google Shape;1675;p97"/>
          <p:cNvSpPr txBox="1">
            <a:spLocks noGrp="1"/>
          </p:cNvSpPr>
          <p:nvPr>
            <p:ph type="body" idx="1"/>
          </p:nvPr>
        </p:nvSpPr>
        <p:spPr>
          <a:xfrm>
            <a:off x="6813763" y="1569104"/>
            <a:ext cx="4655999"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SzPts val="2400"/>
              <a:buChar char="•"/>
              <a:defRPr/>
            </a:lvl1pPr>
            <a:lvl2pPr marL="914400" lvl="1" indent="-381000" algn="l">
              <a:lnSpc>
                <a:spcPct val="90000"/>
              </a:lnSpc>
              <a:spcBef>
                <a:spcPts val="600"/>
              </a:spcBef>
              <a:spcAft>
                <a:spcPts val="0"/>
              </a:spcAft>
              <a:buSzPts val="2400"/>
              <a:buChar char="•"/>
              <a:defRPr/>
            </a:lvl2pPr>
            <a:lvl3pPr marL="1371600" lvl="2" indent="-228600" algn="l">
              <a:lnSpc>
                <a:spcPct val="90000"/>
              </a:lnSpc>
              <a:spcBef>
                <a:spcPts val="600"/>
              </a:spcBef>
              <a:spcAft>
                <a:spcPts val="0"/>
              </a:spcAft>
              <a:buSzPts val="2000"/>
              <a:buNone/>
              <a:defRPr/>
            </a:lvl3pPr>
            <a:lvl4pPr marL="1828800" lvl="3" indent="-228600" algn="l">
              <a:lnSpc>
                <a:spcPct val="90000"/>
              </a:lnSpc>
              <a:spcBef>
                <a:spcPts val="600"/>
              </a:spcBef>
              <a:spcAft>
                <a:spcPts val="0"/>
              </a:spcAft>
              <a:buClr>
                <a:schemeClr val="dk2"/>
              </a:buClr>
              <a:buSzPts val="3600"/>
              <a:buNone/>
              <a:defRPr/>
            </a:lvl4pPr>
            <a:lvl5pPr marL="2286000" lvl="4" indent="-228600" algn="l">
              <a:lnSpc>
                <a:spcPct val="90000"/>
              </a:lnSpc>
              <a:spcBef>
                <a:spcPts val="600"/>
              </a:spcBef>
              <a:spcAft>
                <a:spcPts val="0"/>
              </a:spcAft>
              <a:buClr>
                <a:schemeClr val="accent1"/>
              </a:buClr>
              <a:buSzPts val="2400"/>
              <a:buNone/>
              <a:defRPr/>
            </a:lvl5pPr>
            <a:lvl6pPr marL="2743200" lvl="5" indent="-228600" algn="l">
              <a:lnSpc>
                <a:spcPct val="90000"/>
              </a:lnSpc>
              <a:spcBef>
                <a:spcPts val="600"/>
              </a:spcBef>
              <a:spcAft>
                <a:spcPts val="0"/>
              </a:spcAft>
              <a:buSzPts val="2000"/>
              <a:buNone/>
              <a:defRPr/>
            </a:lvl6pPr>
            <a:lvl7pPr marL="3200400" lvl="6" indent="-355600" algn="l">
              <a:lnSpc>
                <a:spcPct val="90000"/>
              </a:lnSpc>
              <a:spcBef>
                <a:spcPts val="600"/>
              </a:spcBef>
              <a:spcAft>
                <a:spcPts val="0"/>
              </a:spcAft>
              <a:buSzPts val="2000"/>
              <a:buAutoNum type="arabicPeriod"/>
              <a:defRPr/>
            </a:lvl7pPr>
            <a:lvl8pPr marL="3657600" lvl="7" indent="-355600" algn="l">
              <a:lnSpc>
                <a:spcPct val="90000"/>
              </a:lnSpc>
              <a:spcBef>
                <a:spcPts val="600"/>
              </a:spcBef>
              <a:spcAft>
                <a:spcPts val="0"/>
              </a:spcAft>
              <a:buSzPts val="2000"/>
              <a:buAutoNum type="alphaLcPeriod"/>
              <a:defRPr/>
            </a:lvl8pPr>
            <a:lvl9pPr marL="4114800" lvl="8" indent="-228600" algn="l">
              <a:lnSpc>
                <a:spcPct val="90000"/>
              </a:lnSpc>
              <a:spcBef>
                <a:spcPts val="600"/>
              </a:spcBef>
              <a:spcAft>
                <a:spcPts val="600"/>
              </a:spcAft>
              <a:buSzPts val="1600"/>
              <a:buNone/>
              <a:defRPr/>
            </a:lvl9pPr>
          </a:lstStyle>
          <a:p>
            <a:endParaRPr/>
          </a:p>
        </p:txBody>
      </p:sp>
      <p:sp>
        <p:nvSpPr>
          <p:cNvPr id="1676" name="Google Shape;1676;p97"/>
          <p:cNvSpPr/>
          <p:nvPr/>
        </p:nvSpPr>
        <p:spPr>
          <a:xfrm>
            <a:off x="0" y="-441330"/>
            <a:ext cx="310982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(M) + text | light mode</a:t>
            </a:r>
            <a:endParaRPr/>
          </a:p>
        </p:txBody>
      </p:sp>
      <p:sp>
        <p:nvSpPr>
          <p:cNvPr id="1677" name="Google Shape;1677;p97"/>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8" name="Google Shape;1678;p97"/>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dk2"/>
                </a:solidFill>
                <a:latin typeface="Arial"/>
                <a:ea typeface="Arial"/>
                <a:cs typeface="Arial"/>
                <a:sym typeface="Arial"/>
              </a:defRPr>
            </a:lvl1pPr>
            <a:lvl2pPr marL="0" lvl="1" indent="0" algn="r">
              <a:spcBef>
                <a:spcPts val="0"/>
              </a:spcBef>
              <a:buNone/>
              <a:defRPr sz="1200" b="1">
                <a:solidFill>
                  <a:schemeClr val="dk2"/>
                </a:solidFill>
                <a:latin typeface="Arial"/>
                <a:ea typeface="Arial"/>
                <a:cs typeface="Arial"/>
                <a:sym typeface="Arial"/>
              </a:defRPr>
            </a:lvl2pPr>
            <a:lvl3pPr marL="0" lvl="2" indent="0" algn="r">
              <a:spcBef>
                <a:spcPts val="0"/>
              </a:spcBef>
              <a:buNone/>
              <a:defRPr sz="1200" b="1">
                <a:solidFill>
                  <a:schemeClr val="dk2"/>
                </a:solidFill>
                <a:latin typeface="Arial"/>
                <a:ea typeface="Arial"/>
                <a:cs typeface="Arial"/>
                <a:sym typeface="Arial"/>
              </a:defRPr>
            </a:lvl3pPr>
            <a:lvl4pPr marL="0" lvl="3" indent="0" algn="r">
              <a:spcBef>
                <a:spcPts val="0"/>
              </a:spcBef>
              <a:buNone/>
              <a:defRPr sz="1200" b="1">
                <a:solidFill>
                  <a:schemeClr val="dk2"/>
                </a:solidFill>
                <a:latin typeface="Arial"/>
                <a:ea typeface="Arial"/>
                <a:cs typeface="Arial"/>
                <a:sym typeface="Arial"/>
              </a:defRPr>
            </a:lvl4pPr>
            <a:lvl5pPr marL="0" lvl="4" indent="0" algn="r">
              <a:spcBef>
                <a:spcPts val="0"/>
              </a:spcBef>
              <a:buNone/>
              <a:defRPr sz="1200" b="1">
                <a:solidFill>
                  <a:schemeClr val="dk2"/>
                </a:solidFill>
                <a:latin typeface="Arial"/>
                <a:ea typeface="Arial"/>
                <a:cs typeface="Arial"/>
                <a:sym typeface="Arial"/>
              </a:defRPr>
            </a:lvl5pPr>
            <a:lvl6pPr marL="0" lvl="5" indent="0" algn="r">
              <a:spcBef>
                <a:spcPts val="0"/>
              </a:spcBef>
              <a:buNone/>
              <a:defRPr sz="1200" b="1">
                <a:solidFill>
                  <a:schemeClr val="dk2"/>
                </a:solidFill>
                <a:latin typeface="Arial"/>
                <a:ea typeface="Arial"/>
                <a:cs typeface="Arial"/>
                <a:sym typeface="Arial"/>
              </a:defRPr>
            </a:lvl6pPr>
            <a:lvl7pPr marL="0" lvl="6" indent="0" algn="r">
              <a:spcBef>
                <a:spcPts val="0"/>
              </a:spcBef>
              <a:buNone/>
              <a:defRPr sz="1200" b="1">
                <a:solidFill>
                  <a:schemeClr val="dk2"/>
                </a:solidFill>
                <a:latin typeface="Arial"/>
                <a:ea typeface="Arial"/>
                <a:cs typeface="Arial"/>
                <a:sym typeface="Arial"/>
              </a:defRPr>
            </a:lvl7pPr>
            <a:lvl8pPr marL="0" lvl="7" indent="0" algn="r">
              <a:spcBef>
                <a:spcPts val="0"/>
              </a:spcBef>
              <a:buNone/>
              <a:defRPr sz="1200" b="1">
                <a:solidFill>
                  <a:schemeClr val="dk2"/>
                </a:solidFill>
                <a:latin typeface="Arial"/>
                <a:ea typeface="Arial"/>
                <a:cs typeface="Arial"/>
                <a:sym typeface="Arial"/>
              </a:defRPr>
            </a:lvl8pPr>
            <a:lvl9pPr marL="0" lvl="8" indent="0" algn="r">
              <a:spcBef>
                <a:spcPts val="0"/>
              </a:spcBef>
              <a:buNone/>
              <a:defRPr sz="1200" b="1">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679" name="Google Shape;1679;p97"/>
          <p:cNvSpPr txBox="1">
            <a:spLocks noGrp="1"/>
          </p:cNvSpPr>
          <p:nvPr>
            <p:ph type="title"/>
          </p:nvPr>
        </p:nvSpPr>
        <p:spPr>
          <a:xfrm>
            <a:off x="6814198" y="722454"/>
            <a:ext cx="4655564" cy="3237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0" name="Google Shape;1680;p97"/>
          <p:cNvSpPr txBox="1">
            <a:spLocks noGrp="1"/>
          </p:cNvSpPr>
          <p:nvPr>
            <p:ph type="body" idx="3"/>
          </p:nvPr>
        </p:nvSpPr>
        <p:spPr>
          <a:xfrm>
            <a:off x="0" y="4094329"/>
            <a:ext cx="6096000"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681" name="Google Shape;1681;p97"/>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1682" name="Google Shape;1682;p97"/>
          <p:cNvGrpSpPr/>
          <p:nvPr/>
        </p:nvGrpSpPr>
        <p:grpSpPr>
          <a:xfrm>
            <a:off x="12377595" y="0"/>
            <a:ext cx="3693386" cy="5359349"/>
            <a:chOff x="-3786437" y="0"/>
            <a:chExt cx="3693386" cy="5359349"/>
          </a:xfrm>
        </p:grpSpPr>
        <p:sp>
          <p:nvSpPr>
            <p:cNvPr id="1683" name="Google Shape;1683;p97"/>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684" name="Google Shape;1684;p97"/>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685" name="Google Shape;1685;p97"/>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1686" name="Google Shape;1686;p97"/>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687" name="Google Shape;1687;p97"/>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688" name="Google Shape;1688;p97"/>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1689" name="Google Shape;1689;p97"/>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690" name="Google Shape;1690;p97"/>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1691" name="Google Shape;1691;p97"/>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692" name="Google Shape;1692;p97"/>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1693" name="Google Shape;1693;p97"/>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1694" name="Google Shape;1694;p97"/>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1695" name="Google Shape;1695;p97"/>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1696" name="Google Shape;1696;p97"/>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1697" name="Google Shape;1697;p97"/>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1698" name="Google Shape;1698;p97"/>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1699" name="Google Shape;1699;p97"/>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1700" name="Google Shape;1700;p97"/>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1701" name="Google Shape;1701;p97"/>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1702" name="Google Shape;1702;p97"/>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1703" name="Google Shape;1703;p97"/>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704" name="Google Shape;1704;p97"/>
            <p:cNvGrpSpPr/>
            <p:nvPr/>
          </p:nvGrpSpPr>
          <p:grpSpPr>
            <a:xfrm>
              <a:off x="-376736" y="4400186"/>
              <a:ext cx="283685" cy="283685"/>
              <a:chOff x="-510741" y="5913713"/>
              <a:chExt cx="267555" cy="267555"/>
            </a:xfrm>
          </p:grpSpPr>
          <p:sp>
            <p:nvSpPr>
              <p:cNvPr id="1705" name="Google Shape;1705;p97"/>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706" name="Google Shape;1706;p97"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707" name="Google Shape;1707;p97"/>
            <p:cNvGrpSpPr/>
            <p:nvPr/>
          </p:nvGrpSpPr>
          <p:grpSpPr>
            <a:xfrm>
              <a:off x="-3605171" y="458674"/>
              <a:ext cx="3234311" cy="558875"/>
              <a:chOff x="-3605171" y="458674"/>
              <a:chExt cx="3234311" cy="558875"/>
            </a:xfrm>
          </p:grpSpPr>
          <p:sp>
            <p:nvSpPr>
              <p:cNvPr id="1708" name="Google Shape;1708;p97"/>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1709" name="Google Shape;1709;p97"/>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710" name="Google Shape;1710;p97"/>
              <p:cNvGrpSpPr/>
              <p:nvPr/>
            </p:nvGrpSpPr>
            <p:grpSpPr>
              <a:xfrm>
                <a:off x="-3386247" y="830871"/>
                <a:ext cx="139423" cy="109566"/>
                <a:chOff x="-2866744" y="827071"/>
                <a:chExt cx="168701" cy="132575"/>
              </a:xfrm>
            </p:grpSpPr>
            <p:grpSp>
              <p:nvGrpSpPr>
                <p:cNvPr id="1711" name="Google Shape;1711;p97"/>
                <p:cNvGrpSpPr/>
                <p:nvPr/>
              </p:nvGrpSpPr>
              <p:grpSpPr>
                <a:xfrm>
                  <a:off x="-2866744" y="827071"/>
                  <a:ext cx="168701" cy="132575"/>
                  <a:chOff x="-2866744" y="827071"/>
                  <a:chExt cx="168701" cy="132575"/>
                </a:xfrm>
              </p:grpSpPr>
              <p:cxnSp>
                <p:nvCxnSpPr>
                  <p:cNvPr id="1712" name="Google Shape;1712;p97"/>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13" name="Google Shape;1713;p97"/>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14" name="Google Shape;1714;p97"/>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15" name="Google Shape;1715;p97"/>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16" name="Google Shape;1716;p97"/>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717" name="Google Shape;1717;p97"/>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718" name="Google Shape;1718;p97"/>
              <p:cNvGrpSpPr/>
              <p:nvPr/>
            </p:nvGrpSpPr>
            <p:grpSpPr>
              <a:xfrm>
                <a:off x="-3605171" y="830871"/>
                <a:ext cx="139423" cy="109566"/>
                <a:chOff x="-2866744" y="518074"/>
                <a:chExt cx="168701" cy="132575"/>
              </a:xfrm>
            </p:grpSpPr>
            <p:grpSp>
              <p:nvGrpSpPr>
                <p:cNvPr id="1719" name="Google Shape;1719;p97"/>
                <p:cNvGrpSpPr/>
                <p:nvPr/>
              </p:nvGrpSpPr>
              <p:grpSpPr>
                <a:xfrm>
                  <a:off x="-2866744" y="518074"/>
                  <a:ext cx="168701" cy="132575"/>
                  <a:chOff x="-2866744" y="518074"/>
                  <a:chExt cx="168701" cy="132575"/>
                </a:xfrm>
              </p:grpSpPr>
              <p:cxnSp>
                <p:nvCxnSpPr>
                  <p:cNvPr id="1720" name="Google Shape;1720;p97"/>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21" name="Google Shape;1721;p97"/>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22" name="Google Shape;1722;p97"/>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23" name="Google Shape;1723;p97"/>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24" name="Google Shape;1724;p97"/>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725" name="Google Shape;1725;p97"/>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1726" name="Google Shape;1726;p97"/>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1727" name="Google Shape;1727;p97"/>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1728" name="Google Shape;1728;p97"/>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1729" name="Google Shape;1729;p97"/>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1730" name="Google Shape;1730;p97"/>
              <p:cNvGrpSpPr/>
              <p:nvPr/>
            </p:nvGrpSpPr>
            <p:grpSpPr>
              <a:xfrm>
                <a:off x="-2916763" y="769168"/>
                <a:ext cx="268738" cy="248381"/>
                <a:chOff x="-2916763" y="769168"/>
                <a:chExt cx="268738" cy="248381"/>
              </a:xfrm>
            </p:grpSpPr>
            <p:sp>
              <p:nvSpPr>
                <p:cNvPr id="1731" name="Google Shape;1731;p97"/>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732" name="Google Shape;1732;p97"/>
                <p:cNvGrpSpPr/>
                <p:nvPr/>
              </p:nvGrpSpPr>
              <p:grpSpPr>
                <a:xfrm>
                  <a:off x="-2866744" y="827071"/>
                  <a:ext cx="168701" cy="132575"/>
                  <a:chOff x="-2866744" y="827071"/>
                  <a:chExt cx="168701" cy="132575"/>
                </a:xfrm>
              </p:grpSpPr>
              <p:cxnSp>
                <p:nvCxnSpPr>
                  <p:cNvPr id="1733" name="Google Shape;1733;p97"/>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34" name="Google Shape;1734;p97"/>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35" name="Google Shape;1735;p97"/>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36" name="Google Shape;1736;p97"/>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37" name="Google Shape;1737;p97"/>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738" name="Google Shape;1738;p97"/>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739" name="Google Shape;1739;p97"/>
              <p:cNvGrpSpPr/>
              <p:nvPr/>
            </p:nvGrpSpPr>
            <p:grpSpPr>
              <a:xfrm>
                <a:off x="-2916763" y="460171"/>
                <a:ext cx="268738" cy="248381"/>
                <a:chOff x="-2916763" y="460171"/>
                <a:chExt cx="268738" cy="248381"/>
              </a:xfrm>
            </p:grpSpPr>
            <p:sp>
              <p:nvSpPr>
                <p:cNvPr id="1740" name="Google Shape;1740;p97"/>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741" name="Google Shape;1741;p97"/>
                <p:cNvGrpSpPr/>
                <p:nvPr/>
              </p:nvGrpSpPr>
              <p:grpSpPr>
                <a:xfrm>
                  <a:off x="-2866744" y="518074"/>
                  <a:ext cx="168701" cy="132575"/>
                  <a:chOff x="-2866744" y="518074"/>
                  <a:chExt cx="168701" cy="132575"/>
                </a:xfrm>
              </p:grpSpPr>
              <p:cxnSp>
                <p:nvCxnSpPr>
                  <p:cNvPr id="1742" name="Google Shape;1742;p97"/>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43" name="Google Shape;1743;p97"/>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44" name="Google Shape;1744;p97"/>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45" name="Google Shape;1745;p97"/>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746" name="Google Shape;1746;p97"/>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747" name="Google Shape;1747;p97"/>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1748" name="Google Shape;1748;p97"/>
            <p:cNvGrpSpPr/>
            <p:nvPr/>
          </p:nvGrpSpPr>
          <p:grpSpPr>
            <a:xfrm>
              <a:off x="-938434" y="4663037"/>
              <a:ext cx="627798" cy="576693"/>
              <a:chOff x="-1753862" y="6112775"/>
              <a:chExt cx="759635" cy="697798"/>
            </a:xfrm>
          </p:grpSpPr>
          <p:grpSp>
            <p:nvGrpSpPr>
              <p:cNvPr id="1749" name="Google Shape;1749;p97"/>
              <p:cNvGrpSpPr/>
              <p:nvPr/>
            </p:nvGrpSpPr>
            <p:grpSpPr>
              <a:xfrm>
                <a:off x="-1484858" y="6112775"/>
                <a:ext cx="205431" cy="293286"/>
                <a:chOff x="4768" y="2783"/>
                <a:chExt cx="788" cy="1125"/>
              </a:xfrm>
            </p:grpSpPr>
            <p:sp>
              <p:nvSpPr>
                <p:cNvPr id="1750" name="Google Shape;1750;p97"/>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751" name="Google Shape;1751;p97"/>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752" name="Google Shape;1752;p97"/>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753" name="Google Shape;1753;p97"/>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754" name="Google Shape;1754;p97"/>
          <p:cNvGrpSpPr/>
          <p:nvPr/>
        </p:nvGrpSpPr>
        <p:grpSpPr>
          <a:xfrm>
            <a:off x="-3786165" y="-1"/>
            <a:ext cx="3693386" cy="6640349"/>
            <a:chOff x="-3786165" y="-1"/>
            <a:chExt cx="3693386" cy="6640349"/>
          </a:xfrm>
        </p:grpSpPr>
        <p:sp>
          <p:nvSpPr>
            <p:cNvPr id="1755" name="Google Shape;1755;p97"/>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756" name="Google Shape;1756;p97"/>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757" name="Google Shape;1757;p97"/>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758" name="Google Shape;1758;p97"/>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759" name="Google Shape;1759;p97"/>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1760" name="Google Shape;1760;p97"/>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761" name="Google Shape;1761;p97"/>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1762" name="Google Shape;1762;p97"/>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1763" name="Google Shape;1763;p97"/>
            <p:cNvGrpSpPr/>
            <p:nvPr/>
          </p:nvGrpSpPr>
          <p:grpSpPr>
            <a:xfrm>
              <a:off x="-2485819" y="3479783"/>
              <a:ext cx="1222990" cy="563933"/>
              <a:chOff x="-2485819" y="3399207"/>
              <a:chExt cx="1222990" cy="563933"/>
            </a:xfrm>
          </p:grpSpPr>
          <p:sp>
            <p:nvSpPr>
              <p:cNvPr id="1764" name="Google Shape;1764;p97"/>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765" name="Google Shape;1765;p97"/>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766" name="Google Shape;1766;p97"/>
              <p:cNvGrpSpPr/>
              <p:nvPr/>
            </p:nvGrpSpPr>
            <p:grpSpPr>
              <a:xfrm>
                <a:off x="-2403869" y="3460544"/>
                <a:ext cx="155951" cy="131922"/>
                <a:chOff x="12968836" y="3354170"/>
                <a:chExt cx="404806" cy="342433"/>
              </a:xfrm>
            </p:grpSpPr>
            <p:sp>
              <p:nvSpPr>
                <p:cNvPr id="1767" name="Google Shape;1767;p97"/>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768" name="Google Shape;1768;p97"/>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69" name="Google Shape;1769;p97"/>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70" name="Google Shape;1770;p97"/>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71" name="Google Shape;1771;p97"/>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72" name="Google Shape;1772;p97"/>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773" name="Google Shape;1773;p97"/>
              <p:cNvGrpSpPr/>
              <p:nvPr/>
            </p:nvGrpSpPr>
            <p:grpSpPr>
              <a:xfrm>
                <a:off x="-2463904" y="3680944"/>
                <a:ext cx="207219" cy="237490"/>
                <a:chOff x="12835752" y="3926551"/>
                <a:chExt cx="537889" cy="616458"/>
              </a:xfrm>
            </p:grpSpPr>
            <p:grpSp>
              <p:nvGrpSpPr>
                <p:cNvPr id="1774" name="Google Shape;1774;p97"/>
                <p:cNvGrpSpPr/>
                <p:nvPr/>
              </p:nvGrpSpPr>
              <p:grpSpPr>
                <a:xfrm>
                  <a:off x="13000382" y="4006891"/>
                  <a:ext cx="373259" cy="315747"/>
                  <a:chOff x="12968836" y="3354170"/>
                  <a:chExt cx="404806" cy="342433"/>
                </a:xfrm>
              </p:grpSpPr>
              <p:sp>
                <p:nvSpPr>
                  <p:cNvPr id="1775" name="Google Shape;1775;p97"/>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776" name="Google Shape;1776;p97"/>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77" name="Google Shape;1777;p97"/>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78" name="Google Shape;1778;p97"/>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79" name="Google Shape;1779;p97"/>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780" name="Google Shape;1780;p97"/>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781" name="Google Shape;1781;p97"/>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782" name="Google Shape;1782;p97"/>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783" name="Google Shape;1783;p97"/>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784" name="Google Shape;1784;p97"/>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785" name="Google Shape;1785;p97"/>
            <p:cNvGrpSpPr/>
            <p:nvPr/>
          </p:nvGrpSpPr>
          <p:grpSpPr>
            <a:xfrm>
              <a:off x="-3786165" y="5680652"/>
              <a:ext cx="3693386" cy="959696"/>
              <a:chOff x="-3786437" y="6163468"/>
              <a:chExt cx="3693386" cy="959696"/>
            </a:xfrm>
          </p:grpSpPr>
          <p:sp>
            <p:nvSpPr>
              <p:cNvPr id="1786" name="Google Shape;1786;p97"/>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787" name="Google Shape;1787;p97"/>
              <p:cNvGrpSpPr/>
              <p:nvPr/>
            </p:nvGrpSpPr>
            <p:grpSpPr>
              <a:xfrm>
                <a:off x="-376736" y="6163468"/>
                <a:ext cx="283685" cy="283685"/>
                <a:chOff x="-510741" y="5913713"/>
                <a:chExt cx="267555" cy="267555"/>
              </a:xfrm>
            </p:grpSpPr>
            <p:sp>
              <p:nvSpPr>
                <p:cNvPr id="1788" name="Google Shape;1788;p97"/>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789" name="Google Shape;1789;p97"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790" name="Google Shape;1790;p97"/>
              <p:cNvGrpSpPr/>
              <p:nvPr/>
            </p:nvGrpSpPr>
            <p:grpSpPr>
              <a:xfrm>
                <a:off x="-938434" y="6420818"/>
                <a:ext cx="627798" cy="576693"/>
                <a:chOff x="-938434" y="4570310"/>
                <a:chExt cx="627798" cy="576693"/>
              </a:xfrm>
            </p:grpSpPr>
            <p:grpSp>
              <p:nvGrpSpPr>
                <p:cNvPr id="1791" name="Google Shape;1791;p97"/>
                <p:cNvGrpSpPr/>
                <p:nvPr/>
              </p:nvGrpSpPr>
              <p:grpSpPr>
                <a:xfrm>
                  <a:off x="-716116" y="4570310"/>
                  <a:ext cx="169778" cy="242385"/>
                  <a:chOff x="4768" y="2783"/>
                  <a:chExt cx="788" cy="1125"/>
                </a:xfrm>
              </p:grpSpPr>
              <p:sp>
                <p:nvSpPr>
                  <p:cNvPr id="1792" name="Google Shape;1792;p97"/>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793" name="Google Shape;1793;p97"/>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794" name="Google Shape;1794;p97"/>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795" name="Google Shape;1795;p97"/>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796" name="Google Shape;1796;p97"/>
            <p:cNvGrpSpPr/>
            <p:nvPr/>
          </p:nvGrpSpPr>
          <p:grpSpPr>
            <a:xfrm>
              <a:off x="-3426806" y="5129582"/>
              <a:ext cx="514284" cy="506545"/>
              <a:chOff x="12617641" y="3403239"/>
              <a:chExt cx="752963" cy="741634"/>
            </a:xfrm>
          </p:grpSpPr>
          <p:grpSp>
            <p:nvGrpSpPr>
              <p:cNvPr id="1797" name="Google Shape;1797;p97"/>
              <p:cNvGrpSpPr/>
              <p:nvPr/>
            </p:nvGrpSpPr>
            <p:grpSpPr>
              <a:xfrm>
                <a:off x="12771530" y="3403239"/>
                <a:ext cx="467176" cy="448491"/>
                <a:chOff x="12782157" y="3403239"/>
                <a:chExt cx="467176" cy="448491"/>
              </a:xfrm>
            </p:grpSpPr>
            <p:grpSp>
              <p:nvGrpSpPr>
                <p:cNvPr id="1798" name="Google Shape;1798;p97"/>
                <p:cNvGrpSpPr/>
                <p:nvPr/>
              </p:nvGrpSpPr>
              <p:grpSpPr>
                <a:xfrm>
                  <a:off x="12782157" y="3403239"/>
                  <a:ext cx="412976" cy="396132"/>
                  <a:chOff x="13554906" y="3320109"/>
                  <a:chExt cx="443917" cy="425811"/>
                </a:xfrm>
              </p:grpSpPr>
              <p:grpSp>
                <p:nvGrpSpPr>
                  <p:cNvPr id="1799" name="Google Shape;1799;p97"/>
                  <p:cNvGrpSpPr/>
                  <p:nvPr/>
                </p:nvGrpSpPr>
                <p:grpSpPr>
                  <a:xfrm>
                    <a:off x="13554906" y="3320109"/>
                    <a:ext cx="443917" cy="425811"/>
                    <a:chOff x="12909684" y="1276143"/>
                    <a:chExt cx="443917" cy="425811"/>
                  </a:xfrm>
                </p:grpSpPr>
                <p:sp>
                  <p:nvSpPr>
                    <p:cNvPr id="1800" name="Google Shape;1800;p97"/>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801" name="Google Shape;1801;p97"/>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802" name="Google Shape;1802;p97"/>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803" name="Google Shape;1803;p97"/>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1804" name="Google Shape;1804;p97"/>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1805" name="Google Shape;1805;p97"/>
                <p:cNvGrpSpPr/>
                <p:nvPr/>
              </p:nvGrpSpPr>
              <p:grpSpPr>
                <a:xfrm>
                  <a:off x="13103513" y="3705268"/>
                  <a:ext cx="145820" cy="146462"/>
                  <a:chOff x="13096169" y="3602278"/>
                  <a:chExt cx="145820" cy="146462"/>
                </a:xfrm>
              </p:grpSpPr>
              <p:sp>
                <p:nvSpPr>
                  <p:cNvPr id="1806" name="Google Shape;1806;p97"/>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807" name="Google Shape;1807;p97"/>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808" name="Google Shape;1808;p97"/>
                <p:cNvGrpSpPr/>
                <p:nvPr/>
              </p:nvGrpSpPr>
              <p:grpSpPr>
                <a:xfrm rot="10800000">
                  <a:off x="13061402" y="3665637"/>
                  <a:ext cx="145820" cy="146462"/>
                  <a:chOff x="13096169" y="3602278"/>
                  <a:chExt cx="145820" cy="146462"/>
                </a:xfrm>
              </p:grpSpPr>
              <p:sp>
                <p:nvSpPr>
                  <p:cNvPr id="1809" name="Google Shape;1809;p97"/>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810" name="Google Shape;1810;p97"/>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811" name="Google Shape;1811;p97"/>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812" name="Google Shape;1812;p97"/>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813" name="Google Shape;1813;p97"/>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814" name="Google Shape;1814;p97"/>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815" name="Google Shape;1815;p97"/>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816" name="Google Shape;1816;p97"/>
            <p:cNvGrpSpPr/>
            <p:nvPr/>
          </p:nvGrpSpPr>
          <p:grpSpPr>
            <a:xfrm>
              <a:off x="-3365484" y="1226982"/>
              <a:ext cx="446937" cy="406485"/>
              <a:chOff x="-3563526" y="1409294"/>
              <a:chExt cx="354190" cy="322133"/>
            </a:xfrm>
          </p:grpSpPr>
          <p:grpSp>
            <p:nvGrpSpPr>
              <p:cNvPr id="1817" name="Google Shape;1817;p97"/>
              <p:cNvGrpSpPr/>
              <p:nvPr/>
            </p:nvGrpSpPr>
            <p:grpSpPr>
              <a:xfrm>
                <a:off x="-3499992" y="1409294"/>
                <a:ext cx="225195" cy="195499"/>
                <a:chOff x="8987389" y="1361199"/>
                <a:chExt cx="2200275" cy="1914525"/>
              </a:xfrm>
            </p:grpSpPr>
            <p:sp>
              <p:nvSpPr>
                <p:cNvPr id="1818" name="Google Shape;1818;p97"/>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819" name="Google Shape;1819;p97"/>
                <p:cNvGrpSpPr/>
                <p:nvPr/>
              </p:nvGrpSpPr>
              <p:grpSpPr>
                <a:xfrm>
                  <a:off x="8987389" y="1361199"/>
                  <a:ext cx="2200275" cy="1914525"/>
                  <a:chOff x="8987389" y="1361199"/>
                  <a:chExt cx="2200275" cy="1914525"/>
                </a:xfrm>
              </p:grpSpPr>
              <p:sp>
                <p:nvSpPr>
                  <p:cNvPr id="1820" name="Google Shape;1820;p97"/>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821" name="Google Shape;1821;p97"/>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822" name="Google Shape;1822;p97"/>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mage (M) + text | blue mode">
  <p:cSld name="Image (M) + text | blue mode">
    <p:bg>
      <p:bgPr>
        <a:solidFill>
          <a:schemeClr val="accent1"/>
        </a:solidFill>
        <a:effectLst/>
      </p:bgPr>
    </p:bg>
    <p:spTree>
      <p:nvGrpSpPr>
        <p:cNvPr id="1" name="Shape 1823"/>
        <p:cNvGrpSpPr/>
        <p:nvPr/>
      </p:nvGrpSpPr>
      <p:grpSpPr>
        <a:xfrm>
          <a:off x="0" y="0"/>
          <a:ext cx="0" cy="0"/>
          <a:chOff x="0" y="0"/>
          <a:chExt cx="0" cy="0"/>
        </a:xfrm>
      </p:grpSpPr>
      <p:sp>
        <p:nvSpPr>
          <p:cNvPr id="1824" name="Google Shape;1824;p98"/>
          <p:cNvSpPr>
            <a:spLocks noGrp="1"/>
          </p:cNvSpPr>
          <p:nvPr>
            <p:ph type="pic" idx="2"/>
          </p:nvPr>
        </p:nvSpPr>
        <p:spPr>
          <a:xfrm>
            <a:off x="0" y="0"/>
            <a:ext cx="6096000" cy="6858000"/>
          </a:xfrm>
          <a:prstGeom prst="rect">
            <a:avLst/>
          </a:prstGeom>
          <a:solidFill>
            <a:srgbClr val="D8D8D8"/>
          </a:solidFill>
          <a:ln>
            <a:noFill/>
          </a:ln>
        </p:spPr>
      </p:sp>
      <p:sp>
        <p:nvSpPr>
          <p:cNvPr id="1825" name="Google Shape;1825;p98"/>
          <p:cNvSpPr txBox="1">
            <a:spLocks noGrp="1"/>
          </p:cNvSpPr>
          <p:nvPr>
            <p:ph type="body" idx="1"/>
          </p:nvPr>
        </p:nvSpPr>
        <p:spPr>
          <a:xfrm>
            <a:off x="6813763" y="1569104"/>
            <a:ext cx="4655999"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dk2"/>
              </a:buClr>
              <a:buSzPts val="3600"/>
              <a:buNone/>
              <a:defRPr>
                <a:solidFill>
                  <a:schemeClr val="dk2"/>
                </a:solidFill>
              </a:defRPr>
            </a:lvl4pPr>
            <a:lvl5pPr marL="2286000" lvl="4" indent="-228600" algn="l">
              <a:lnSpc>
                <a:spcPct val="90000"/>
              </a:lnSpc>
              <a:spcBef>
                <a:spcPts val="600"/>
              </a:spcBef>
              <a:spcAft>
                <a:spcPts val="0"/>
              </a:spcAft>
              <a:buClr>
                <a:schemeClr val="dk2"/>
              </a:buClr>
              <a:buSzPts val="2400"/>
              <a:buNone/>
              <a:defRPr b="0">
                <a:solidFill>
                  <a:schemeClr val="dk2"/>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sp>
        <p:nvSpPr>
          <p:cNvPr id="1826" name="Google Shape;1826;p98"/>
          <p:cNvSpPr/>
          <p:nvPr/>
        </p:nvSpPr>
        <p:spPr>
          <a:xfrm>
            <a:off x="0" y="-441330"/>
            <a:ext cx="3097002"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(M) + text | blue mode</a:t>
            </a:r>
            <a:endParaRPr/>
          </a:p>
        </p:txBody>
      </p:sp>
      <p:sp>
        <p:nvSpPr>
          <p:cNvPr id="1827" name="Google Shape;1827;p98"/>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8" name="Google Shape;1828;p98"/>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829" name="Google Shape;1829;p98"/>
          <p:cNvSpPr txBox="1">
            <a:spLocks noGrp="1"/>
          </p:cNvSpPr>
          <p:nvPr>
            <p:ph type="title"/>
          </p:nvPr>
        </p:nvSpPr>
        <p:spPr>
          <a:xfrm>
            <a:off x="6814198" y="722454"/>
            <a:ext cx="4655564" cy="3237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dk2"/>
              </a:buClr>
              <a:buSzPts val="36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0" name="Google Shape;1830;p98"/>
          <p:cNvSpPr txBox="1">
            <a:spLocks noGrp="1"/>
          </p:cNvSpPr>
          <p:nvPr>
            <p:ph type="body" idx="3"/>
          </p:nvPr>
        </p:nvSpPr>
        <p:spPr>
          <a:xfrm>
            <a:off x="0" y="4094329"/>
            <a:ext cx="6096000"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831" name="Google Shape;1831;p98"/>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1832" name="Google Shape;1832;p98"/>
          <p:cNvGrpSpPr/>
          <p:nvPr/>
        </p:nvGrpSpPr>
        <p:grpSpPr>
          <a:xfrm>
            <a:off x="12377595" y="0"/>
            <a:ext cx="3693386" cy="5359349"/>
            <a:chOff x="-3786437" y="0"/>
            <a:chExt cx="3693386" cy="5359349"/>
          </a:xfrm>
        </p:grpSpPr>
        <p:sp>
          <p:nvSpPr>
            <p:cNvPr id="1833" name="Google Shape;1833;p98"/>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834" name="Google Shape;1834;p98"/>
            <p:cNvSpPr/>
            <p:nvPr/>
          </p:nvSpPr>
          <p:spPr>
            <a:xfrm>
              <a:off x="-3786165" y="1707400"/>
              <a:ext cx="3593091" cy="2836018"/>
            </a:xfrm>
            <a:prstGeom prst="rect">
              <a:avLst/>
            </a:prstGeom>
            <a:solidFill>
              <a:schemeClr val="accent1"/>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1835" name="Google Shape;1835;p98"/>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1836" name="Google Shape;1836;p98"/>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1837" name="Google Shape;1837;p98"/>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1838" name="Google Shape;1838;p98"/>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839" name="Google Shape;1839;p98"/>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1840" name="Google Shape;1840;p98"/>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1841" name="Google Shape;1841;p98"/>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842" name="Google Shape;1842;p98"/>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1843" name="Google Shape;1843;p98"/>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1844" name="Google Shape;1844;p98"/>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1845" name="Google Shape;1845;p98"/>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dk1"/>
                  </a:solidFill>
                  <a:latin typeface="Arial"/>
                  <a:ea typeface="Arial"/>
                  <a:cs typeface="Arial"/>
                  <a:sym typeface="Arial"/>
                </a:rPr>
                <a:t>Subtitle</a:t>
              </a:r>
              <a:endParaRPr/>
            </a:p>
          </p:txBody>
        </p:sp>
        <p:sp>
          <p:nvSpPr>
            <p:cNvPr id="1846" name="Google Shape;1846;p98"/>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1847" name="Google Shape;1847;p98"/>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1848" name="Google Shape;1848;p98"/>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1849" name="Google Shape;1849;p98"/>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1850" name="Google Shape;1850;p98"/>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1851" name="Google Shape;1851;p98"/>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1852" name="Google Shape;1852;p98"/>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1853" name="Google Shape;1853;p98"/>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854" name="Google Shape;1854;p98"/>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855" name="Google Shape;1855;p98"/>
            <p:cNvGrpSpPr/>
            <p:nvPr/>
          </p:nvGrpSpPr>
          <p:grpSpPr>
            <a:xfrm>
              <a:off x="-376736" y="4400186"/>
              <a:ext cx="283685" cy="283685"/>
              <a:chOff x="-510741" y="5913713"/>
              <a:chExt cx="267555" cy="267555"/>
            </a:xfrm>
          </p:grpSpPr>
          <p:sp>
            <p:nvSpPr>
              <p:cNvPr id="1856" name="Google Shape;1856;p98"/>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857" name="Google Shape;1857;p98"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858" name="Google Shape;1858;p98"/>
            <p:cNvGrpSpPr/>
            <p:nvPr/>
          </p:nvGrpSpPr>
          <p:grpSpPr>
            <a:xfrm>
              <a:off x="-3605171" y="458674"/>
              <a:ext cx="3234311" cy="558875"/>
              <a:chOff x="-3605171" y="458674"/>
              <a:chExt cx="3234311" cy="558875"/>
            </a:xfrm>
          </p:grpSpPr>
          <p:sp>
            <p:nvSpPr>
              <p:cNvPr id="1859" name="Google Shape;1859;p98"/>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1860" name="Google Shape;1860;p98"/>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861" name="Google Shape;1861;p98"/>
              <p:cNvGrpSpPr/>
              <p:nvPr/>
            </p:nvGrpSpPr>
            <p:grpSpPr>
              <a:xfrm>
                <a:off x="-3386247" y="830871"/>
                <a:ext cx="139423" cy="109566"/>
                <a:chOff x="-2866744" y="827071"/>
                <a:chExt cx="168701" cy="132575"/>
              </a:xfrm>
            </p:grpSpPr>
            <p:grpSp>
              <p:nvGrpSpPr>
                <p:cNvPr id="1862" name="Google Shape;1862;p98"/>
                <p:cNvGrpSpPr/>
                <p:nvPr/>
              </p:nvGrpSpPr>
              <p:grpSpPr>
                <a:xfrm>
                  <a:off x="-2866744" y="827071"/>
                  <a:ext cx="168701" cy="132575"/>
                  <a:chOff x="-2866744" y="827071"/>
                  <a:chExt cx="168701" cy="132575"/>
                </a:xfrm>
              </p:grpSpPr>
              <p:cxnSp>
                <p:nvCxnSpPr>
                  <p:cNvPr id="1863" name="Google Shape;1863;p98"/>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64" name="Google Shape;1864;p98"/>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65" name="Google Shape;1865;p98"/>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66" name="Google Shape;1866;p98"/>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67" name="Google Shape;1867;p98"/>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868" name="Google Shape;1868;p98"/>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869" name="Google Shape;1869;p98"/>
              <p:cNvGrpSpPr/>
              <p:nvPr/>
            </p:nvGrpSpPr>
            <p:grpSpPr>
              <a:xfrm>
                <a:off x="-3605171" y="830871"/>
                <a:ext cx="139423" cy="109566"/>
                <a:chOff x="-2866744" y="518074"/>
                <a:chExt cx="168701" cy="132575"/>
              </a:xfrm>
            </p:grpSpPr>
            <p:grpSp>
              <p:nvGrpSpPr>
                <p:cNvPr id="1870" name="Google Shape;1870;p98"/>
                <p:cNvGrpSpPr/>
                <p:nvPr/>
              </p:nvGrpSpPr>
              <p:grpSpPr>
                <a:xfrm>
                  <a:off x="-2866744" y="518074"/>
                  <a:ext cx="168701" cy="132575"/>
                  <a:chOff x="-2866744" y="518074"/>
                  <a:chExt cx="168701" cy="132575"/>
                </a:xfrm>
              </p:grpSpPr>
              <p:cxnSp>
                <p:nvCxnSpPr>
                  <p:cNvPr id="1871" name="Google Shape;1871;p98"/>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72" name="Google Shape;1872;p98"/>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73" name="Google Shape;1873;p98"/>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74" name="Google Shape;1874;p98"/>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75" name="Google Shape;1875;p98"/>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876" name="Google Shape;1876;p98"/>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1877" name="Google Shape;1877;p98"/>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1878" name="Google Shape;1878;p98"/>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1879" name="Google Shape;1879;p98"/>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1880" name="Google Shape;1880;p98"/>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1881" name="Google Shape;1881;p98"/>
              <p:cNvGrpSpPr/>
              <p:nvPr/>
            </p:nvGrpSpPr>
            <p:grpSpPr>
              <a:xfrm>
                <a:off x="-2916763" y="769168"/>
                <a:ext cx="268738" cy="248381"/>
                <a:chOff x="-2916763" y="769168"/>
                <a:chExt cx="268738" cy="248381"/>
              </a:xfrm>
            </p:grpSpPr>
            <p:sp>
              <p:nvSpPr>
                <p:cNvPr id="1882" name="Google Shape;1882;p98"/>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883" name="Google Shape;1883;p98"/>
                <p:cNvGrpSpPr/>
                <p:nvPr/>
              </p:nvGrpSpPr>
              <p:grpSpPr>
                <a:xfrm>
                  <a:off x="-2866744" y="827071"/>
                  <a:ext cx="168701" cy="132575"/>
                  <a:chOff x="-2866744" y="827071"/>
                  <a:chExt cx="168701" cy="132575"/>
                </a:xfrm>
              </p:grpSpPr>
              <p:cxnSp>
                <p:nvCxnSpPr>
                  <p:cNvPr id="1884" name="Google Shape;1884;p98"/>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85" name="Google Shape;1885;p98"/>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86" name="Google Shape;1886;p98"/>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87" name="Google Shape;1887;p98"/>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88" name="Google Shape;1888;p98"/>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889" name="Google Shape;1889;p98"/>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890" name="Google Shape;1890;p98"/>
              <p:cNvGrpSpPr/>
              <p:nvPr/>
            </p:nvGrpSpPr>
            <p:grpSpPr>
              <a:xfrm>
                <a:off x="-2916763" y="460171"/>
                <a:ext cx="268738" cy="248381"/>
                <a:chOff x="-2916763" y="460171"/>
                <a:chExt cx="268738" cy="248381"/>
              </a:xfrm>
            </p:grpSpPr>
            <p:sp>
              <p:nvSpPr>
                <p:cNvPr id="1891" name="Google Shape;1891;p98"/>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1892" name="Google Shape;1892;p98"/>
                <p:cNvGrpSpPr/>
                <p:nvPr/>
              </p:nvGrpSpPr>
              <p:grpSpPr>
                <a:xfrm>
                  <a:off x="-2866744" y="518074"/>
                  <a:ext cx="168701" cy="132575"/>
                  <a:chOff x="-2866744" y="518074"/>
                  <a:chExt cx="168701" cy="132575"/>
                </a:xfrm>
              </p:grpSpPr>
              <p:cxnSp>
                <p:nvCxnSpPr>
                  <p:cNvPr id="1893" name="Google Shape;1893;p98"/>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94" name="Google Shape;1894;p98"/>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95" name="Google Shape;1895;p98"/>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96" name="Google Shape;1896;p98"/>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1897" name="Google Shape;1897;p98"/>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1898" name="Google Shape;1898;p98"/>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1899" name="Google Shape;1899;p98"/>
            <p:cNvGrpSpPr/>
            <p:nvPr/>
          </p:nvGrpSpPr>
          <p:grpSpPr>
            <a:xfrm>
              <a:off x="-938434" y="4663037"/>
              <a:ext cx="627798" cy="576693"/>
              <a:chOff x="-1753862" y="6112775"/>
              <a:chExt cx="759635" cy="697798"/>
            </a:xfrm>
          </p:grpSpPr>
          <p:grpSp>
            <p:nvGrpSpPr>
              <p:cNvPr id="1900" name="Google Shape;1900;p98"/>
              <p:cNvGrpSpPr/>
              <p:nvPr/>
            </p:nvGrpSpPr>
            <p:grpSpPr>
              <a:xfrm>
                <a:off x="-1484858" y="6112775"/>
                <a:ext cx="205431" cy="293286"/>
                <a:chOff x="4768" y="2783"/>
                <a:chExt cx="788" cy="1125"/>
              </a:xfrm>
            </p:grpSpPr>
            <p:sp>
              <p:nvSpPr>
                <p:cNvPr id="1901" name="Google Shape;1901;p98"/>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902" name="Google Shape;1902;p98"/>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903" name="Google Shape;1903;p98"/>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904" name="Google Shape;1904;p98"/>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905" name="Google Shape;1905;p98"/>
          <p:cNvGrpSpPr/>
          <p:nvPr/>
        </p:nvGrpSpPr>
        <p:grpSpPr>
          <a:xfrm>
            <a:off x="-3786165" y="-1"/>
            <a:ext cx="3693386" cy="6640349"/>
            <a:chOff x="-3786165" y="-1"/>
            <a:chExt cx="3693386" cy="6640349"/>
          </a:xfrm>
        </p:grpSpPr>
        <p:sp>
          <p:nvSpPr>
            <p:cNvPr id="1906" name="Google Shape;1906;p98"/>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1907" name="Google Shape;1907;p98"/>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1908" name="Google Shape;1908;p98"/>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1909" name="Google Shape;1909;p98"/>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1910" name="Google Shape;1910;p98"/>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1911" name="Google Shape;1911;p98"/>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1912" name="Google Shape;1912;p98"/>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1913" name="Google Shape;1913;p98"/>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1914" name="Google Shape;1914;p98"/>
            <p:cNvGrpSpPr/>
            <p:nvPr/>
          </p:nvGrpSpPr>
          <p:grpSpPr>
            <a:xfrm>
              <a:off x="-2485819" y="3479783"/>
              <a:ext cx="1222990" cy="563933"/>
              <a:chOff x="-2485819" y="3399207"/>
              <a:chExt cx="1222990" cy="563933"/>
            </a:xfrm>
          </p:grpSpPr>
          <p:sp>
            <p:nvSpPr>
              <p:cNvPr id="1915" name="Google Shape;1915;p98"/>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916" name="Google Shape;1916;p98"/>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1917" name="Google Shape;1917;p98"/>
              <p:cNvGrpSpPr/>
              <p:nvPr/>
            </p:nvGrpSpPr>
            <p:grpSpPr>
              <a:xfrm>
                <a:off x="-2403869" y="3460544"/>
                <a:ext cx="155951" cy="131922"/>
                <a:chOff x="12968836" y="3354170"/>
                <a:chExt cx="404806" cy="342433"/>
              </a:xfrm>
            </p:grpSpPr>
            <p:sp>
              <p:nvSpPr>
                <p:cNvPr id="1918" name="Google Shape;1918;p98"/>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919" name="Google Shape;1919;p98"/>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20" name="Google Shape;1920;p98"/>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21" name="Google Shape;1921;p98"/>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22" name="Google Shape;1922;p98"/>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23" name="Google Shape;1923;p98"/>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924" name="Google Shape;1924;p98"/>
              <p:cNvGrpSpPr/>
              <p:nvPr/>
            </p:nvGrpSpPr>
            <p:grpSpPr>
              <a:xfrm>
                <a:off x="-2463904" y="3680944"/>
                <a:ext cx="207219" cy="237490"/>
                <a:chOff x="12835752" y="3926551"/>
                <a:chExt cx="537889" cy="616458"/>
              </a:xfrm>
            </p:grpSpPr>
            <p:grpSp>
              <p:nvGrpSpPr>
                <p:cNvPr id="1925" name="Google Shape;1925;p98"/>
                <p:cNvGrpSpPr/>
                <p:nvPr/>
              </p:nvGrpSpPr>
              <p:grpSpPr>
                <a:xfrm>
                  <a:off x="13000382" y="4006891"/>
                  <a:ext cx="373259" cy="315747"/>
                  <a:chOff x="12968836" y="3354170"/>
                  <a:chExt cx="404806" cy="342433"/>
                </a:xfrm>
              </p:grpSpPr>
              <p:sp>
                <p:nvSpPr>
                  <p:cNvPr id="1926" name="Google Shape;1926;p98"/>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927" name="Google Shape;1927;p98"/>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28" name="Google Shape;1928;p98"/>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29" name="Google Shape;1929;p98"/>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30" name="Google Shape;1930;p98"/>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31" name="Google Shape;1931;p98"/>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932" name="Google Shape;1932;p98"/>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1933" name="Google Shape;1933;p98"/>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1934" name="Google Shape;1934;p98"/>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1935" name="Google Shape;1935;p98"/>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1936" name="Google Shape;1936;p98"/>
            <p:cNvGrpSpPr/>
            <p:nvPr/>
          </p:nvGrpSpPr>
          <p:grpSpPr>
            <a:xfrm>
              <a:off x="-3786165" y="5680652"/>
              <a:ext cx="3693386" cy="959696"/>
              <a:chOff x="-3786437" y="6163468"/>
              <a:chExt cx="3693386" cy="959696"/>
            </a:xfrm>
          </p:grpSpPr>
          <p:sp>
            <p:nvSpPr>
              <p:cNvPr id="1937" name="Google Shape;1937;p98"/>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1938" name="Google Shape;1938;p98"/>
              <p:cNvGrpSpPr/>
              <p:nvPr/>
            </p:nvGrpSpPr>
            <p:grpSpPr>
              <a:xfrm>
                <a:off x="-376736" y="6163468"/>
                <a:ext cx="283685" cy="283685"/>
                <a:chOff x="-510741" y="5913713"/>
                <a:chExt cx="267555" cy="267555"/>
              </a:xfrm>
            </p:grpSpPr>
            <p:sp>
              <p:nvSpPr>
                <p:cNvPr id="1939" name="Google Shape;1939;p98"/>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1940" name="Google Shape;1940;p98"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1941" name="Google Shape;1941;p98"/>
              <p:cNvGrpSpPr/>
              <p:nvPr/>
            </p:nvGrpSpPr>
            <p:grpSpPr>
              <a:xfrm>
                <a:off x="-938434" y="6420818"/>
                <a:ext cx="627798" cy="576693"/>
                <a:chOff x="-938434" y="4570310"/>
                <a:chExt cx="627798" cy="576693"/>
              </a:xfrm>
            </p:grpSpPr>
            <p:grpSp>
              <p:nvGrpSpPr>
                <p:cNvPr id="1942" name="Google Shape;1942;p98"/>
                <p:cNvGrpSpPr/>
                <p:nvPr/>
              </p:nvGrpSpPr>
              <p:grpSpPr>
                <a:xfrm>
                  <a:off x="-716116" y="4570310"/>
                  <a:ext cx="169778" cy="242385"/>
                  <a:chOff x="4768" y="2783"/>
                  <a:chExt cx="788" cy="1125"/>
                </a:xfrm>
              </p:grpSpPr>
              <p:sp>
                <p:nvSpPr>
                  <p:cNvPr id="1943" name="Google Shape;1943;p98"/>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944" name="Google Shape;1944;p98"/>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1945" name="Google Shape;1945;p98"/>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1946" name="Google Shape;1946;p98"/>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1947" name="Google Shape;1947;p98"/>
            <p:cNvGrpSpPr/>
            <p:nvPr/>
          </p:nvGrpSpPr>
          <p:grpSpPr>
            <a:xfrm>
              <a:off x="-3426806" y="5129582"/>
              <a:ext cx="514284" cy="506545"/>
              <a:chOff x="12617641" y="3403239"/>
              <a:chExt cx="752963" cy="741634"/>
            </a:xfrm>
          </p:grpSpPr>
          <p:grpSp>
            <p:nvGrpSpPr>
              <p:cNvPr id="1948" name="Google Shape;1948;p98"/>
              <p:cNvGrpSpPr/>
              <p:nvPr/>
            </p:nvGrpSpPr>
            <p:grpSpPr>
              <a:xfrm>
                <a:off x="12771530" y="3403239"/>
                <a:ext cx="467176" cy="448491"/>
                <a:chOff x="12782157" y="3403239"/>
                <a:chExt cx="467176" cy="448491"/>
              </a:xfrm>
            </p:grpSpPr>
            <p:grpSp>
              <p:nvGrpSpPr>
                <p:cNvPr id="1949" name="Google Shape;1949;p98"/>
                <p:cNvGrpSpPr/>
                <p:nvPr/>
              </p:nvGrpSpPr>
              <p:grpSpPr>
                <a:xfrm>
                  <a:off x="12782157" y="3403239"/>
                  <a:ext cx="412976" cy="396132"/>
                  <a:chOff x="13554906" y="3320109"/>
                  <a:chExt cx="443917" cy="425811"/>
                </a:xfrm>
              </p:grpSpPr>
              <p:grpSp>
                <p:nvGrpSpPr>
                  <p:cNvPr id="1950" name="Google Shape;1950;p98"/>
                  <p:cNvGrpSpPr/>
                  <p:nvPr/>
                </p:nvGrpSpPr>
                <p:grpSpPr>
                  <a:xfrm>
                    <a:off x="13554906" y="3320109"/>
                    <a:ext cx="443917" cy="425811"/>
                    <a:chOff x="12909684" y="1276143"/>
                    <a:chExt cx="443917" cy="425811"/>
                  </a:xfrm>
                </p:grpSpPr>
                <p:sp>
                  <p:nvSpPr>
                    <p:cNvPr id="1951" name="Google Shape;1951;p98"/>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952" name="Google Shape;1952;p98"/>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1953" name="Google Shape;1953;p98"/>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1954" name="Google Shape;1954;p98"/>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1955" name="Google Shape;1955;p98"/>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1956" name="Google Shape;1956;p98"/>
                <p:cNvGrpSpPr/>
                <p:nvPr/>
              </p:nvGrpSpPr>
              <p:grpSpPr>
                <a:xfrm>
                  <a:off x="13103513" y="3705268"/>
                  <a:ext cx="145820" cy="146462"/>
                  <a:chOff x="13096169" y="3602278"/>
                  <a:chExt cx="145820" cy="146462"/>
                </a:xfrm>
              </p:grpSpPr>
              <p:sp>
                <p:nvSpPr>
                  <p:cNvPr id="1957" name="Google Shape;1957;p98"/>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58" name="Google Shape;1958;p98"/>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1959" name="Google Shape;1959;p98"/>
                <p:cNvGrpSpPr/>
                <p:nvPr/>
              </p:nvGrpSpPr>
              <p:grpSpPr>
                <a:xfrm rot="10800000">
                  <a:off x="13061402" y="3665637"/>
                  <a:ext cx="145820" cy="146462"/>
                  <a:chOff x="13096169" y="3602278"/>
                  <a:chExt cx="145820" cy="146462"/>
                </a:xfrm>
              </p:grpSpPr>
              <p:sp>
                <p:nvSpPr>
                  <p:cNvPr id="1960" name="Google Shape;1960;p98"/>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1961" name="Google Shape;1961;p98"/>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1962" name="Google Shape;1962;p98"/>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1963" name="Google Shape;1963;p98"/>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1964" name="Google Shape;1964;p98"/>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1965" name="Google Shape;1965;p98"/>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1966" name="Google Shape;1966;p98"/>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1967" name="Google Shape;1967;p98"/>
            <p:cNvGrpSpPr/>
            <p:nvPr/>
          </p:nvGrpSpPr>
          <p:grpSpPr>
            <a:xfrm>
              <a:off x="-3365484" y="1226982"/>
              <a:ext cx="446937" cy="406485"/>
              <a:chOff x="-3563526" y="1409294"/>
              <a:chExt cx="354190" cy="322133"/>
            </a:xfrm>
          </p:grpSpPr>
          <p:grpSp>
            <p:nvGrpSpPr>
              <p:cNvPr id="1968" name="Google Shape;1968;p98"/>
              <p:cNvGrpSpPr/>
              <p:nvPr/>
            </p:nvGrpSpPr>
            <p:grpSpPr>
              <a:xfrm>
                <a:off x="-3499992" y="1409294"/>
                <a:ext cx="225195" cy="195499"/>
                <a:chOff x="8987389" y="1361199"/>
                <a:chExt cx="2200275" cy="1914525"/>
              </a:xfrm>
            </p:grpSpPr>
            <p:sp>
              <p:nvSpPr>
                <p:cNvPr id="1969" name="Google Shape;1969;p98"/>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1970" name="Google Shape;1970;p98"/>
                <p:cNvGrpSpPr/>
                <p:nvPr/>
              </p:nvGrpSpPr>
              <p:grpSpPr>
                <a:xfrm>
                  <a:off x="8987389" y="1361199"/>
                  <a:ext cx="2200275" cy="1914525"/>
                  <a:chOff x="8987389" y="1361199"/>
                  <a:chExt cx="2200275" cy="1914525"/>
                </a:xfrm>
              </p:grpSpPr>
              <p:sp>
                <p:nvSpPr>
                  <p:cNvPr id="1971" name="Google Shape;1971;p98"/>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1972" name="Google Shape;1972;p98"/>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1973" name="Google Shape;1973;p98"/>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mage (M) + text | dark mode">
  <p:cSld name="Image (M) + text | dark mode">
    <p:bg>
      <p:bgPr>
        <a:solidFill>
          <a:schemeClr val="accent2"/>
        </a:solidFill>
        <a:effectLst/>
      </p:bgPr>
    </p:bg>
    <p:spTree>
      <p:nvGrpSpPr>
        <p:cNvPr id="1" name="Shape 1974"/>
        <p:cNvGrpSpPr/>
        <p:nvPr/>
      </p:nvGrpSpPr>
      <p:grpSpPr>
        <a:xfrm>
          <a:off x="0" y="0"/>
          <a:ext cx="0" cy="0"/>
          <a:chOff x="0" y="0"/>
          <a:chExt cx="0" cy="0"/>
        </a:xfrm>
      </p:grpSpPr>
      <p:sp>
        <p:nvSpPr>
          <p:cNvPr id="1975" name="Google Shape;1975;p99"/>
          <p:cNvSpPr>
            <a:spLocks noGrp="1"/>
          </p:cNvSpPr>
          <p:nvPr>
            <p:ph type="pic" idx="2"/>
          </p:nvPr>
        </p:nvSpPr>
        <p:spPr>
          <a:xfrm>
            <a:off x="0" y="0"/>
            <a:ext cx="6096000" cy="6858000"/>
          </a:xfrm>
          <a:prstGeom prst="rect">
            <a:avLst/>
          </a:prstGeom>
          <a:solidFill>
            <a:srgbClr val="D8D8D8"/>
          </a:solidFill>
          <a:ln>
            <a:noFill/>
          </a:ln>
        </p:spPr>
      </p:sp>
      <p:sp>
        <p:nvSpPr>
          <p:cNvPr id="1976" name="Google Shape;1976;p99"/>
          <p:cNvSpPr txBox="1">
            <a:spLocks noGrp="1"/>
          </p:cNvSpPr>
          <p:nvPr>
            <p:ph type="body" idx="1"/>
          </p:nvPr>
        </p:nvSpPr>
        <p:spPr>
          <a:xfrm>
            <a:off x="6813763" y="1569104"/>
            <a:ext cx="4655999"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lt1"/>
              </a:buClr>
              <a:buSzPts val="3600"/>
              <a:buNone/>
              <a:defRPr>
                <a:solidFill>
                  <a:schemeClr val="lt1"/>
                </a:solidFill>
              </a:defRPr>
            </a:lvl4pPr>
            <a:lvl5pPr marL="2286000" lvl="4" indent="-228600" algn="l">
              <a:lnSpc>
                <a:spcPct val="90000"/>
              </a:lnSpc>
              <a:spcBef>
                <a:spcPts val="600"/>
              </a:spcBef>
              <a:spcAft>
                <a:spcPts val="0"/>
              </a:spcAft>
              <a:buClr>
                <a:schemeClr val="lt1"/>
              </a:buClr>
              <a:buSzPts val="2400"/>
              <a:buNone/>
              <a:defRPr b="0">
                <a:solidFill>
                  <a:schemeClr val="lt1"/>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sp>
        <p:nvSpPr>
          <p:cNvPr id="1977" name="Google Shape;1977;p99"/>
          <p:cNvSpPr/>
          <p:nvPr/>
        </p:nvSpPr>
        <p:spPr>
          <a:xfrm>
            <a:off x="0" y="-441330"/>
            <a:ext cx="310982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(M) + text | dark mode</a:t>
            </a:r>
            <a:endParaRPr sz="1800" b="1" cap="none">
              <a:solidFill>
                <a:schemeClr val="accent1"/>
              </a:solidFill>
              <a:latin typeface="Arial"/>
              <a:ea typeface="Arial"/>
              <a:cs typeface="Arial"/>
              <a:sym typeface="Arial"/>
            </a:endParaRPr>
          </a:p>
        </p:txBody>
      </p:sp>
      <p:sp>
        <p:nvSpPr>
          <p:cNvPr id="1978" name="Google Shape;1978;p99"/>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9" name="Google Shape;1979;p99"/>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980" name="Google Shape;1980;p99"/>
          <p:cNvSpPr txBox="1">
            <a:spLocks noGrp="1"/>
          </p:cNvSpPr>
          <p:nvPr>
            <p:ph type="title"/>
          </p:nvPr>
        </p:nvSpPr>
        <p:spPr>
          <a:xfrm>
            <a:off x="6814198" y="722454"/>
            <a:ext cx="4655564" cy="3237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1" name="Google Shape;1981;p99"/>
          <p:cNvSpPr txBox="1">
            <a:spLocks noGrp="1"/>
          </p:cNvSpPr>
          <p:nvPr>
            <p:ph type="body" idx="3"/>
          </p:nvPr>
        </p:nvSpPr>
        <p:spPr>
          <a:xfrm>
            <a:off x="0" y="4094329"/>
            <a:ext cx="6096000"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1982" name="Google Shape;1982;p99"/>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1983" name="Google Shape;1983;p99"/>
          <p:cNvGrpSpPr/>
          <p:nvPr/>
        </p:nvGrpSpPr>
        <p:grpSpPr>
          <a:xfrm>
            <a:off x="12377595" y="0"/>
            <a:ext cx="3693386" cy="5359349"/>
            <a:chOff x="-3786437" y="0"/>
            <a:chExt cx="3693386" cy="5359349"/>
          </a:xfrm>
        </p:grpSpPr>
        <p:sp>
          <p:nvSpPr>
            <p:cNvPr id="1984" name="Google Shape;1984;p99"/>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1985" name="Google Shape;1985;p99"/>
            <p:cNvSpPr/>
            <p:nvPr/>
          </p:nvSpPr>
          <p:spPr>
            <a:xfrm>
              <a:off x="-3786165" y="1707400"/>
              <a:ext cx="3593091" cy="2836018"/>
            </a:xfrm>
            <a:prstGeom prst="rect">
              <a:avLst/>
            </a:prstGeom>
            <a:solidFill>
              <a:schemeClr val="accent1"/>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1986" name="Google Shape;1986;p99"/>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1987" name="Google Shape;1987;p99"/>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1988" name="Google Shape;1988;p99"/>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1989" name="Google Shape;1989;p99"/>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1990" name="Google Shape;1990;p99"/>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1991" name="Google Shape;1991;p99"/>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1992" name="Google Shape;1992;p99"/>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1993" name="Google Shape;1993;p99"/>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1994" name="Google Shape;1994;p99"/>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1995" name="Google Shape;1995;p99"/>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1996" name="Google Shape;1996;p99"/>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dk1"/>
                  </a:solidFill>
                  <a:latin typeface="Arial"/>
                  <a:ea typeface="Arial"/>
                  <a:cs typeface="Arial"/>
                  <a:sym typeface="Arial"/>
                </a:rPr>
                <a:t>Subtitle</a:t>
              </a:r>
              <a:endParaRPr/>
            </a:p>
          </p:txBody>
        </p:sp>
        <p:sp>
          <p:nvSpPr>
            <p:cNvPr id="1997" name="Google Shape;1997;p99"/>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1998" name="Google Shape;1998;p99"/>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1999" name="Google Shape;1999;p99"/>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2000" name="Google Shape;2000;p99"/>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2001" name="Google Shape;2001;p99"/>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2002" name="Google Shape;2002;p99"/>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2003" name="Google Shape;2003;p99"/>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2004" name="Google Shape;2004;p99"/>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005" name="Google Shape;2005;p99"/>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006" name="Google Shape;2006;p99"/>
            <p:cNvGrpSpPr/>
            <p:nvPr/>
          </p:nvGrpSpPr>
          <p:grpSpPr>
            <a:xfrm>
              <a:off x="-376736" y="4400186"/>
              <a:ext cx="283685" cy="283685"/>
              <a:chOff x="-510741" y="5913713"/>
              <a:chExt cx="267555" cy="267555"/>
            </a:xfrm>
          </p:grpSpPr>
          <p:sp>
            <p:nvSpPr>
              <p:cNvPr id="2007" name="Google Shape;2007;p99"/>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008" name="Google Shape;2008;p99"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009" name="Google Shape;2009;p99"/>
            <p:cNvGrpSpPr/>
            <p:nvPr/>
          </p:nvGrpSpPr>
          <p:grpSpPr>
            <a:xfrm>
              <a:off x="-3605171" y="458674"/>
              <a:ext cx="3234311" cy="558875"/>
              <a:chOff x="-3605171" y="458674"/>
              <a:chExt cx="3234311" cy="558875"/>
            </a:xfrm>
          </p:grpSpPr>
          <p:sp>
            <p:nvSpPr>
              <p:cNvPr id="2010" name="Google Shape;2010;p99"/>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2011" name="Google Shape;2011;p99"/>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012" name="Google Shape;2012;p99"/>
              <p:cNvGrpSpPr/>
              <p:nvPr/>
            </p:nvGrpSpPr>
            <p:grpSpPr>
              <a:xfrm>
                <a:off x="-3386247" y="830871"/>
                <a:ext cx="139423" cy="109566"/>
                <a:chOff x="-2866744" y="827071"/>
                <a:chExt cx="168701" cy="132575"/>
              </a:xfrm>
            </p:grpSpPr>
            <p:grpSp>
              <p:nvGrpSpPr>
                <p:cNvPr id="2013" name="Google Shape;2013;p99"/>
                <p:cNvGrpSpPr/>
                <p:nvPr/>
              </p:nvGrpSpPr>
              <p:grpSpPr>
                <a:xfrm>
                  <a:off x="-2866744" y="827071"/>
                  <a:ext cx="168701" cy="132575"/>
                  <a:chOff x="-2866744" y="827071"/>
                  <a:chExt cx="168701" cy="132575"/>
                </a:xfrm>
              </p:grpSpPr>
              <p:cxnSp>
                <p:nvCxnSpPr>
                  <p:cNvPr id="2014" name="Google Shape;2014;p99"/>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15" name="Google Shape;2015;p99"/>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16" name="Google Shape;2016;p99"/>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17" name="Google Shape;2017;p99"/>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18" name="Google Shape;2018;p99"/>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019" name="Google Shape;2019;p99"/>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020" name="Google Shape;2020;p99"/>
              <p:cNvGrpSpPr/>
              <p:nvPr/>
            </p:nvGrpSpPr>
            <p:grpSpPr>
              <a:xfrm>
                <a:off x="-3605171" y="830871"/>
                <a:ext cx="139423" cy="109566"/>
                <a:chOff x="-2866744" y="518074"/>
                <a:chExt cx="168701" cy="132575"/>
              </a:xfrm>
            </p:grpSpPr>
            <p:grpSp>
              <p:nvGrpSpPr>
                <p:cNvPr id="2021" name="Google Shape;2021;p99"/>
                <p:cNvGrpSpPr/>
                <p:nvPr/>
              </p:nvGrpSpPr>
              <p:grpSpPr>
                <a:xfrm>
                  <a:off x="-2866744" y="518074"/>
                  <a:ext cx="168701" cy="132575"/>
                  <a:chOff x="-2866744" y="518074"/>
                  <a:chExt cx="168701" cy="132575"/>
                </a:xfrm>
              </p:grpSpPr>
              <p:cxnSp>
                <p:nvCxnSpPr>
                  <p:cNvPr id="2022" name="Google Shape;2022;p99"/>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23" name="Google Shape;2023;p99"/>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24" name="Google Shape;2024;p99"/>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25" name="Google Shape;2025;p99"/>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26" name="Google Shape;2026;p99"/>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027" name="Google Shape;2027;p99"/>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2028" name="Google Shape;2028;p99"/>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2029" name="Google Shape;2029;p99"/>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2030" name="Google Shape;2030;p99"/>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2031" name="Google Shape;2031;p99"/>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2032" name="Google Shape;2032;p99"/>
              <p:cNvGrpSpPr/>
              <p:nvPr/>
            </p:nvGrpSpPr>
            <p:grpSpPr>
              <a:xfrm>
                <a:off x="-2916763" y="769168"/>
                <a:ext cx="268738" cy="248381"/>
                <a:chOff x="-2916763" y="769168"/>
                <a:chExt cx="268738" cy="248381"/>
              </a:xfrm>
            </p:grpSpPr>
            <p:sp>
              <p:nvSpPr>
                <p:cNvPr id="2033" name="Google Shape;2033;p99"/>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034" name="Google Shape;2034;p99"/>
                <p:cNvGrpSpPr/>
                <p:nvPr/>
              </p:nvGrpSpPr>
              <p:grpSpPr>
                <a:xfrm>
                  <a:off x="-2866744" y="827071"/>
                  <a:ext cx="168701" cy="132575"/>
                  <a:chOff x="-2866744" y="827071"/>
                  <a:chExt cx="168701" cy="132575"/>
                </a:xfrm>
              </p:grpSpPr>
              <p:cxnSp>
                <p:nvCxnSpPr>
                  <p:cNvPr id="2035" name="Google Shape;2035;p99"/>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36" name="Google Shape;2036;p99"/>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37" name="Google Shape;2037;p99"/>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38" name="Google Shape;2038;p99"/>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39" name="Google Shape;2039;p99"/>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040" name="Google Shape;2040;p99"/>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041" name="Google Shape;2041;p99"/>
              <p:cNvGrpSpPr/>
              <p:nvPr/>
            </p:nvGrpSpPr>
            <p:grpSpPr>
              <a:xfrm>
                <a:off x="-2916763" y="460171"/>
                <a:ext cx="268738" cy="248381"/>
                <a:chOff x="-2916763" y="460171"/>
                <a:chExt cx="268738" cy="248381"/>
              </a:xfrm>
            </p:grpSpPr>
            <p:sp>
              <p:nvSpPr>
                <p:cNvPr id="2042" name="Google Shape;2042;p99"/>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043" name="Google Shape;2043;p99"/>
                <p:cNvGrpSpPr/>
                <p:nvPr/>
              </p:nvGrpSpPr>
              <p:grpSpPr>
                <a:xfrm>
                  <a:off x="-2866744" y="518074"/>
                  <a:ext cx="168701" cy="132575"/>
                  <a:chOff x="-2866744" y="518074"/>
                  <a:chExt cx="168701" cy="132575"/>
                </a:xfrm>
              </p:grpSpPr>
              <p:cxnSp>
                <p:nvCxnSpPr>
                  <p:cNvPr id="2044" name="Google Shape;2044;p99"/>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45" name="Google Shape;2045;p99"/>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46" name="Google Shape;2046;p99"/>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47" name="Google Shape;2047;p99"/>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048" name="Google Shape;2048;p99"/>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049" name="Google Shape;2049;p99"/>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2050" name="Google Shape;2050;p99"/>
            <p:cNvGrpSpPr/>
            <p:nvPr/>
          </p:nvGrpSpPr>
          <p:grpSpPr>
            <a:xfrm>
              <a:off x="-938434" y="4663037"/>
              <a:ext cx="627798" cy="576693"/>
              <a:chOff x="-1753862" y="6112775"/>
              <a:chExt cx="759635" cy="697798"/>
            </a:xfrm>
          </p:grpSpPr>
          <p:grpSp>
            <p:nvGrpSpPr>
              <p:cNvPr id="2051" name="Google Shape;2051;p99"/>
              <p:cNvGrpSpPr/>
              <p:nvPr/>
            </p:nvGrpSpPr>
            <p:grpSpPr>
              <a:xfrm>
                <a:off x="-1484858" y="6112775"/>
                <a:ext cx="205431" cy="293286"/>
                <a:chOff x="4768" y="2783"/>
                <a:chExt cx="788" cy="1125"/>
              </a:xfrm>
            </p:grpSpPr>
            <p:sp>
              <p:nvSpPr>
                <p:cNvPr id="2052" name="Google Shape;2052;p99"/>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053" name="Google Shape;2053;p99"/>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054" name="Google Shape;2054;p99"/>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055" name="Google Shape;2055;p99"/>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056" name="Google Shape;2056;p99"/>
          <p:cNvGrpSpPr/>
          <p:nvPr/>
        </p:nvGrpSpPr>
        <p:grpSpPr>
          <a:xfrm>
            <a:off x="-3786165" y="-1"/>
            <a:ext cx="3693386" cy="6640349"/>
            <a:chOff x="-3786165" y="-1"/>
            <a:chExt cx="3693386" cy="6640349"/>
          </a:xfrm>
        </p:grpSpPr>
        <p:sp>
          <p:nvSpPr>
            <p:cNvPr id="2057" name="Google Shape;2057;p99"/>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2058" name="Google Shape;2058;p99"/>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059" name="Google Shape;2059;p99"/>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2060" name="Google Shape;2060;p99"/>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061" name="Google Shape;2061;p99"/>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2062" name="Google Shape;2062;p99"/>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063" name="Google Shape;2063;p99"/>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2064" name="Google Shape;2064;p99"/>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2065" name="Google Shape;2065;p99"/>
            <p:cNvGrpSpPr/>
            <p:nvPr/>
          </p:nvGrpSpPr>
          <p:grpSpPr>
            <a:xfrm>
              <a:off x="-2485819" y="3479783"/>
              <a:ext cx="1222990" cy="563933"/>
              <a:chOff x="-2485819" y="3399207"/>
              <a:chExt cx="1222990" cy="563933"/>
            </a:xfrm>
          </p:grpSpPr>
          <p:sp>
            <p:nvSpPr>
              <p:cNvPr id="2066" name="Google Shape;2066;p99"/>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067" name="Google Shape;2067;p99"/>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068" name="Google Shape;2068;p99"/>
              <p:cNvGrpSpPr/>
              <p:nvPr/>
            </p:nvGrpSpPr>
            <p:grpSpPr>
              <a:xfrm>
                <a:off x="-2403869" y="3460544"/>
                <a:ext cx="155951" cy="131922"/>
                <a:chOff x="12968836" y="3354170"/>
                <a:chExt cx="404806" cy="342433"/>
              </a:xfrm>
            </p:grpSpPr>
            <p:sp>
              <p:nvSpPr>
                <p:cNvPr id="2069" name="Google Shape;2069;p99"/>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070" name="Google Shape;2070;p99"/>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71" name="Google Shape;2071;p99"/>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72" name="Google Shape;2072;p99"/>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73" name="Google Shape;2073;p99"/>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74" name="Google Shape;2074;p99"/>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075" name="Google Shape;2075;p99"/>
              <p:cNvGrpSpPr/>
              <p:nvPr/>
            </p:nvGrpSpPr>
            <p:grpSpPr>
              <a:xfrm>
                <a:off x="-2463904" y="3680944"/>
                <a:ext cx="207219" cy="237490"/>
                <a:chOff x="12835752" y="3926551"/>
                <a:chExt cx="537889" cy="616458"/>
              </a:xfrm>
            </p:grpSpPr>
            <p:grpSp>
              <p:nvGrpSpPr>
                <p:cNvPr id="2076" name="Google Shape;2076;p99"/>
                <p:cNvGrpSpPr/>
                <p:nvPr/>
              </p:nvGrpSpPr>
              <p:grpSpPr>
                <a:xfrm>
                  <a:off x="13000382" y="4006891"/>
                  <a:ext cx="373259" cy="315747"/>
                  <a:chOff x="12968836" y="3354170"/>
                  <a:chExt cx="404806" cy="342433"/>
                </a:xfrm>
              </p:grpSpPr>
              <p:sp>
                <p:nvSpPr>
                  <p:cNvPr id="2077" name="Google Shape;2077;p99"/>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078" name="Google Shape;2078;p99"/>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79" name="Google Shape;2079;p99"/>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80" name="Google Shape;2080;p99"/>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81" name="Google Shape;2081;p99"/>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082" name="Google Shape;2082;p99"/>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083" name="Google Shape;2083;p99"/>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2084" name="Google Shape;2084;p99"/>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2085" name="Google Shape;2085;p99"/>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2086" name="Google Shape;2086;p99"/>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2087" name="Google Shape;2087;p99"/>
            <p:cNvGrpSpPr/>
            <p:nvPr/>
          </p:nvGrpSpPr>
          <p:grpSpPr>
            <a:xfrm>
              <a:off x="-3786165" y="5680652"/>
              <a:ext cx="3693386" cy="959696"/>
              <a:chOff x="-3786437" y="6163468"/>
              <a:chExt cx="3693386" cy="959696"/>
            </a:xfrm>
          </p:grpSpPr>
          <p:sp>
            <p:nvSpPr>
              <p:cNvPr id="2088" name="Google Shape;2088;p99"/>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089" name="Google Shape;2089;p99"/>
              <p:cNvGrpSpPr/>
              <p:nvPr/>
            </p:nvGrpSpPr>
            <p:grpSpPr>
              <a:xfrm>
                <a:off x="-376736" y="6163468"/>
                <a:ext cx="283685" cy="283685"/>
                <a:chOff x="-510741" y="5913713"/>
                <a:chExt cx="267555" cy="267555"/>
              </a:xfrm>
            </p:grpSpPr>
            <p:sp>
              <p:nvSpPr>
                <p:cNvPr id="2090" name="Google Shape;2090;p99"/>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091" name="Google Shape;2091;p99"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092" name="Google Shape;2092;p99"/>
              <p:cNvGrpSpPr/>
              <p:nvPr/>
            </p:nvGrpSpPr>
            <p:grpSpPr>
              <a:xfrm>
                <a:off x="-938434" y="6420818"/>
                <a:ext cx="627798" cy="576693"/>
                <a:chOff x="-938434" y="4570310"/>
                <a:chExt cx="627798" cy="576693"/>
              </a:xfrm>
            </p:grpSpPr>
            <p:grpSp>
              <p:nvGrpSpPr>
                <p:cNvPr id="2093" name="Google Shape;2093;p99"/>
                <p:cNvGrpSpPr/>
                <p:nvPr/>
              </p:nvGrpSpPr>
              <p:grpSpPr>
                <a:xfrm>
                  <a:off x="-716116" y="4570310"/>
                  <a:ext cx="169778" cy="242385"/>
                  <a:chOff x="4768" y="2783"/>
                  <a:chExt cx="788" cy="1125"/>
                </a:xfrm>
              </p:grpSpPr>
              <p:sp>
                <p:nvSpPr>
                  <p:cNvPr id="2094" name="Google Shape;2094;p99"/>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095" name="Google Shape;2095;p99"/>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096" name="Google Shape;2096;p99"/>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097" name="Google Shape;2097;p99"/>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098" name="Google Shape;2098;p99"/>
            <p:cNvGrpSpPr/>
            <p:nvPr/>
          </p:nvGrpSpPr>
          <p:grpSpPr>
            <a:xfrm>
              <a:off x="-3426806" y="5129582"/>
              <a:ext cx="514284" cy="506545"/>
              <a:chOff x="12617641" y="3403239"/>
              <a:chExt cx="752963" cy="741634"/>
            </a:xfrm>
          </p:grpSpPr>
          <p:grpSp>
            <p:nvGrpSpPr>
              <p:cNvPr id="2099" name="Google Shape;2099;p99"/>
              <p:cNvGrpSpPr/>
              <p:nvPr/>
            </p:nvGrpSpPr>
            <p:grpSpPr>
              <a:xfrm>
                <a:off x="12771530" y="3403239"/>
                <a:ext cx="467176" cy="448491"/>
                <a:chOff x="12782157" y="3403239"/>
                <a:chExt cx="467176" cy="448491"/>
              </a:xfrm>
            </p:grpSpPr>
            <p:grpSp>
              <p:nvGrpSpPr>
                <p:cNvPr id="2100" name="Google Shape;2100;p99"/>
                <p:cNvGrpSpPr/>
                <p:nvPr/>
              </p:nvGrpSpPr>
              <p:grpSpPr>
                <a:xfrm>
                  <a:off x="12782157" y="3403239"/>
                  <a:ext cx="412976" cy="396132"/>
                  <a:chOff x="13554906" y="3320109"/>
                  <a:chExt cx="443917" cy="425811"/>
                </a:xfrm>
              </p:grpSpPr>
              <p:grpSp>
                <p:nvGrpSpPr>
                  <p:cNvPr id="2101" name="Google Shape;2101;p99"/>
                  <p:cNvGrpSpPr/>
                  <p:nvPr/>
                </p:nvGrpSpPr>
                <p:grpSpPr>
                  <a:xfrm>
                    <a:off x="13554906" y="3320109"/>
                    <a:ext cx="443917" cy="425811"/>
                    <a:chOff x="12909684" y="1276143"/>
                    <a:chExt cx="443917" cy="425811"/>
                  </a:xfrm>
                </p:grpSpPr>
                <p:sp>
                  <p:nvSpPr>
                    <p:cNvPr id="2102" name="Google Shape;2102;p99"/>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103" name="Google Shape;2103;p99"/>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104" name="Google Shape;2104;p99"/>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2105" name="Google Shape;2105;p99"/>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2106" name="Google Shape;2106;p99"/>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2107" name="Google Shape;2107;p99"/>
                <p:cNvGrpSpPr/>
                <p:nvPr/>
              </p:nvGrpSpPr>
              <p:grpSpPr>
                <a:xfrm>
                  <a:off x="13103513" y="3705268"/>
                  <a:ext cx="145820" cy="146462"/>
                  <a:chOff x="13096169" y="3602278"/>
                  <a:chExt cx="145820" cy="146462"/>
                </a:xfrm>
              </p:grpSpPr>
              <p:sp>
                <p:nvSpPr>
                  <p:cNvPr id="2108" name="Google Shape;2108;p99"/>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109" name="Google Shape;2109;p99"/>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110" name="Google Shape;2110;p99"/>
                <p:cNvGrpSpPr/>
                <p:nvPr/>
              </p:nvGrpSpPr>
              <p:grpSpPr>
                <a:xfrm rot="10800000">
                  <a:off x="13061402" y="3665637"/>
                  <a:ext cx="145820" cy="146462"/>
                  <a:chOff x="13096169" y="3602278"/>
                  <a:chExt cx="145820" cy="146462"/>
                </a:xfrm>
              </p:grpSpPr>
              <p:sp>
                <p:nvSpPr>
                  <p:cNvPr id="2111" name="Google Shape;2111;p99"/>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112" name="Google Shape;2112;p99"/>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2113" name="Google Shape;2113;p99"/>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2114" name="Google Shape;2114;p99"/>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115" name="Google Shape;2115;p99"/>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116" name="Google Shape;2116;p99"/>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2117" name="Google Shape;2117;p99"/>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2118" name="Google Shape;2118;p99"/>
            <p:cNvGrpSpPr/>
            <p:nvPr/>
          </p:nvGrpSpPr>
          <p:grpSpPr>
            <a:xfrm>
              <a:off x="-3365484" y="1226982"/>
              <a:ext cx="446937" cy="406485"/>
              <a:chOff x="-3563526" y="1409294"/>
              <a:chExt cx="354190" cy="322133"/>
            </a:xfrm>
          </p:grpSpPr>
          <p:grpSp>
            <p:nvGrpSpPr>
              <p:cNvPr id="2119" name="Google Shape;2119;p99"/>
              <p:cNvGrpSpPr/>
              <p:nvPr/>
            </p:nvGrpSpPr>
            <p:grpSpPr>
              <a:xfrm>
                <a:off x="-3499992" y="1409294"/>
                <a:ext cx="225195" cy="195499"/>
                <a:chOff x="8987389" y="1361199"/>
                <a:chExt cx="2200275" cy="1914525"/>
              </a:xfrm>
            </p:grpSpPr>
            <p:sp>
              <p:nvSpPr>
                <p:cNvPr id="2120" name="Google Shape;2120;p99"/>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2121" name="Google Shape;2121;p99"/>
                <p:cNvGrpSpPr/>
                <p:nvPr/>
              </p:nvGrpSpPr>
              <p:grpSpPr>
                <a:xfrm>
                  <a:off x="8987389" y="1361199"/>
                  <a:ext cx="2200275" cy="1914525"/>
                  <a:chOff x="8987389" y="1361199"/>
                  <a:chExt cx="2200275" cy="1914525"/>
                </a:xfrm>
              </p:grpSpPr>
              <p:sp>
                <p:nvSpPr>
                  <p:cNvPr id="2122" name="Google Shape;2122;p99"/>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2123" name="Google Shape;2123;p99"/>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2124" name="Google Shape;2124;p99"/>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L) + text | light mode">
  <p:cSld name="Image (L) + text | light mode">
    <p:bg>
      <p:bgPr>
        <a:solidFill>
          <a:schemeClr val="lt1"/>
        </a:solidFill>
        <a:effectLst/>
      </p:bgPr>
    </p:bg>
    <p:spTree>
      <p:nvGrpSpPr>
        <p:cNvPr id="1" name="Shape 2125"/>
        <p:cNvGrpSpPr/>
        <p:nvPr/>
      </p:nvGrpSpPr>
      <p:grpSpPr>
        <a:xfrm>
          <a:off x="0" y="0"/>
          <a:ext cx="0" cy="0"/>
          <a:chOff x="0" y="0"/>
          <a:chExt cx="0" cy="0"/>
        </a:xfrm>
      </p:grpSpPr>
      <p:sp>
        <p:nvSpPr>
          <p:cNvPr id="2126" name="Google Shape;2126;p100"/>
          <p:cNvSpPr>
            <a:spLocks noGrp="1"/>
          </p:cNvSpPr>
          <p:nvPr>
            <p:ph type="pic" idx="2"/>
          </p:nvPr>
        </p:nvSpPr>
        <p:spPr>
          <a:xfrm>
            <a:off x="0" y="0"/>
            <a:ext cx="7035113" cy="6858000"/>
          </a:xfrm>
          <a:prstGeom prst="rect">
            <a:avLst/>
          </a:prstGeom>
          <a:solidFill>
            <a:srgbClr val="D8D8D8"/>
          </a:solidFill>
          <a:ln>
            <a:noFill/>
          </a:ln>
        </p:spPr>
      </p:sp>
      <p:sp>
        <p:nvSpPr>
          <p:cNvPr id="2127" name="Google Shape;2127;p100"/>
          <p:cNvSpPr txBox="1">
            <a:spLocks noGrp="1"/>
          </p:cNvSpPr>
          <p:nvPr>
            <p:ph type="body" idx="1"/>
          </p:nvPr>
        </p:nvSpPr>
        <p:spPr>
          <a:xfrm>
            <a:off x="7752876" y="1569104"/>
            <a:ext cx="3718399"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SzPts val="2400"/>
              <a:buChar char="•"/>
              <a:defRPr/>
            </a:lvl1pPr>
            <a:lvl2pPr marL="914400" lvl="1" indent="-381000" algn="l">
              <a:lnSpc>
                <a:spcPct val="90000"/>
              </a:lnSpc>
              <a:spcBef>
                <a:spcPts val="600"/>
              </a:spcBef>
              <a:spcAft>
                <a:spcPts val="0"/>
              </a:spcAft>
              <a:buSzPts val="2400"/>
              <a:buChar char="•"/>
              <a:defRPr/>
            </a:lvl2pPr>
            <a:lvl3pPr marL="1371600" lvl="2" indent="-228600" algn="l">
              <a:lnSpc>
                <a:spcPct val="90000"/>
              </a:lnSpc>
              <a:spcBef>
                <a:spcPts val="600"/>
              </a:spcBef>
              <a:spcAft>
                <a:spcPts val="0"/>
              </a:spcAft>
              <a:buSzPts val="2000"/>
              <a:buNone/>
              <a:defRPr/>
            </a:lvl3pPr>
            <a:lvl4pPr marL="1828800" lvl="3" indent="-228600" algn="l">
              <a:lnSpc>
                <a:spcPct val="90000"/>
              </a:lnSpc>
              <a:spcBef>
                <a:spcPts val="600"/>
              </a:spcBef>
              <a:spcAft>
                <a:spcPts val="0"/>
              </a:spcAft>
              <a:buClr>
                <a:schemeClr val="dk2"/>
              </a:buClr>
              <a:buSzPts val="3600"/>
              <a:buNone/>
              <a:defRPr/>
            </a:lvl4pPr>
            <a:lvl5pPr marL="2286000" lvl="4" indent="-228600" algn="l">
              <a:lnSpc>
                <a:spcPct val="90000"/>
              </a:lnSpc>
              <a:spcBef>
                <a:spcPts val="600"/>
              </a:spcBef>
              <a:spcAft>
                <a:spcPts val="0"/>
              </a:spcAft>
              <a:buClr>
                <a:schemeClr val="accent1"/>
              </a:buClr>
              <a:buSzPts val="2400"/>
              <a:buNone/>
              <a:defRPr/>
            </a:lvl5pPr>
            <a:lvl6pPr marL="2743200" lvl="5" indent="-228600" algn="l">
              <a:lnSpc>
                <a:spcPct val="90000"/>
              </a:lnSpc>
              <a:spcBef>
                <a:spcPts val="600"/>
              </a:spcBef>
              <a:spcAft>
                <a:spcPts val="0"/>
              </a:spcAft>
              <a:buSzPts val="2000"/>
              <a:buNone/>
              <a:defRPr/>
            </a:lvl6pPr>
            <a:lvl7pPr marL="3200400" lvl="6" indent="-355600" algn="l">
              <a:lnSpc>
                <a:spcPct val="90000"/>
              </a:lnSpc>
              <a:spcBef>
                <a:spcPts val="600"/>
              </a:spcBef>
              <a:spcAft>
                <a:spcPts val="0"/>
              </a:spcAft>
              <a:buSzPts val="2000"/>
              <a:buAutoNum type="arabicPeriod"/>
              <a:defRPr/>
            </a:lvl7pPr>
            <a:lvl8pPr marL="3657600" lvl="7" indent="-355600" algn="l">
              <a:lnSpc>
                <a:spcPct val="90000"/>
              </a:lnSpc>
              <a:spcBef>
                <a:spcPts val="600"/>
              </a:spcBef>
              <a:spcAft>
                <a:spcPts val="0"/>
              </a:spcAft>
              <a:buSzPts val="2000"/>
              <a:buAutoNum type="alphaLcPeriod"/>
              <a:defRPr/>
            </a:lvl8pPr>
            <a:lvl9pPr marL="4114800" lvl="8" indent="-228600" algn="l">
              <a:lnSpc>
                <a:spcPct val="90000"/>
              </a:lnSpc>
              <a:spcBef>
                <a:spcPts val="600"/>
              </a:spcBef>
              <a:spcAft>
                <a:spcPts val="600"/>
              </a:spcAft>
              <a:buSzPts val="1600"/>
              <a:buNone/>
              <a:defRPr/>
            </a:lvl9pPr>
          </a:lstStyle>
          <a:p>
            <a:endParaRPr/>
          </a:p>
        </p:txBody>
      </p:sp>
      <p:sp>
        <p:nvSpPr>
          <p:cNvPr id="2128" name="Google Shape;2128;p100"/>
          <p:cNvSpPr/>
          <p:nvPr/>
        </p:nvSpPr>
        <p:spPr>
          <a:xfrm>
            <a:off x="0" y="-441330"/>
            <a:ext cx="310982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(L) + text | light mode</a:t>
            </a:r>
            <a:endParaRPr/>
          </a:p>
        </p:txBody>
      </p:sp>
      <p:sp>
        <p:nvSpPr>
          <p:cNvPr id="2129" name="Google Shape;2129;p100"/>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0" name="Google Shape;2130;p100"/>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dk2"/>
                </a:solidFill>
                <a:latin typeface="Arial"/>
                <a:ea typeface="Arial"/>
                <a:cs typeface="Arial"/>
                <a:sym typeface="Arial"/>
              </a:defRPr>
            </a:lvl1pPr>
            <a:lvl2pPr marL="0" lvl="1" indent="0" algn="r">
              <a:spcBef>
                <a:spcPts val="0"/>
              </a:spcBef>
              <a:buNone/>
              <a:defRPr sz="1200" b="1">
                <a:solidFill>
                  <a:schemeClr val="dk2"/>
                </a:solidFill>
                <a:latin typeface="Arial"/>
                <a:ea typeface="Arial"/>
                <a:cs typeface="Arial"/>
                <a:sym typeface="Arial"/>
              </a:defRPr>
            </a:lvl2pPr>
            <a:lvl3pPr marL="0" lvl="2" indent="0" algn="r">
              <a:spcBef>
                <a:spcPts val="0"/>
              </a:spcBef>
              <a:buNone/>
              <a:defRPr sz="1200" b="1">
                <a:solidFill>
                  <a:schemeClr val="dk2"/>
                </a:solidFill>
                <a:latin typeface="Arial"/>
                <a:ea typeface="Arial"/>
                <a:cs typeface="Arial"/>
                <a:sym typeface="Arial"/>
              </a:defRPr>
            </a:lvl3pPr>
            <a:lvl4pPr marL="0" lvl="3" indent="0" algn="r">
              <a:spcBef>
                <a:spcPts val="0"/>
              </a:spcBef>
              <a:buNone/>
              <a:defRPr sz="1200" b="1">
                <a:solidFill>
                  <a:schemeClr val="dk2"/>
                </a:solidFill>
                <a:latin typeface="Arial"/>
                <a:ea typeface="Arial"/>
                <a:cs typeface="Arial"/>
                <a:sym typeface="Arial"/>
              </a:defRPr>
            </a:lvl4pPr>
            <a:lvl5pPr marL="0" lvl="4" indent="0" algn="r">
              <a:spcBef>
                <a:spcPts val="0"/>
              </a:spcBef>
              <a:buNone/>
              <a:defRPr sz="1200" b="1">
                <a:solidFill>
                  <a:schemeClr val="dk2"/>
                </a:solidFill>
                <a:latin typeface="Arial"/>
                <a:ea typeface="Arial"/>
                <a:cs typeface="Arial"/>
                <a:sym typeface="Arial"/>
              </a:defRPr>
            </a:lvl5pPr>
            <a:lvl6pPr marL="0" lvl="5" indent="0" algn="r">
              <a:spcBef>
                <a:spcPts val="0"/>
              </a:spcBef>
              <a:buNone/>
              <a:defRPr sz="1200" b="1">
                <a:solidFill>
                  <a:schemeClr val="dk2"/>
                </a:solidFill>
                <a:latin typeface="Arial"/>
                <a:ea typeface="Arial"/>
                <a:cs typeface="Arial"/>
                <a:sym typeface="Arial"/>
              </a:defRPr>
            </a:lvl6pPr>
            <a:lvl7pPr marL="0" lvl="6" indent="0" algn="r">
              <a:spcBef>
                <a:spcPts val="0"/>
              </a:spcBef>
              <a:buNone/>
              <a:defRPr sz="1200" b="1">
                <a:solidFill>
                  <a:schemeClr val="dk2"/>
                </a:solidFill>
                <a:latin typeface="Arial"/>
                <a:ea typeface="Arial"/>
                <a:cs typeface="Arial"/>
                <a:sym typeface="Arial"/>
              </a:defRPr>
            </a:lvl7pPr>
            <a:lvl8pPr marL="0" lvl="7" indent="0" algn="r">
              <a:spcBef>
                <a:spcPts val="0"/>
              </a:spcBef>
              <a:buNone/>
              <a:defRPr sz="1200" b="1">
                <a:solidFill>
                  <a:schemeClr val="dk2"/>
                </a:solidFill>
                <a:latin typeface="Arial"/>
                <a:ea typeface="Arial"/>
                <a:cs typeface="Arial"/>
                <a:sym typeface="Arial"/>
              </a:defRPr>
            </a:lvl8pPr>
            <a:lvl9pPr marL="0" lvl="8" indent="0" algn="r">
              <a:spcBef>
                <a:spcPts val="0"/>
              </a:spcBef>
              <a:buNone/>
              <a:defRPr sz="1200" b="1">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131" name="Google Shape;2131;p100"/>
          <p:cNvSpPr txBox="1">
            <a:spLocks noGrp="1"/>
          </p:cNvSpPr>
          <p:nvPr>
            <p:ph type="title"/>
          </p:nvPr>
        </p:nvSpPr>
        <p:spPr>
          <a:xfrm>
            <a:off x="7753311" y="722454"/>
            <a:ext cx="3718052" cy="323709"/>
          </a:xfrm>
          <a:prstGeom prst="rect">
            <a:avLst/>
          </a:prstGeom>
          <a:noFill/>
          <a:ln>
            <a:noFill/>
          </a:ln>
        </p:spPr>
        <p:txBody>
          <a:bodyPr spcFirstLastPara="1" wrap="square" lIns="0" tIns="0" rIns="0" bIns="378000" anchor="t" anchorCtr="0">
            <a:noAutofit/>
          </a:bodyPr>
          <a:lstStyle>
            <a:lvl1pPr lvl="0" algn="l">
              <a:lnSpc>
                <a:spcPct val="20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2" name="Google Shape;2132;p100"/>
          <p:cNvSpPr txBox="1">
            <a:spLocks noGrp="1"/>
          </p:cNvSpPr>
          <p:nvPr>
            <p:ph type="body" idx="3"/>
          </p:nvPr>
        </p:nvSpPr>
        <p:spPr>
          <a:xfrm>
            <a:off x="0" y="4094329"/>
            <a:ext cx="7035113"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2133" name="Google Shape;2133;p100"/>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2134" name="Google Shape;2134;p100"/>
          <p:cNvGrpSpPr/>
          <p:nvPr/>
        </p:nvGrpSpPr>
        <p:grpSpPr>
          <a:xfrm>
            <a:off x="12377595" y="0"/>
            <a:ext cx="3693386" cy="5359349"/>
            <a:chOff x="-3786437" y="0"/>
            <a:chExt cx="3693386" cy="5359349"/>
          </a:xfrm>
        </p:grpSpPr>
        <p:sp>
          <p:nvSpPr>
            <p:cNvPr id="2135" name="Google Shape;2135;p100"/>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2136" name="Google Shape;2136;p100"/>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137" name="Google Shape;2137;p100"/>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2138" name="Google Shape;2138;p100"/>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139" name="Google Shape;2139;p100"/>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2140" name="Google Shape;2140;p100"/>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2141" name="Google Shape;2141;p100"/>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142" name="Google Shape;2142;p100"/>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2143" name="Google Shape;2143;p100"/>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144" name="Google Shape;2144;p100"/>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2145" name="Google Shape;2145;p100"/>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2146" name="Google Shape;2146;p100"/>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2147" name="Google Shape;2147;p100"/>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2148" name="Google Shape;2148;p100"/>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2149" name="Google Shape;2149;p100"/>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2150" name="Google Shape;2150;p100"/>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2151" name="Google Shape;2151;p100"/>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2152" name="Google Shape;2152;p100"/>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2153" name="Google Shape;2153;p100"/>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2154" name="Google Shape;2154;p100"/>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2155" name="Google Shape;2155;p100"/>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156" name="Google Shape;2156;p100"/>
            <p:cNvGrpSpPr/>
            <p:nvPr/>
          </p:nvGrpSpPr>
          <p:grpSpPr>
            <a:xfrm>
              <a:off x="-376736" y="4400186"/>
              <a:ext cx="283685" cy="283685"/>
              <a:chOff x="-510741" y="5913713"/>
              <a:chExt cx="267555" cy="267555"/>
            </a:xfrm>
          </p:grpSpPr>
          <p:sp>
            <p:nvSpPr>
              <p:cNvPr id="2157" name="Google Shape;2157;p100"/>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158" name="Google Shape;2158;p100"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159" name="Google Shape;2159;p100"/>
            <p:cNvGrpSpPr/>
            <p:nvPr/>
          </p:nvGrpSpPr>
          <p:grpSpPr>
            <a:xfrm>
              <a:off x="-3605171" y="458674"/>
              <a:ext cx="3234311" cy="558875"/>
              <a:chOff x="-3605171" y="458674"/>
              <a:chExt cx="3234311" cy="558875"/>
            </a:xfrm>
          </p:grpSpPr>
          <p:sp>
            <p:nvSpPr>
              <p:cNvPr id="2160" name="Google Shape;2160;p100"/>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2161" name="Google Shape;2161;p100"/>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162" name="Google Shape;2162;p100"/>
              <p:cNvGrpSpPr/>
              <p:nvPr/>
            </p:nvGrpSpPr>
            <p:grpSpPr>
              <a:xfrm>
                <a:off x="-3386247" y="830871"/>
                <a:ext cx="139423" cy="109566"/>
                <a:chOff x="-2866744" y="827071"/>
                <a:chExt cx="168701" cy="132575"/>
              </a:xfrm>
            </p:grpSpPr>
            <p:grpSp>
              <p:nvGrpSpPr>
                <p:cNvPr id="2163" name="Google Shape;2163;p100"/>
                <p:cNvGrpSpPr/>
                <p:nvPr/>
              </p:nvGrpSpPr>
              <p:grpSpPr>
                <a:xfrm>
                  <a:off x="-2866744" y="827071"/>
                  <a:ext cx="168701" cy="132575"/>
                  <a:chOff x="-2866744" y="827071"/>
                  <a:chExt cx="168701" cy="132575"/>
                </a:xfrm>
              </p:grpSpPr>
              <p:cxnSp>
                <p:nvCxnSpPr>
                  <p:cNvPr id="2164" name="Google Shape;2164;p100"/>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65" name="Google Shape;2165;p100"/>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66" name="Google Shape;2166;p100"/>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67" name="Google Shape;2167;p100"/>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68" name="Google Shape;2168;p100"/>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169" name="Google Shape;2169;p100"/>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170" name="Google Shape;2170;p100"/>
              <p:cNvGrpSpPr/>
              <p:nvPr/>
            </p:nvGrpSpPr>
            <p:grpSpPr>
              <a:xfrm>
                <a:off x="-3605171" y="830871"/>
                <a:ext cx="139423" cy="109566"/>
                <a:chOff x="-2866744" y="518074"/>
                <a:chExt cx="168701" cy="132575"/>
              </a:xfrm>
            </p:grpSpPr>
            <p:grpSp>
              <p:nvGrpSpPr>
                <p:cNvPr id="2171" name="Google Shape;2171;p100"/>
                <p:cNvGrpSpPr/>
                <p:nvPr/>
              </p:nvGrpSpPr>
              <p:grpSpPr>
                <a:xfrm>
                  <a:off x="-2866744" y="518074"/>
                  <a:ext cx="168701" cy="132575"/>
                  <a:chOff x="-2866744" y="518074"/>
                  <a:chExt cx="168701" cy="132575"/>
                </a:xfrm>
              </p:grpSpPr>
              <p:cxnSp>
                <p:nvCxnSpPr>
                  <p:cNvPr id="2172" name="Google Shape;2172;p100"/>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73" name="Google Shape;2173;p100"/>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74" name="Google Shape;2174;p100"/>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75" name="Google Shape;2175;p100"/>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76" name="Google Shape;2176;p100"/>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177" name="Google Shape;2177;p100"/>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2178" name="Google Shape;2178;p100"/>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2179" name="Google Shape;2179;p100"/>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2180" name="Google Shape;2180;p100"/>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2181" name="Google Shape;2181;p100"/>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2182" name="Google Shape;2182;p100"/>
              <p:cNvGrpSpPr/>
              <p:nvPr/>
            </p:nvGrpSpPr>
            <p:grpSpPr>
              <a:xfrm>
                <a:off x="-2916763" y="769168"/>
                <a:ext cx="268738" cy="248381"/>
                <a:chOff x="-2916763" y="769168"/>
                <a:chExt cx="268738" cy="248381"/>
              </a:xfrm>
            </p:grpSpPr>
            <p:sp>
              <p:nvSpPr>
                <p:cNvPr id="2183" name="Google Shape;2183;p100"/>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184" name="Google Shape;2184;p100"/>
                <p:cNvGrpSpPr/>
                <p:nvPr/>
              </p:nvGrpSpPr>
              <p:grpSpPr>
                <a:xfrm>
                  <a:off x="-2866744" y="827071"/>
                  <a:ext cx="168701" cy="132575"/>
                  <a:chOff x="-2866744" y="827071"/>
                  <a:chExt cx="168701" cy="132575"/>
                </a:xfrm>
              </p:grpSpPr>
              <p:cxnSp>
                <p:nvCxnSpPr>
                  <p:cNvPr id="2185" name="Google Shape;2185;p100"/>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86" name="Google Shape;2186;p100"/>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87" name="Google Shape;2187;p100"/>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88" name="Google Shape;2188;p100"/>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89" name="Google Shape;2189;p100"/>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190" name="Google Shape;2190;p100"/>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191" name="Google Shape;2191;p100"/>
              <p:cNvGrpSpPr/>
              <p:nvPr/>
            </p:nvGrpSpPr>
            <p:grpSpPr>
              <a:xfrm>
                <a:off x="-2916763" y="460171"/>
                <a:ext cx="268738" cy="248381"/>
                <a:chOff x="-2916763" y="460171"/>
                <a:chExt cx="268738" cy="248381"/>
              </a:xfrm>
            </p:grpSpPr>
            <p:sp>
              <p:nvSpPr>
                <p:cNvPr id="2192" name="Google Shape;2192;p100"/>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193" name="Google Shape;2193;p100"/>
                <p:cNvGrpSpPr/>
                <p:nvPr/>
              </p:nvGrpSpPr>
              <p:grpSpPr>
                <a:xfrm>
                  <a:off x="-2866744" y="518074"/>
                  <a:ext cx="168701" cy="132575"/>
                  <a:chOff x="-2866744" y="518074"/>
                  <a:chExt cx="168701" cy="132575"/>
                </a:xfrm>
              </p:grpSpPr>
              <p:cxnSp>
                <p:nvCxnSpPr>
                  <p:cNvPr id="2194" name="Google Shape;2194;p100"/>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95" name="Google Shape;2195;p100"/>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96" name="Google Shape;2196;p100"/>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97" name="Google Shape;2197;p100"/>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198" name="Google Shape;2198;p100"/>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199" name="Google Shape;2199;p100"/>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2200" name="Google Shape;2200;p100"/>
            <p:cNvGrpSpPr/>
            <p:nvPr/>
          </p:nvGrpSpPr>
          <p:grpSpPr>
            <a:xfrm>
              <a:off x="-938434" y="4663037"/>
              <a:ext cx="627798" cy="576693"/>
              <a:chOff x="-1753862" y="6112775"/>
              <a:chExt cx="759635" cy="697798"/>
            </a:xfrm>
          </p:grpSpPr>
          <p:grpSp>
            <p:nvGrpSpPr>
              <p:cNvPr id="2201" name="Google Shape;2201;p100"/>
              <p:cNvGrpSpPr/>
              <p:nvPr/>
            </p:nvGrpSpPr>
            <p:grpSpPr>
              <a:xfrm>
                <a:off x="-1484858" y="6112775"/>
                <a:ext cx="205431" cy="293286"/>
                <a:chOff x="4768" y="2783"/>
                <a:chExt cx="788" cy="1125"/>
              </a:xfrm>
            </p:grpSpPr>
            <p:sp>
              <p:nvSpPr>
                <p:cNvPr id="2202" name="Google Shape;2202;p100"/>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203" name="Google Shape;2203;p100"/>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204" name="Google Shape;2204;p100"/>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205" name="Google Shape;2205;p100"/>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206" name="Google Shape;2206;p100"/>
          <p:cNvGrpSpPr/>
          <p:nvPr/>
        </p:nvGrpSpPr>
        <p:grpSpPr>
          <a:xfrm>
            <a:off x="-3786165" y="-1"/>
            <a:ext cx="3693386" cy="6640349"/>
            <a:chOff x="-3786165" y="-1"/>
            <a:chExt cx="3693386" cy="6640349"/>
          </a:xfrm>
        </p:grpSpPr>
        <p:sp>
          <p:nvSpPr>
            <p:cNvPr id="2207" name="Google Shape;2207;p100"/>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2208" name="Google Shape;2208;p100"/>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209" name="Google Shape;2209;p100"/>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2210" name="Google Shape;2210;p100"/>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211" name="Google Shape;2211;p100"/>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2212" name="Google Shape;2212;p100"/>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213" name="Google Shape;2213;p100"/>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2214" name="Google Shape;2214;p100"/>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2215" name="Google Shape;2215;p100"/>
            <p:cNvGrpSpPr/>
            <p:nvPr/>
          </p:nvGrpSpPr>
          <p:grpSpPr>
            <a:xfrm>
              <a:off x="-2485819" y="3479783"/>
              <a:ext cx="1222990" cy="563933"/>
              <a:chOff x="-2485819" y="3399207"/>
              <a:chExt cx="1222990" cy="563933"/>
            </a:xfrm>
          </p:grpSpPr>
          <p:sp>
            <p:nvSpPr>
              <p:cNvPr id="2216" name="Google Shape;2216;p100"/>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217" name="Google Shape;2217;p100"/>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218" name="Google Shape;2218;p100"/>
              <p:cNvGrpSpPr/>
              <p:nvPr/>
            </p:nvGrpSpPr>
            <p:grpSpPr>
              <a:xfrm>
                <a:off x="-2403869" y="3460544"/>
                <a:ext cx="155951" cy="131922"/>
                <a:chOff x="12968836" y="3354170"/>
                <a:chExt cx="404806" cy="342433"/>
              </a:xfrm>
            </p:grpSpPr>
            <p:sp>
              <p:nvSpPr>
                <p:cNvPr id="2219" name="Google Shape;2219;p100"/>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220" name="Google Shape;2220;p100"/>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21" name="Google Shape;2221;p100"/>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22" name="Google Shape;2222;p100"/>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23" name="Google Shape;2223;p100"/>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24" name="Google Shape;2224;p100"/>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225" name="Google Shape;2225;p100"/>
              <p:cNvGrpSpPr/>
              <p:nvPr/>
            </p:nvGrpSpPr>
            <p:grpSpPr>
              <a:xfrm>
                <a:off x="-2463904" y="3680944"/>
                <a:ext cx="207219" cy="237490"/>
                <a:chOff x="12835752" y="3926551"/>
                <a:chExt cx="537889" cy="616458"/>
              </a:xfrm>
            </p:grpSpPr>
            <p:grpSp>
              <p:nvGrpSpPr>
                <p:cNvPr id="2226" name="Google Shape;2226;p100"/>
                <p:cNvGrpSpPr/>
                <p:nvPr/>
              </p:nvGrpSpPr>
              <p:grpSpPr>
                <a:xfrm>
                  <a:off x="13000382" y="4006891"/>
                  <a:ext cx="373259" cy="315747"/>
                  <a:chOff x="12968836" y="3354170"/>
                  <a:chExt cx="404806" cy="342433"/>
                </a:xfrm>
              </p:grpSpPr>
              <p:sp>
                <p:nvSpPr>
                  <p:cNvPr id="2227" name="Google Shape;2227;p100"/>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228" name="Google Shape;2228;p100"/>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29" name="Google Shape;2229;p100"/>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30" name="Google Shape;2230;p100"/>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31" name="Google Shape;2231;p100"/>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32" name="Google Shape;2232;p100"/>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233" name="Google Shape;2233;p100"/>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2234" name="Google Shape;2234;p100"/>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2235" name="Google Shape;2235;p100"/>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2236" name="Google Shape;2236;p100"/>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2237" name="Google Shape;2237;p100"/>
            <p:cNvGrpSpPr/>
            <p:nvPr/>
          </p:nvGrpSpPr>
          <p:grpSpPr>
            <a:xfrm>
              <a:off x="-3786165" y="5680652"/>
              <a:ext cx="3693386" cy="959696"/>
              <a:chOff x="-3786437" y="6163468"/>
              <a:chExt cx="3693386" cy="959696"/>
            </a:xfrm>
          </p:grpSpPr>
          <p:sp>
            <p:nvSpPr>
              <p:cNvPr id="2238" name="Google Shape;2238;p100"/>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239" name="Google Shape;2239;p100"/>
              <p:cNvGrpSpPr/>
              <p:nvPr/>
            </p:nvGrpSpPr>
            <p:grpSpPr>
              <a:xfrm>
                <a:off x="-376736" y="6163468"/>
                <a:ext cx="283685" cy="283685"/>
                <a:chOff x="-510741" y="5913713"/>
                <a:chExt cx="267555" cy="267555"/>
              </a:xfrm>
            </p:grpSpPr>
            <p:sp>
              <p:nvSpPr>
                <p:cNvPr id="2240" name="Google Shape;2240;p100"/>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241" name="Google Shape;2241;p100"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242" name="Google Shape;2242;p100"/>
              <p:cNvGrpSpPr/>
              <p:nvPr/>
            </p:nvGrpSpPr>
            <p:grpSpPr>
              <a:xfrm>
                <a:off x="-938434" y="6420818"/>
                <a:ext cx="627798" cy="576693"/>
                <a:chOff x="-938434" y="4570310"/>
                <a:chExt cx="627798" cy="576693"/>
              </a:xfrm>
            </p:grpSpPr>
            <p:grpSp>
              <p:nvGrpSpPr>
                <p:cNvPr id="2243" name="Google Shape;2243;p100"/>
                <p:cNvGrpSpPr/>
                <p:nvPr/>
              </p:nvGrpSpPr>
              <p:grpSpPr>
                <a:xfrm>
                  <a:off x="-716116" y="4570310"/>
                  <a:ext cx="169778" cy="242385"/>
                  <a:chOff x="4768" y="2783"/>
                  <a:chExt cx="788" cy="1125"/>
                </a:xfrm>
              </p:grpSpPr>
              <p:sp>
                <p:nvSpPr>
                  <p:cNvPr id="2244" name="Google Shape;2244;p100"/>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245" name="Google Shape;2245;p100"/>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246" name="Google Shape;2246;p100"/>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247" name="Google Shape;2247;p100"/>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248" name="Google Shape;2248;p100"/>
            <p:cNvGrpSpPr/>
            <p:nvPr/>
          </p:nvGrpSpPr>
          <p:grpSpPr>
            <a:xfrm>
              <a:off x="-3426806" y="5129582"/>
              <a:ext cx="514284" cy="506545"/>
              <a:chOff x="12617641" y="3403239"/>
              <a:chExt cx="752963" cy="741634"/>
            </a:xfrm>
          </p:grpSpPr>
          <p:grpSp>
            <p:nvGrpSpPr>
              <p:cNvPr id="2249" name="Google Shape;2249;p100"/>
              <p:cNvGrpSpPr/>
              <p:nvPr/>
            </p:nvGrpSpPr>
            <p:grpSpPr>
              <a:xfrm>
                <a:off x="12771530" y="3403239"/>
                <a:ext cx="467176" cy="448491"/>
                <a:chOff x="12782157" y="3403239"/>
                <a:chExt cx="467176" cy="448491"/>
              </a:xfrm>
            </p:grpSpPr>
            <p:grpSp>
              <p:nvGrpSpPr>
                <p:cNvPr id="2250" name="Google Shape;2250;p100"/>
                <p:cNvGrpSpPr/>
                <p:nvPr/>
              </p:nvGrpSpPr>
              <p:grpSpPr>
                <a:xfrm>
                  <a:off x="12782157" y="3403239"/>
                  <a:ext cx="412976" cy="396132"/>
                  <a:chOff x="13554906" y="3320109"/>
                  <a:chExt cx="443917" cy="425811"/>
                </a:xfrm>
              </p:grpSpPr>
              <p:grpSp>
                <p:nvGrpSpPr>
                  <p:cNvPr id="2251" name="Google Shape;2251;p100"/>
                  <p:cNvGrpSpPr/>
                  <p:nvPr/>
                </p:nvGrpSpPr>
                <p:grpSpPr>
                  <a:xfrm>
                    <a:off x="13554906" y="3320109"/>
                    <a:ext cx="443917" cy="425811"/>
                    <a:chOff x="12909684" y="1276143"/>
                    <a:chExt cx="443917" cy="425811"/>
                  </a:xfrm>
                </p:grpSpPr>
                <p:sp>
                  <p:nvSpPr>
                    <p:cNvPr id="2252" name="Google Shape;2252;p100"/>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253" name="Google Shape;2253;p100"/>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254" name="Google Shape;2254;p100"/>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2255" name="Google Shape;2255;p100"/>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2256" name="Google Shape;2256;p100"/>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2257" name="Google Shape;2257;p100"/>
                <p:cNvGrpSpPr/>
                <p:nvPr/>
              </p:nvGrpSpPr>
              <p:grpSpPr>
                <a:xfrm>
                  <a:off x="13103513" y="3705268"/>
                  <a:ext cx="145820" cy="146462"/>
                  <a:chOff x="13096169" y="3602278"/>
                  <a:chExt cx="145820" cy="146462"/>
                </a:xfrm>
              </p:grpSpPr>
              <p:sp>
                <p:nvSpPr>
                  <p:cNvPr id="2258" name="Google Shape;2258;p100"/>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59" name="Google Shape;2259;p100"/>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260" name="Google Shape;2260;p100"/>
                <p:cNvGrpSpPr/>
                <p:nvPr/>
              </p:nvGrpSpPr>
              <p:grpSpPr>
                <a:xfrm rot="10800000">
                  <a:off x="13061402" y="3665637"/>
                  <a:ext cx="145820" cy="146462"/>
                  <a:chOff x="13096169" y="3602278"/>
                  <a:chExt cx="145820" cy="146462"/>
                </a:xfrm>
              </p:grpSpPr>
              <p:sp>
                <p:nvSpPr>
                  <p:cNvPr id="2261" name="Google Shape;2261;p100"/>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262" name="Google Shape;2262;p100"/>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2263" name="Google Shape;2263;p100"/>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2264" name="Google Shape;2264;p100"/>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265" name="Google Shape;2265;p100"/>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266" name="Google Shape;2266;p100"/>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2267" name="Google Shape;2267;p100"/>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2268" name="Google Shape;2268;p100"/>
            <p:cNvGrpSpPr/>
            <p:nvPr/>
          </p:nvGrpSpPr>
          <p:grpSpPr>
            <a:xfrm>
              <a:off x="-3365484" y="1226982"/>
              <a:ext cx="446937" cy="406485"/>
              <a:chOff x="-3563526" y="1409294"/>
              <a:chExt cx="354190" cy="322133"/>
            </a:xfrm>
          </p:grpSpPr>
          <p:grpSp>
            <p:nvGrpSpPr>
              <p:cNvPr id="2269" name="Google Shape;2269;p100"/>
              <p:cNvGrpSpPr/>
              <p:nvPr/>
            </p:nvGrpSpPr>
            <p:grpSpPr>
              <a:xfrm>
                <a:off x="-3499992" y="1409294"/>
                <a:ext cx="225195" cy="195499"/>
                <a:chOff x="8987389" y="1361199"/>
                <a:chExt cx="2200275" cy="1914525"/>
              </a:xfrm>
            </p:grpSpPr>
            <p:sp>
              <p:nvSpPr>
                <p:cNvPr id="2270" name="Google Shape;2270;p100"/>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2271" name="Google Shape;2271;p100"/>
                <p:cNvGrpSpPr/>
                <p:nvPr/>
              </p:nvGrpSpPr>
              <p:grpSpPr>
                <a:xfrm>
                  <a:off x="8987389" y="1361199"/>
                  <a:ext cx="2200275" cy="1914525"/>
                  <a:chOff x="8987389" y="1361199"/>
                  <a:chExt cx="2200275" cy="1914525"/>
                </a:xfrm>
              </p:grpSpPr>
              <p:sp>
                <p:nvSpPr>
                  <p:cNvPr id="2272" name="Google Shape;2272;p100"/>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2273" name="Google Shape;2273;p100"/>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2274" name="Google Shape;2274;p100"/>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 (L) + text | blue mode">
  <p:cSld name="Image (L) + text | blue mode">
    <p:bg>
      <p:bgPr>
        <a:solidFill>
          <a:schemeClr val="accent1"/>
        </a:solidFill>
        <a:effectLst/>
      </p:bgPr>
    </p:bg>
    <p:spTree>
      <p:nvGrpSpPr>
        <p:cNvPr id="1" name="Shape 2275"/>
        <p:cNvGrpSpPr/>
        <p:nvPr/>
      </p:nvGrpSpPr>
      <p:grpSpPr>
        <a:xfrm>
          <a:off x="0" y="0"/>
          <a:ext cx="0" cy="0"/>
          <a:chOff x="0" y="0"/>
          <a:chExt cx="0" cy="0"/>
        </a:xfrm>
      </p:grpSpPr>
      <p:sp>
        <p:nvSpPr>
          <p:cNvPr id="2276" name="Google Shape;2276;p101"/>
          <p:cNvSpPr>
            <a:spLocks noGrp="1"/>
          </p:cNvSpPr>
          <p:nvPr>
            <p:ph type="pic" idx="2"/>
          </p:nvPr>
        </p:nvSpPr>
        <p:spPr>
          <a:xfrm>
            <a:off x="-1" y="0"/>
            <a:ext cx="7035113" cy="6858000"/>
          </a:xfrm>
          <a:prstGeom prst="rect">
            <a:avLst/>
          </a:prstGeom>
          <a:solidFill>
            <a:srgbClr val="D8D8D8"/>
          </a:solidFill>
          <a:ln>
            <a:noFill/>
          </a:ln>
        </p:spPr>
      </p:sp>
      <p:sp>
        <p:nvSpPr>
          <p:cNvPr id="2277" name="Google Shape;2277;p101"/>
          <p:cNvSpPr txBox="1">
            <a:spLocks noGrp="1"/>
          </p:cNvSpPr>
          <p:nvPr>
            <p:ph type="body" idx="1"/>
          </p:nvPr>
        </p:nvSpPr>
        <p:spPr>
          <a:xfrm>
            <a:off x="7751363" y="1569104"/>
            <a:ext cx="3718399"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dk2"/>
              </a:buClr>
              <a:buSzPts val="3600"/>
              <a:buNone/>
              <a:defRPr>
                <a:solidFill>
                  <a:schemeClr val="dk2"/>
                </a:solidFill>
              </a:defRPr>
            </a:lvl4pPr>
            <a:lvl5pPr marL="2286000" lvl="4" indent="-228600" algn="l">
              <a:lnSpc>
                <a:spcPct val="90000"/>
              </a:lnSpc>
              <a:spcBef>
                <a:spcPts val="600"/>
              </a:spcBef>
              <a:spcAft>
                <a:spcPts val="0"/>
              </a:spcAft>
              <a:buClr>
                <a:schemeClr val="dk2"/>
              </a:buClr>
              <a:buSzPts val="2400"/>
              <a:buNone/>
              <a:defRPr b="0">
                <a:solidFill>
                  <a:schemeClr val="dk2"/>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sp>
        <p:nvSpPr>
          <p:cNvPr id="2278" name="Google Shape;2278;p101"/>
          <p:cNvSpPr/>
          <p:nvPr/>
        </p:nvSpPr>
        <p:spPr>
          <a:xfrm>
            <a:off x="0" y="-441330"/>
            <a:ext cx="3097002"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(L) + text | blue mode</a:t>
            </a:r>
            <a:endParaRPr/>
          </a:p>
        </p:txBody>
      </p:sp>
      <p:sp>
        <p:nvSpPr>
          <p:cNvPr id="2279" name="Google Shape;2279;p101"/>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0" name="Google Shape;2280;p101"/>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281" name="Google Shape;2281;p101"/>
          <p:cNvSpPr txBox="1">
            <a:spLocks noGrp="1"/>
          </p:cNvSpPr>
          <p:nvPr>
            <p:ph type="title"/>
          </p:nvPr>
        </p:nvSpPr>
        <p:spPr>
          <a:xfrm>
            <a:off x="7751710" y="722454"/>
            <a:ext cx="3718052" cy="3237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dk2"/>
              </a:buClr>
              <a:buSzPts val="36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82" name="Google Shape;2282;p101"/>
          <p:cNvSpPr txBox="1">
            <a:spLocks noGrp="1"/>
          </p:cNvSpPr>
          <p:nvPr>
            <p:ph type="body" idx="3"/>
          </p:nvPr>
        </p:nvSpPr>
        <p:spPr>
          <a:xfrm>
            <a:off x="-1" y="4094329"/>
            <a:ext cx="7035113"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2283" name="Google Shape;2283;p101"/>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2284" name="Google Shape;2284;p101"/>
          <p:cNvGrpSpPr/>
          <p:nvPr/>
        </p:nvGrpSpPr>
        <p:grpSpPr>
          <a:xfrm>
            <a:off x="12377595" y="0"/>
            <a:ext cx="3693386" cy="5359349"/>
            <a:chOff x="-3786437" y="0"/>
            <a:chExt cx="3693386" cy="5359349"/>
          </a:xfrm>
        </p:grpSpPr>
        <p:sp>
          <p:nvSpPr>
            <p:cNvPr id="2285" name="Google Shape;2285;p101"/>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2286" name="Google Shape;2286;p101"/>
            <p:cNvSpPr/>
            <p:nvPr/>
          </p:nvSpPr>
          <p:spPr>
            <a:xfrm>
              <a:off x="-3786165" y="1707400"/>
              <a:ext cx="3593091" cy="2836018"/>
            </a:xfrm>
            <a:prstGeom prst="rect">
              <a:avLst/>
            </a:prstGeom>
            <a:solidFill>
              <a:schemeClr val="accent1"/>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2287" name="Google Shape;2287;p101"/>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2288" name="Google Shape;2288;p101"/>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2289" name="Google Shape;2289;p101"/>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2290" name="Google Shape;2290;p101"/>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2291" name="Google Shape;2291;p101"/>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2292" name="Google Shape;2292;p101"/>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2293" name="Google Shape;2293;p101"/>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294" name="Google Shape;2294;p101"/>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2295" name="Google Shape;2295;p101"/>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2296" name="Google Shape;2296;p101"/>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2297" name="Google Shape;2297;p101"/>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dk1"/>
                  </a:solidFill>
                  <a:latin typeface="Arial"/>
                  <a:ea typeface="Arial"/>
                  <a:cs typeface="Arial"/>
                  <a:sym typeface="Arial"/>
                </a:rPr>
                <a:t>Subtitle</a:t>
              </a:r>
              <a:endParaRPr/>
            </a:p>
          </p:txBody>
        </p:sp>
        <p:sp>
          <p:nvSpPr>
            <p:cNvPr id="2298" name="Google Shape;2298;p101"/>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2299" name="Google Shape;2299;p101"/>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2300" name="Google Shape;2300;p101"/>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2301" name="Google Shape;2301;p101"/>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2302" name="Google Shape;2302;p101"/>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2303" name="Google Shape;2303;p101"/>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2304" name="Google Shape;2304;p101"/>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2305" name="Google Shape;2305;p101"/>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306" name="Google Shape;2306;p101"/>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307" name="Google Shape;2307;p101"/>
            <p:cNvGrpSpPr/>
            <p:nvPr/>
          </p:nvGrpSpPr>
          <p:grpSpPr>
            <a:xfrm>
              <a:off x="-376736" y="4400186"/>
              <a:ext cx="283685" cy="283685"/>
              <a:chOff x="-510741" y="5913713"/>
              <a:chExt cx="267555" cy="267555"/>
            </a:xfrm>
          </p:grpSpPr>
          <p:sp>
            <p:nvSpPr>
              <p:cNvPr id="2308" name="Google Shape;2308;p101"/>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309" name="Google Shape;2309;p101"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310" name="Google Shape;2310;p101"/>
            <p:cNvGrpSpPr/>
            <p:nvPr/>
          </p:nvGrpSpPr>
          <p:grpSpPr>
            <a:xfrm>
              <a:off x="-3605171" y="458674"/>
              <a:ext cx="3234311" cy="558875"/>
              <a:chOff x="-3605171" y="458674"/>
              <a:chExt cx="3234311" cy="558875"/>
            </a:xfrm>
          </p:grpSpPr>
          <p:sp>
            <p:nvSpPr>
              <p:cNvPr id="2311" name="Google Shape;2311;p101"/>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2312" name="Google Shape;2312;p101"/>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313" name="Google Shape;2313;p101"/>
              <p:cNvGrpSpPr/>
              <p:nvPr/>
            </p:nvGrpSpPr>
            <p:grpSpPr>
              <a:xfrm>
                <a:off x="-3386247" y="830871"/>
                <a:ext cx="139423" cy="109566"/>
                <a:chOff x="-2866744" y="827071"/>
                <a:chExt cx="168701" cy="132575"/>
              </a:xfrm>
            </p:grpSpPr>
            <p:grpSp>
              <p:nvGrpSpPr>
                <p:cNvPr id="2314" name="Google Shape;2314;p101"/>
                <p:cNvGrpSpPr/>
                <p:nvPr/>
              </p:nvGrpSpPr>
              <p:grpSpPr>
                <a:xfrm>
                  <a:off x="-2866744" y="827071"/>
                  <a:ext cx="168701" cy="132575"/>
                  <a:chOff x="-2866744" y="827071"/>
                  <a:chExt cx="168701" cy="132575"/>
                </a:xfrm>
              </p:grpSpPr>
              <p:cxnSp>
                <p:nvCxnSpPr>
                  <p:cNvPr id="2315" name="Google Shape;2315;p101"/>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16" name="Google Shape;2316;p101"/>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17" name="Google Shape;2317;p101"/>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18" name="Google Shape;2318;p101"/>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19" name="Google Shape;2319;p101"/>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320" name="Google Shape;2320;p101"/>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321" name="Google Shape;2321;p101"/>
              <p:cNvGrpSpPr/>
              <p:nvPr/>
            </p:nvGrpSpPr>
            <p:grpSpPr>
              <a:xfrm>
                <a:off x="-3605171" y="830871"/>
                <a:ext cx="139423" cy="109566"/>
                <a:chOff x="-2866744" y="518074"/>
                <a:chExt cx="168701" cy="132575"/>
              </a:xfrm>
            </p:grpSpPr>
            <p:grpSp>
              <p:nvGrpSpPr>
                <p:cNvPr id="2322" name="Google Shape;2322;p101"/>
                <p:cNvGrpSpPr/>
                <p:nvPr/>
              </p:nvGrpSpPr>
              <p:grpSpPr>
                <a:xfrm>
                  <a:off x="-2866744" y="518074"/>
                  <a:ext cx="168701" cy="132575"/>
                  <a:chOff x="-2866744" y="518074"/>
                  <a:chExt cx="168701" cy="132575"/>
                </a:xfrm>
              </p:grpSpPr>
              <p:cxnSp>
                <p:nvCxnSpPr>
                  <p:cNvPr id="2323" name="Google Shape;2323;p101"/>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24" name="Google Shape;2324;p101"/>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25" name="Google Shape;2325;p101"/>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26" name="Google Shape;2326;p101"/>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27" name="Google Shape;2327;p101"/>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328" name="Google Shape;2328;p101"/>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2329" name="Google Shape;2329;p101"/>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2330" name="Google Shape;2330;p101"/>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2331" name="Google Shape;2331;p101"/>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2332" name="Google Shape;2332;p101"/>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2333" name="Google Shape;2333;p101"/>
              <p:cNvGrpSpPr/>
              <p:nvPr/>
            </p:nvGrpSpPr>
            <p:grpSpPr>
              <a:xfrm>
                <a:off x="-2916763" y="769168"/>
                <a:ext cx="268738" cy="248381"/>
                <a:chOff x="-2916763" y="769168"/>
                <a:chExt cx="268738" cy="248381"/>
              </a:xfrm>
            </p:grpSpPr>
            <p:sp>
              <p:nvSpPr>
                <p:cNvPr id="2334" name="Google Shape;2334;p101"/>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335" name="Google Shape;2335;p101"/>
                <p:cNvGrpSpPr/>
                <p:nvPr/>
              </p:nvGrpSpPr>
              <p:grpSpPr>
                <a:xfrm>
                  <a:off x="-2866744" y="827071"/>
                  <a:ext cx="168701" cy="132575"/>
                  <a:chOff x="-2866744" y="827071"/>
                  <a:chExt cx="168701" cy="132575"/>
                </a:xfrm>
              </p:grpSpPr>
              <p:cxnSp>
                <p:nvCxnSpPr>
                  <p:cNvPr id="2336" name="Google Shape;2336;p101"/>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37" name="Google Shape;2337;p101"/>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38" name="Google Shape;2338;p101"/>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39" name="Google Shape;2339;p101"/>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40" name="Google Shape;2340;p101"/>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341" name="Google Shape;2341;p101"/>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342" name="Google Shape;2342;p101"/>
              <p:cNvGrpSpPr/>
              <p:nvPr/>
            </p:nvGrpSpPr>
            <p:grpSpPr>
              <a:xfrm>
                <a:off x="-2916763" y="460171"/>
                <a:ext cx="268738" cy="248381"/>
                <a:chOff x="-2916763" y="460171"/>
                <a:chExt cx="268738" cy="248381"/>
              </a:xfrm>
            </p:grpSpPr>
            <p:sp>
              <p:nvSpPr>
                <p:cNvPr id="2343" name="Google Shape;2343;p101"/>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344" name="Google Shape;2344;p101"/>
                <p:cNvGrpSpPr/>
                <p:nvPr/>
              </p:nvGrpSpPr>
              <p:grpSpPr>
                <a:xfrm>
                  <a:off x="-2866744" y="518074"/>
                  <a:ext cx="168701" cy="132575"/>
                  <a:chOff x="-2866744" y="518074"/>
                  <a:chExt cx="168701" cy="132575"/>
                </a:xfrm>
              </p:grpSpPr>
              <p:cxnSp>
                <p:nvCxnSpPr>
                  <p:cNvPr id="2345" name="Google Shape;2345;p101"/>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46" name="Google Shape;2346;p101"/>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47" name="Google Shape;2347;p101"/>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48" name="Google Shape;2348;p101"/>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349" name="Google Shape;2349;p101"/>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350" name="Google Shape;2350;p101"/>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2351" name="Google Shape;2351;p101"/>
            <p:cNvGrpSpPr/>
            <p:nvPr/>
          </p:nvGrpSpPr>
          <p:grpSpPr>
            <a:xfrm>
              <a:off x="-938434" y="4663037"/>
              <a:ext cx="627798" cy="576693"/>
              <a:chOff x="-1753862" y="6112775"/>
              <a:chExt cx="759635" cy="697798"/>
            </a:xfrm>
          </p:grpSpPr>
          <p:grpSp>
            <p:nvGrpSpPr>
              <p:cNvPr id="2352" name="Google Shape;2352;p101"/>
              <p:cNvGrpSpPr/>
              <p:nvPr/>
            </p:nvGrpSpPr>
            <p:grpSpPr>
              <a:xfrm>
                <a:off x="-1484858" y="6112775"/>
                <a:ext cx="205431" cy="293286"/>
                <a:chOff x="4768" y="2783"/>
                <a:chExt cx="788" cy="1125"/>
              </a:xfrm>
            </p:grpSpPr>
            <p:sp>
              <p:nvSpPr>
                <p:cNvPr id="2353" name="Google Shape;2353;p101"/>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354" name="Google Shape;2354;p101"/>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355" name="Google Shape;2355;p101"/>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356" name="Google Shape;2356;p101"/>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357" name="Google Shape;2357;p101"/>
          <p:cNvGrpSpPr/>
          <p:nvPr/>
        </p:nvGrpSpPr>
        <p:grpSpPr>
          <a:xfrm>
            <a:off x="-3786165" y="-1"/>
            <a:ext cx="3693386" cy="6640349"/>
            <a:chOff x="-3786165" y="-1"/>
            <a:chExt cx="3693386" cy="6640349"/>
          </a:xfrm>
        </p:grpSpPr>
        <p:sp>
          <p:nvSpPr>
            <p:cNvPr id="2358" name="Google Shape;2358;p101"/>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2359" name="Google Shape;2359;p101"/>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360" name="Google Shape;2360;p101"/>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2361" name="Google Shape;2361;p101"/>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362" name="Google Shape;2362;p101"/>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2363" name="Google Shape;2363;p101"/>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364" name="Google Shape;2364;p101"/>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2365" name="Google Shape;2365;p101"/>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2366" name="Google Shape;2366;p101"/>
            <p:cNvGrpSpPr/>
            <p:nvPr/>
          </p:nvGrpSpPr>
          <p:grpSpPr>
            <a:xfrm>
              <a:off x="-2485819" y="3479783"/>
              <a:ext cx="1222990" cy="563933"/>
              <a:chOff x="-2485819" y="3399207"/>
              <a:chExt cx="1222990" cy="563933"/>
            </a:xfrm>
          </p:grpSpPr>
          <p:sp>
            <p:nvSpPr>
              <p:cNvPr id="2367" name="Google Shape;2367;p101"/>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368" name="Google Shape;2368;p101"/>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369" name="Google Shape;2369;p101"/>
              <p:cNvGrpSpPr/>
              <p:nvPr/>
            </p:nvGrpSpPr>
            <p:grpSpPr>
              <a:xfrm>
                <a:off x="-2403869" y="3460544"/>
                <a:ext cx="155951" cy="131922"/>
                <a:chOff x="12968836" y="3354170"/>
                <a:chExt cx="404806" cy="342433"/>
              </a:xfrm>
            </p:grpSpPr>
            <p:sp>
              <p:nvSpPr>
                <p:cNvPr id="2370" name="Google Shape;2370;p101"/>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371" name="Google Shape;2371;p101"/>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72" name="Google Shape;2372;p101"/>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73" name="Google Shape;2373;p101"/>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74" name="Google Shape;2374;p101"/>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75" name="Google Shape;2375;p101"/>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376" name="Google Shape;2376;p101"/>
              <p:cNvGrpSpPr/>
              <p:nvPr/>
            </p:nvGrpSpPr>
            <p:grpSpPr>
              <a:xfrm>
                <a:off x="-2463904" y="3680944"/>
                <a:ext cx="207219" cy="237490"/>
                <a:chOff x="12835752" y="3926551"/>
                <a:chExt cx="537889" cy="616458"/>
              </a:xfrm>
            </p:grpSpPr>
            <p:grpSp>
              <p:nvGrpSpPr>
                <p:cNvPr id="2377" name="Google Shape;2377;p101"/>
                <p:cNvGrpSpPr/>
                <p:nvPr/>
              </p:nvGrpSpPr>
              <p:grpSpPr>
                <a:xfrm>
                  <a:off x="13000382" y="4006891"/>
                  <a:ext cx="373259" cy="315747"/>
                  <a:chOff x="12968836" y="3354170"/>
                  <a:chExt cx="404806" cy="342433"/>
                </a:xfrm>
              </p:grpSpPr>
              <p:sp>
                <p:nvSpPr>
                  <p:cNvPr id="2378" name="Google Shape;2378;p101"/>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379" name="Google Shape;2379;p101"/>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80" name="Google Shape;2380;p101"/>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81" name="Google Shape;2381;p101"/>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82" name="Google Shape;2382;p101"/>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383" name="Google Shape;2383;p101"/>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384" name="Google Shape;2384;p101"/>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2385" name="Google Shape;2385;p101"/>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2386" name="Google Shape;2386;p101"/>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2387" name="Google Shape;2387;p101"/>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2388" name="Google Shape;2388;p101"/>
            <p:cNvGrpSpPr/>
            <p:nvPr/>
          </p:nvGrpSpPr>
          <p:grpSpPr>
            <a:xfrm>
              <a:off x="-3786165" y="5680652"/>
              <a:ext cx="3693386" cy="959696"/>
              <a:chOff x="-3786437" y="6163468"/>
              <a:chExt cx="3693386" cy="959696"/>
            </a:xfrm>
          </p:grpSpPr>
          <p:sp>
            <p:nvSpPr>
              <p:cNvPr id="2389" name="Google Shape;2389;p101"/>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390" name="Google Shape;2390;p101"/>
              <p:cNvGrpSpPr/>
              <p:nvPr/>
            </p:nvGrpSpPr>
            <p:grpSpPr>
              <a:xfrm>
                <a:off x="-376736" y="6163468"/>
                <a:ext cx="283685" cy="283685"/>
                <a:chOff x="-510741" y="5913713"/>
                <a:chExt cx="267555" cy="267555"/>
              </a:xfrm>
            </p:grpSpPr>
            <p:sp>
              <p:nvSpPr>
                <p:cNvPr id="2391" name="Google Shape;2391;p101"/>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392" name="Google Shape;2392;p101"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393" name="Google Shape;2393;p101"/>
              <p:cNvGrpSpPr/>
              <p:nvPr/>
            </p:nvGrpSpPr>
            <p:grpSpPr>
              <a:xfrm>
                <a:off x="-938434" y="6420818"/>
                <a:ext cx="627798" cy="576693"/>
                <a:chOff x="-938434" y="4570310"/>
                <a:chExt cx="627798" cy="576693"/>
              </a:xfrm>
            </p:grpSpPr>
            <p:grpSp>
              <p:nvGrpSpPr>
                <p:cNvPr id="2394" name="Google Shape;2394;p101"/>
                <p:cNvGrpSpPr/>
                <p:nvPr/>
              </p:nvGrpSpPr>
              <p:grpSpPr>
                <a:xfrm>
                  <a:off x="-716116" y="4570310"/>
                  <a:ext cx="169778" cy="242385"/>
                  <a:chOff x="4768" y="2783"/>
                  <a:chExt cx="788" cy="1125"/>
                </a:xfrm>
              </p:grpSpPr>
              <p:sp>
                <p:nvSpPr>
                  <p:cNvPr id="2395" name="Google Shape;2395;p101"/>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396" name="Google Shape;2396;p101"/>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397" name="Google Shape;2397;p101"/>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398" name="Google Shape;2398;p101"/>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399" name="Google Shape;2399;p101"/>
            <p:cNvGrpSpPr/>
            <p:nvPr/>
          </p:nvGrpSpPr>
          <p:grpSpPr>
            <a:xfrm>
              <a:off x="-3426806" y="5129582"/>
              <a:ext cx="514284" cy="506545"/>
              <a:chOff x="12617641" y="3403239"/>
              <a:chExt cx="752963" cy="741634"/>
            </a:xfrm>
          </p:grpSpPr>
          <p:grpSp>
            <p:nvGrpSpPr>
              <p:cNvPr id="2400" name="Google Shape;2400;p101"/>
              <p:cNvGrpSpPr/>
              <p:nvPr/>
            </p:nvGrpSpPr>
            <p:grpSpPr>
              <a:xfrm>
                <a:off x="12771530" y="3403239"/>
                <a:ext cx="467176" cy="448491"/>
                <a:chOff x="12782157" y="3403239"/>
                <a:chExt cx="467176" cy="448491"/>
              </a:xfrm>
            </p:grpSpPr>
            <p:grpSp>
              <p:nvGrpSpPr>
                <p:cNvPr id="2401" name="Google Shape;2401;p101"/>
                <p:cNvGrpSpPr/>
                <p:nvPr/>
              </p:nvGrpSpPr>
              <p:grpSpPr>
                <a:xfrm>
                  <a:off x="12782157" y="3403239"/>
                  <a:ext cx="412976" cy="396132"/>
                  <a:chOff x="13554906" y="3320109"/>
                  <a:chExt cx="443917" cy="425811"/>
                </a:xfrm>
              </p:grpSpPr>
              <p:grpSp>
                <p:nvGrpSpPr>
                  <p:cNvPr id="2402" name="Google Shape;2402;p101"/>
                  <p:cNvGrpSpPr/>
                  <p:nvPr/>
                </p:nvGrpSpPr>
                <p:grpSpPr>
                  <a:xfrm>
                    <a:off x="13554906" y="3320109"/>
                    <a:ext cx="443917" cy="425811"/>
                    <a:chOff x="12909684" y="1276143"/>
                    <a:chExt cx="443917" cy="425811"/>
                  </a:xfrm>
                </p:grpSpPr>
                <p:sp>
                  <p:nvSpPr>
                    <p:cNvPr id="2403" name="Google Shape;2403;p101"/>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04" name="Google Shape;2404;p101"/>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05" name="Google Shape;2405;p101"/>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2406" name="Google Shape;2406;p101"/>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2407" name="Google Shape;2407;p101"/>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2408" name="Google Shape;2408;p101"/>
                <p:cNvGrpSpPr/>
                <p:nvPr/>
              </p:nvGrpSpPr>
              <p:grpSpPr>
                <a:xfrm>
                  <a:off x="13103513" y="3705268"/>
                  <a:ext cx="145820" cy="146462"/>
                  <a:chOff x="13096169" y="3602278"/>
                  <a:chExt cx="145820" cy="146462"/>
                </a:xfrm>
              </p:grpSpPr>
              <p:sp>
                <p:nvSpPr>
                  <p:cNvPr id="2409" name="Google Shape;2409;p101"/>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10" name="Google Shape;2410;p101"/>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411" name="Google Shape;2411;p101"/>
                <p:cNvGrpSpPr/>
                <p:nvPr/>
              </p:nvGrpSpPr>
              <p:grpSpPr>
                <a:xfrm rot="10800000">
                  <a:off x="13061402" y="3665637"/>
                  <a:ext cx="145820" cy="146462"/>
                  <a:chOff x="13096169" y="3602278"/>
                  <a:chExt cx="145820" cy="146462"/>
                </a:xfrm>
              </p:grpSpPr>
              <p:sp>
                <p:nvSpPr>
                  <p:cNvPr id="2412" name="Google Shape;2412;p101"/>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13" name="Google Shape;2413;p101"/>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2414" name="Google Shape;2414;p101"/>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2415" name="Google Shape;2415;p101"/>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416" name="Google Shape;2416;p101"/>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417" name="Google Shape;2417;p101"/>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2418" name="Google Shape;2418;p101"/>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2419" name="Google Shape;2419;p101"/>
            <p:cNvGrpSpPr/>
            <p:nvPr/>
          </p:nvGrpSpPr>
          <p:grpSpPr>
            <a:xfrm>
              <a:off x="-3365484" y="1226982"/>
              <a:ext cx="446937" cy="406485"/>
              <a:chOff x="-3563526" y="1409294"/>
              <a:chExt cx="354190" cy="322133"/>
            </a:xfrm>
          </p:grpSpPr>
          <p:grpSp>
            <p:nvGrpSpPr>
              <p:cNvPr id="2420" name="Google Shape;2420;p101"/>
              <p:cNvGrpSpPr/>
              <p:nvPr/>
            </p:nvGrpSpPr>
            <p:grpSpPr>
              <a:xfrm>
                <a:off x="-3499992" y="1409294"/>
                <a:ext cx="225195" cy="195499"/>
                <a:chOff x="8987389" y="1361199"/>
                <a:chExt cx="2200275" cy="1914525"/>
              </a:xfrm>
            </p:grpSpPr>
            <p:sp>
              <p:nvSpPr>
                <p:cNvPr id="2421" name="Google Shape;2421;p101"/>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2422" name="Google Shape;2422;p101"/>
                <p:cNvGrpSpPr/>
                <p:nvPr/>
              </p:nvGrpSpPr>
              <p:grpSpPr>
                <a:xfrm>
                  <a:off x="8987389" y="1361199"/>
                  <a:ext cx="2200275" cy="1914525"/>
                  <a:chOff x="8987389" y="1361199"/>
                  <a:chExt cx="2200275" cy="1914525"/>
                </a:xfrm>
              </p:grpSpPr>
              <p:sp>
                <p:nvSpPr>
                  <p:cNvPr id="2423" name="Google Shape;2423;p101"/>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2424" name="Google Shape;2424;p101"/>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2425" name="Google Shape;2425;p101"/>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 (L) + text | dark mode">
  <p:cSld name="Image (L) + text | dark mode">
    <p:bg>
      <p:bgPr>
        <a:solidFill>
          <a:schemeClr val="accent2"/>
        </a:solidFill>
        <a:effectLst/>
      </p:bgPr>
    </p:bg>
    <p:spTree>
      <p:nvGrpSpPr>
        <p:cNvPr id="1" name="Shape 2426"/>
        <p:cNvGrpSpPr/>
        <p:nvPr/>
      </p:nvGrpSpPr>
      <p:grpSpPr>
        <a:xfrm>
          <a:off x="0" y="0"/>
          <a:ext cx="0" cy="0"/>
          <a:chOff x="0" y="0"/>
          <a:chExt cx="0" cy="0"/>
        </a:xfrm>
      </p:grpSpPr>
      <p:sp>
        <p:nvSpPr>
          <p:cNvPr id="2427" name="Google Shape;2427;p102"/>
          <p:cNvSpPr>
            <a:spLocks noGrp="1"/>
          </p:cNvSpPr>
          <p:nvPr>
            <p:ph type="pic" idx="2"/>
          </p:nvPr>
        </p:nvSpPr>
        <p:spPr>
          <a:xfrm>
            <a:off x="0" y="0"/>
            <a:ext cx="7035112" cy="6858000"/>
          </a:xfrm>
          <a:prstGeom prst="rect">
            <a:avLst/>
          </a:prstGeom>
          <a:solidFill>
            <a:srgbClr val="D8D8D8"/>
          </a:solidFill>
          <a:ln>
            <a:noFill/>
          </a:ln>
        </p:spPr>
      </p:sp>
      <p:sp>
        <p:nvSpPr>
          <p:cNvPr id="2428" name="Google Shape;2428;p102"/>
          <p:cNvSpPr txBox="1">
            <a:spLocks noGrp="1"/>
          </p:cNvSpPr>
          <p:nvPr>
            <p:ph type="body" idx="1"/>
          </p:nvPr>
        </p:nvSpPr>
        <p:spPr>
          <a:xfrm>
            <a:off x="7751363" y="1569104"/>
            <a:ext cx="3718399"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lt1"/>
              </a:buClr>
              <a:buSzPts val="3600"/>
              <a:buNone/>
              <a:defRPr>
                <a:solidFill>
                  <a:schemeClr val="lt1"/>
                </a:solidFill>
              </a:defRPr>
            </a:lvl4pPr>
            <a:lvl5pPr marL="2286000" lvl="4" indent="-228600" algn="l">
              <a:lnSpc>
                <a:spcPct val="90000"/>
              </a:lnSpc>
              <a:spcBef>
                <a:spcPts val="600"/>
              </a:spcBef>
              <a:spcAft>
                <a:spcPts val="0"/>
              </a:spcAft>
              <a:buClr>
                <a:schemeClr val="lt1"/>
              </a:buClr>
              <a:buSzPts val="2400"/>
              <a:buNone/>
              <a:defRPr b="0">
                <a:solidFill>
                  <a:schemeClr val="lt1"/>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sp>
        <p:nvSpPr>
          <p:cNvPr id="2429" name="Google Shape;2429;p102"/>
          <p:cNvSpPr/>
          <p:nvPr/>
        </p:nvSpPr>
        <p:spPr>
          <a:xfrm>
            <a:off x="0" y="-441330"/>
            <a:ext cx="3109826"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Image (L) + text | dark mode</a:t>
            </a:r>
            <a:endParaRPr sz="1800" b="1" cap="none">
              <a:solidFill>
                <a:schemeClr val="accent1"/>
              </a:solidFill>
              <a:latin typeface="Arial"/>
              <a:ea typeface="Arial"/>
              <a:cs typeface="Arial"/>
              <a:sym typeface="Arial"/>
            </a:endParaRPr>
          </a:p>
        </p:txBody>
      </p:sp>
      <p:sp>
        <p:nvSpPr>
          <p:cNvPr id="2430" name="Google Shape;2430;p102"/>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31" name="Google Shape;2431;p102"/>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432" name="Google Shape;2432;p102"/>
          <p:cNvSpPr txBox="1">
            <a:spLocks noGrp="1"/>
          </p:cNvSpPr>
          <p:nvPr>
            <p:ph type="title"/>
          </p:nvPr>
        </p:nvSpPr>
        <p:spPr>
          <a:xfrm>
            <a:off x="7751710" y="722454"/>
            <a:ext cx="3718052" cy="323709"/>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3" name="Google Shape;2433;p102"/>
          <p:cNvSpPr txBox="1">
            <a:spLocks noGrp="1"/>
          </p:cNvSpPr>
          <p:nvPr>
            <p:ph type="body" idx="3"/>
          </p:nvPr>
        </p:nvSpPr>
        <p:spPr>
          <a:xfrm>
            <a:off x="0" y="4094329"/>
            <a:ext cx="7035112"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2434" name="Google Shape;2434;p102"/>
          <p:cNvSpPr txBox="1">
            <a:spLocks noGrp="1"/>
          </p:cNvSpPr>
          <p:nvPr>
            <p:ph type="body" idx="4"/>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grpSp>
        <p:nvGrpSpPr>
          <p:cNvPr id="2435" name="Google Shape;2435;p102"/>
          <p:cNvGrpSpPr/>
          <p:nvPr/>
        </p:nvGrpSpPr>
        <p:grpSpPr>
          <a:xfrm>
            <a:off x="-3786165" y="-1"/>
            <a:ext cx="3693386" cy="6640349"/>
            <a:chOff x="-3786165" y="-1"/>
            <a:chExt cx="3693386" cy="6640349"/>
          </a:xfrm>
        </p:grpSpPr>
        <p:sp>
          <p:nvSpPr>
            <p:cNvPr id="2436" name="Google Shape;2436;p102"/>
            <p:cNvSpPr/>
            <p:nvPr/>
          </p:nvSpPr>
          <p:spPr>
            <a:xfrm>
              <a:off x="-3786165" y="-1"/>
              <a:ext cx="3593091" cy="5991727"/>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AN IMAGE</a:t>
              </a:r>
              <a:endParaRPr/>
            </a:p>
          </p:txBody>
        </p:sp>
        <p:sp>
          <p:nvSpPr>
            <p:cNvPr id="2437" name="Google Shape;2437;p102"/>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438" name="Google Shape;2438;p102"/>
            <p:cNvSpPr/>
            <p:nvPr/>
          </p:nvSpPr>
          <p:spPr>
            <a:xfrm>
              <a:off x="-3319415" y="465324"/>
              <a:ext cx="2962706" cy="668152"/>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Select the placeholder, go to the tab </a:t>
              </a:r>
              <a:r>
                <a:rPr lang="en-GB" sz="1200" b="1" i="0" u="none" strike="noStrike" cap="none">
                  <a:solidFill>
                    <a:srgbClr val="000000"/>
                  </a:solidFill>
                  <a:latin typeface="Calibri"/>
                  <a:ea typeface="Calibri"/>
                  <a:cs typeface="Calibri"/>
                  <a:sym typeface="Calibri"/>
                </a:rPr>
                <a:t>‘Slidebuilder’</a:t>
              </a:r>
              <a:r>
                <a:rPr lang="en-GB" sz="1200" b="0" i="0" u="none" strike="noStrike" cap="none">
                  <a:solidFill>
                    <a:srgbClr val="000000"/>
                  </a:solidFill>
                  <a:latin typeface="Calibri"/>
                  <a:ea typeface="Calibri"/>
                  <a:cs typeface="Calibri"/>
                  <a:sym typeface="Calibri"/>
                </a:rPr>
                <a:t> and click on the button </a:t>
              </a:r>
              <a:r>
                <a:rPr lang="en-GB" sz="1200" b="1" i="0" u="none" strike="noStrike" cap="none">
                  <a:solidFill>
                    <a:srgbClr val="000000"/>
                  </a:solidFill>
                  <a:latin typeface="Calibri"/>
                  <a:ea typeface="Calibri"/>
                  <a:cs typeface="Calibri"/>
                  <a:sym typeface="Calibri"/>
                </a:rPr>
                <a:t>‘Images’</a:t>
              </a:r>
              <a:r>
                <a:rPr lang="en-GB" sz="1200" b="0" i="0" u="none" strike="noStrike" cap="none">
                  <a:solidFill>
                    <a:srgbClr val="000000"/>
                  </a:solidFill>
                  <a:latin typeface="Calibri"/>
                  <a:ea typeface="Calibri"/>
                  <a:cs typeface="Calibri"/>
                  <a:sym typeface="Calibri"/>
                </a:rPr>
                <a:t>.</a:t>
              </a:r>
              <a:endParaRPr sz="1200" b="0" i="0" u="none" strike="noStrike" cap="none">
                <a:solidFill>
                  <a:srgbClr val="000000"/>
                </a:solidFill>
                <a:latin typeface="Calibri"/>
                <a:ea typeface="Calibri"/>
                <a:cs typeface="Calibri"/>
                <a:sym typeface="Calibri"/>
              </a:endParaRPr>
            </a:p>
          </p:txBody>
        </p:sp>
        <p:sp>
          <p:nvSpPr>
            <p:cNvPr id="2439" name="Google Shape;2439;p102"/>
            <p:cNvSpPr/>
            <p:nvPr/>
          </p:nvSpPr>
          <p:spPr>
            <a:xfrm>
              <a:off x="-3603587" y="26339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440" name="Google Shape;2440;p102"/>
            <p:cNvSpPr/>
            <p:nvPr/>
          </p:nvSpPr>
          <p:spPr>
            <a:xfrm>
              <a:off x="-3319416" y="2633936"/>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2441" name="Google Shape;2441;p102"/>
            <p:cNvSpPr/>
            <p:nvPr/>
          </p:nvSpPr>
          <p:spPr>
            <a:xfrm>
              <a:off x="-3603587" y="422636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442" name="Google Shape;2442;p102"/>
            <p:cNvSpPr/>
            <p:nvPr/>
          </p:nvSpPr>
          <p:spPr>
            <a:xfrm>
              <a:off x="-3319416" y="4226366"/>
              <a:ext cx="2944683" cy="820954"/>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image, go to the tab </a:t>
              </a:r>
              <a:r>
                <a:rPr lang="en-GB" sz="1200" b="1" i="0" u="none" strike="noStrike" cap="none">
                  <a:solidFill>
                    <a:srgbClr val="000000"/>
                  </a:solidFill>
                  <a:latin typeface="Calibri"/>
                  <a:ea typeface="Calibri"/>
                  <a:cs typeface="Calibri"/>
                  <a:sym typeface="Calibri"/>
                </a:rPr>
                <a:t>‘Picture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image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image frame with the brackets.</a:t>
              </a:r>
              <a:endParaRPr/>
            </a:p>
          </p:txBody>
        </p:sp>
        <p:sp>
          <p:nvSpPr>
            <p:cNvPr id="2443" name="Google Shape;2443;p102"/>
            <p:cNvSpPr/>
            <p:nvPr/>
          </p:nvSpPr>
          <p:spPr>
            <a:xfrm>
              <a:off x="-3316836" y="3200265"/>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2444" name="Google Shape;2444;p102"/>
            <p:cNvGrpSpPr/>
            <p:nvPr/>
          </p:nvGrpSpPr>
          <p:grpSpPr>
            <a:xfrm>
              <a:off x="-2485819" y="3479783"/>
              <a:ext cx="1222990" cy="563933"/>
              <a:chOff x="-2485819" y="3399207"/>
              <a:chExt cx="1222990" cy="563933"/>
            </a:xfrm>
          </p:grpSpPr>
          <p:sp>
            <p:nvSpPr>
              <p:cNvPr id="2445" name="Google Shape;2445;p102"/>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46" name="Google Shape;2446;p102"/>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447" name="Google Shape;2447;p102"/>
              <p:cNvGrpSpPr/>
              <p:nvPr/>
            </p:nvGrpSpPr>
            <p:grpSpPr>
              <a:xfrm>
                <a:off x="-2403869" y="3460544"/>
                <a:ext cx="155951" cy="131922"/>
                <a:chOff x="12968836" y="3354170"/>
                <a:chExt cx="404806" cy="342433"/>
              </a:xfrm>
            </p:grpSpPr>
            <p:sp>
              <p:nvSpPr>
                <p:cNvPr id="2448" name="Google Shape;2448;p102"/>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49" name="Google Shape;2449;p102"/>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50" name="Google Shape;2450;p102"/>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51" name="Google Shape;2451;p102"/>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52" name="Google Shape;2452;p102"/>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53" name="Google Shape;2453;p102"/>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454" name="Google Shape;2454;p102"/>
              <p:cNvGrpSpPr/>
              <p:nvPr/>
            </p:nvGrpSpPr>
            <p:grpSpPr>
              <a:xfrm>
                <a:off x="-2463904" y="3680944"/>
                <a:ext cx="207219" cy="237490"/>
                <a:chOff x="12835752" y="3926551"/>
                <a:chExt cx="537889" cy="616458"/>
              </a:xfrm>
            </p:grpSpPr>
            <p:grpSp>
              <p:nvGrpSpPr>
                <p:cNvPr id="2455" name="Google Shape;2455;p102"/>
                <p:cNvGrpSpPr/>
                <p:nvPr/>
              </p:nvGrpSpPr>
              <p:grpSpPr>
                <a:xfrm>
                  <a:off x="13000382" y="4006891"/>
                  <a:ext cx="373259" cy="315747"/>
                  <a:chOff x="12968836" y="3354170"/>
                  <a:chExt cx="404806" cy="342433"/>
                </a:xfrm>
              </p:grpSpPr>
              <p:sp>
                <p:nvSpPr>
                  <p:cNvPr id="2456" name="Google Shape;2456;p102"/>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57" name="Google Shape;2457;p102"/>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58" name="Google Shape;2458;p102"/>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59" name="Google Shape;2459;p102"/>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60" name="Google Shape;2460;p102"/>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61" name="Google Shape;2461;p102"/>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462" name="Google Shape;2462;p102"/>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2463" name="Google Shape;2463;p102"/>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2464" name="Google Shape;2464;p102"/>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2465" name="Google Shape;2465;p102"/>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2466" name="Google Shape;2466;p102"/>
            <p:cNvGrpSpPr/>
            <p:nvPr/>
          </p:nvGrpSpPr>
          <p:grpSpPr>
            <a:xfrm>
              <a:off x="-3786165" y="5680652"/>
              <a:ext cx="3693386" cy="959696"/>
              <a:chOff x="-3786437" y="6163468"/>
              <a:chExt cx="3693386" cy="959696"/>
            </a:xfrm>
          </p:grpSpPr>
          <p:sp>
            <p:nvSpPr>
              <p:cNvPr id="2467" name="Google Shape;2467;p102"/>
              <p:cNvSpPr/>
              <p:nvPr/>
            </p:nvSpPr>
            <p:spPr>
              <a:xfrm>
                <a:off x="-3786437" y="6295164"/>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468" name="Google Shape;2468;p102"/>
              <p:cNvGrpSpPr/>
              <p:nvPr/>
            </p:nvGrpSpPr>
            <p:grpSpPr>
              <a:xfrm>
                <a:off x="-376736" y="6163468"/>
                <a:ext cx="283685" cy="283685"/>
                <a:chOff x="-510741" y="5913713"/>
                <a:chExt cx="267555" cy="267555"/>
              </a:xfrm>
            </p:grpSpPr>
            <p:sp>
              <p:nvSpPr>
                <p:cNvPr id="2469" name="Google Shape;2469;p102"/>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470" name="Google Shape;2470;p102"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471" name="Google Shape;2471;p102"/>
              <p:cNvGrpSpPr/>
              <p:nvPr/>
            </p:nvGrpSpPr>
            <p:grpSpPr>
              <a:xfrm>
                <a:off x="-938434" y="6420818"/>
                <a:ext cx="627798" cy="576693"/>
                <a:chOff x="-938434" y="4570310"/>
                <a:chExt cx="627798" cy="576693"/>
              </a:xfrm>
            </p:grpSpPr>
            <p:grpSp>
              <p:nvGrpSpPr>
                <p:cNvPr id="2472" name="Google Shape;2472;p102"/>
                <p:cNvGrpSpPr/>
                <p:nvPr/>
              </p:nvGrpSpPr>
              <p:grpSpPr>
                <a:xfrm>
                  <a:off x="-716116" y="4570310"/>
                  <a:ext cx="169778" cy="242385"/>
                  <a:chOff x="4768" y="2783"/>
                  <a:chExt cx="788" cy="1125"/>
                </a:xfrm>
              </p:grpSpPr>
              <p:sp>
                <p:nvSpPr>
                  <p:cNvPr id="2473" name="Google Shape;2473;p102"/>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474" name="Google Shape;2474;p102"/>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475" name="Google Shape;2475;p102"/>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476" name="Google Shape;2476;p102"/>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477" name="Google Shape;2477;p102"/>
            <p:cNvGrpSpPr/>
            <p:nvPr/>
          </p:nvGrpSpPr>
          <p:grpSpPr>
            <a:xfrm>
              <a:off x="-3426806" y="5129582"/>
              <a:ext cx="514284" cy="506545"/>
              <a:chOff x="12617641" y="3403239"/>
              <a:chExt cx="752963" cy="741634"/>
            </a:xfrm>
          </p:grpSpPr>
          <p:grpSp>
            <p:nvGrpSpPr>
              <p:cNvPr id="2478" name="Google Shape;2478;p102"/>
              <p:cNvGrpSpPr/>
              <p:nvPr/>
            </p:nvGrpSpPr>
            <p:grpSpPr>
              <a:xfrm>
                <a:off x="12771530" y="3403239"/>
                <a:ext cx="467176" cy="448491"/>
                <a:chOff x="12782157" y="3403239"/>
                <a:chExt cx="467176" cy="448491"/>
              </a:xfrm>
            </p:grpSpPr>
            <p:grpSp>
              <p:nvGrpSpPr>
                <p:cNvPr id="2479" name="Google Shape;2479;p102"/>
                <p:cNvGrpSpPr/>
                <p:nvPr/>
              </p:nvGrpSpPr>
              <p:grpSpPr>
                <a:xfrm>
                  <a:off x="12782157" y="3403239"/>
                  <a:ext cx="412976" cy="396132"/>
                  <a:chOff x="13554906" y="3320109"/>
                  <a:chExt cx="443917" cy="425811"/>
                </a:xfrm>
              </p:grpSpPr>
              <p:grpSp>
                <p:nvGrpSpPr>
                  <p:cNvPr id="2480" name="Google Shape;2480;p102"/>
                  <p:cNvGrpSpPr/>
                  <p:nvPr/>
                </p:nvGrpSpPr>
                <p:grpSpPr>
                  <a:xfrm>
                    <a:off x="13554906" y="3320109"/>
                    <a:ext cx="443917" cy="425811"/>
                    <a:chOff x="12909684" y="1276143"/>
                    <a:chExt cx="443917" cy="425811"/>
                  </a:xfrm>
                </p:grpSpPr>
                <p:sp>
                  <p:nvSpPr>
                    <p:cNvPr id="2481" name="Google Shape;2481;p102"/>
                    <p:cNvSpPr/>
                    <p:nvPr/>
                  </p:nvSpPr>
                  <p:spPr>
                    <a:xfrm>
                      <a:off x="12909689"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82" name="Google Shape;2482;p102"/>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483" name="Google Shape;2483;p102"/>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2484" name="Google Shape;2484;p102"/>
                  <p:cNvPicPr preferRelativeResize="0"/>
                  <p:nvPr/>
                </p:nvPicPr>
                <p:blipFill rotWithShape="1">
                  <a:blip r:embed="rId3">
                    <a:alphaModFix/>
                  </a:blip>
                  <a:srcRect/>
                  <a:stretch/>
                </p:blipFill>
                <p:spPr>
                  <a:xfrm>
                    <a:off x="13567296" y="3424991"/>
                    <a:ext cx="173367" cy="140220"/>
                  </a:xfrm>
                  <a:prstGeom prst="rect">
                    <a:avLst/>
                  </a:prstGeom>
                  <a:noFill/>
                  <a:ln>
                    <a:noFill/>
                  </a:ln>
                </p:spPr>
              </p:pic>
              <p:pic>
                <p:nvPicPr>
                  <p:cNvPr id="2485" name="Google Shape;2485;p102"/>
                  <p:cNvPicPr preferRelativeResize="0"/>
                  <p:nvPr/>
                </p:nvPicPr>
                <p:blipFill rotWithShape="1">
                  <a:blip r:embed="rId3">
                    <a:alphaModFix/>
                  </a:blip>
                  <a:srcRect/>
                  <a:stretch/>
                </p:blipFill>
                <p:spPr>
                  <a:xfrm flipH="1">
                    <a:off x="13635599" y="3449265"/>
                    <a:ext cx="173367" cy="111424"/>
                  </a:xfrm>
                  <a:prstGeom prst="rect">
                    <a:avLst/>
                  </a:prstGeom>
                  <a:noFill/>
                  <a:ln>
                    <a:noFill/>
                  </a:ln>
                </p:spPr>
              </p:pic>
            </p:grpSp>
            <p:grpSp>
              <p:nvGrpSpPr>
                <p:cNvPr id="2486" name="Google Shape;2486;p102"/>
                <p:cNvGrpSpPr/>
                <p:nvPr/>
              </p:nvGrpSpPr>
              <p:grpSpPr>
                <a:xfrm>
                  <a:off x="13103513" y="3705268"/>
                  <a:ext cx="145820" cy="146462"/>
                  <a:chOff x="13096169" y="3602278"/>
                  <a:chExt cx="145820" cy="146462"/>
                </a:xfrm>
              </p:grpSpPr>
              <p:sp>
                <p:nvSpPr>
                  <p:cNvPr id="2487" name="Google Shape;2487;p102"/>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88" name="Google Shape;2488;p102"/>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489" name="Google Shape;2489;p102"/>
                <p:cNvGrpSpPr/>
                <p:nvPr/>
              </p:nvGrpSpPr>
              <p:grpSpPr>
                <a:xfrm rot="10800000">
                  <a:off x="13061402" y="3665637"/>
                  <a:ext cx="145820" cy="146462"/>
                  <a:chOff x="13096169" y="3602278"/>
                  <a:chExt cx="145820" cy="146462"/>
                </a:xfrm>
              </p:grpSpPr>
              <p:sp>
                <p:nvSpPr>
                  <p:cNvPr id="2490" name="Google Shape;2490;p102"/>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491" name="Google Shape;2491;p102"/>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2492" name="Google Shape;2492;p102"/>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2493" name="Google Shape;2493;p102"/>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494" name="Google Shape;2494;p102"/>
            <p:cNvSpPr/>
            <p:nvPr/>
          </p:nvSpPr>
          <p:spPr>
            <a:xfrm>
              <a:off x="-3603587" y="18111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495" name="Google Shape;2495;p102"/>
            <p:cNvSpPr/>
            <p:nvPr/>
          </p:nvSpPr>
          <p:spPr>
            <a:xfrm>
              <a:off x="-3319415" y="1811185"/>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category and image</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sp>
          <p:nvSpPr>
            <p:cNvPr id="2496" name="Google Shape;2496;p102"/>
            <p:cNvSpPr/>
            <p:nvPr/>
          </p:nvSpPr>
          <p:spPr>
            <a:xfrm>
              <a:off x="-3319415" y="2245760"/>
              <a:ext cx="825500" cy="209550"/>
            </a:xfrm>
            <a:prstGeom prst="rect">
              <a:avLst/>
            </a:prstGeom>
            <a:solidFill>
              <a:srgbClr val="1FF524"/>
            </a:soli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1000" b="1">
                  <a:solidFill>
                    <a:srgbClr val="211F26"/>
                  </a:solidFill>
                  <a:latin typeface="Calibri"/>
                  <a:ea typeface="Calibri"/>
                  <a:cs typeface="Calibri"/>
                  <a:sym typeface="Calibri"/>
                </a:rPr>
                <a:t>Insert</a:t>
              </a:r>
              <a:endParaRPr/>
            </a:p>
          </p:txBody>
        </p:sp>
        <p:grpSp>
          <p:nvGrpSpPr>
            <p:cNvPr id="2497" name="Google Shape;2497;p102"/>
            <p:cNvGrpSpPr/>
            <p:nvPr/>
          </p:nvGrpSpPr>
          <p:grpSpPr>
            <a:xfrm>
              <a:off x="-3365484" y="1226982"/>
              <a:ext cx="446937" cy="406485"/>
              <a:chOff x="-3563526" y="1409294"/>
              <a:chExt cx="354190" cy="322133"/>
            </a:xfrm>
          </p:grpSpPr>
          <p:grpSp>
            <p:nvGrpSpPr>
              <p:cNvPr id="2498" name="Google Shape;2498;p102"/>
              <p:cNvGrpSpPr/>
              <p:nvPr/>
            </p:nvGrpSpPr>
            <p:grpSpPr>
              <a:xfrm>
                <a:off x="-3499992" y="1409294"/>
                <a:ext cx="225195" cy="195499"/>
                <a:chOff x="8987389" y="1361199"/>
                <a:chExt cx="2200275" cy="1914525"/>
              </a:xfrm>
            </p:grpSpPr>
            <p:sp>
              <p:nvSpPr>
                <p:cNvPr id="2499" name="Google Shape;2499;p102"/>
                <p:cNvSpPr/>
                <p:nvPr/>
              </p:nvSpPr>
              <p:spPr>
                <a:xfrm>
                  <a:off x="9363620" y="1831738"/>
                  <a:ext cx="371477" cy="371472"/>
                </a:xfrm>
                <a:custGeom>
                  <a:avLst/>
                  <a:gdLst/>
                  <a:ahLst/>
                  <a:cxnLst/>
                  <a:rect l="l" t="t" r="r" b="b"/>
                  <a:pathLst>
                    <a:path w="371475" h="371475"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nvGrpSpPr>
                <p:cNvPr id="2500" name="Google Shape;2500;p102"/>
                <p:cNvGrpSpPr/>
                <p:nvPr/>
              </p:nvGrpSpPr>
              <p:grpSpPr>
                <a:xfrm>
                  <a:off x="8987389" y="1361199"/>
                  <a:ext cx="2200275" cy="1914525"/>
                  <a:chOff x="8987389" y="1361199"/>
                  <a:chExt cx="2200275" cy="1914525"/>
                </a:xfrm>
              </p:grpSpPr>
              <p:sp>
                <p:nvSpPr>
                  <p:cNvPr id="2501" name="Google Shape;2501;p102"/>
                  <p:cNvSpPr/>
                  <p:nvPr/>
                </p:nvSpPr>
                <p:spPr>
                  <a:xfrm>
                    <a:off x="8987389" y="1361199"/>
                    <a:ext cx="2200275" cy="1914525"/>
                  </a:xfrm>
                  <a:custGeom>
                    <a:avLst/>
                    <a:gdLst/>
                    <a:ahLst/>
                    <a:cxnLst/>
                    <a:rect l="l" t="t" r="r" b="b"/>
                    <a:pathLst>
                      <a:path w="2200275" h="1914525"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sp>
                <p:nvSpPr>
                  <p:cNvPr id="2502" name="Google Shape;2502;p102"/>
                  <p:cNvSpPr/>
                  <p:nvPr/>
                </p:nvSpPr>
                <p:spPr>
                  <a:xfrm>
                    <a:off x="9362668" y="1953652"/>
                    <a:ext cx="1438273" cy="885828"/>
                  </a:xfrm>
                  <a:custGeom>
                    <a:avLst/>
                    <a:gdLst/>
                    <a:ahLst/>
                    <a:cxnLst/>
                    <a:rect l="l" t="t" r="r" b="b"/>
                    <a:pathLst>
                      <a:path w="1438275" h="885825"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7200">
                      <a:solidFill>
                        <a:srgbClr val="211F26"/>
                      </a:solidFill>
                      <a:latin typeface="Arial"/>
                      <a:ea typeface="Arial"/>
                      <a:cs typeface="Arial"/>
                      <a:sym typeface="Arial"/>
                    </a:endParaRPr>
                  </a:p>
                </p:txBody>
              </p:sp>
            </p:grpSp>
          </p:grpSp>
          <p:sp>
            <p:nvSpPr>
              <p:cNvPr id="2503" name="Google Shape;2503;p102"/>
              <p:cNvSpPr txBox="1"/>
              <p:nvPr/>
            </p:nvSpPr>
            <p:spPr>
              <a:xfrm>
                <a:off x="-3563526" y="1617700"/>
                <a:ext cx="354190" cy="113727"/>
              </a:xfrm>
              <a:prstGeom prst="rect">
                <a:avLst/>
              </a:prstGeom>
              <a:noFill/>
              <a:ln>
                <a:noFill/>
              </a:ln>
            </p:spPr>
            <p:txBody>
              <a:bodyPr spcFirstLastPara="1" wrap="square" lIns="0" tIns="18000" rIns="0" bIns="0" anchor="t"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Images</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ext + graph">
  <p:cSld name="Text + graph">
    <p:spTree>
      <p:nvGrpSpPr>
        <p:cNvPr id="1" name="Shape 2504"/>
        <p:cNvGrpSpPr/>
        <p:nvPr/>
      </p:nvGrpSpPr>
      <p:grpSpPr>
        <a:xfrm>
          <a:off x="0" y="0"/>
          <a:ext cx="0" cy="0"/>
          <a:chOff x="0" y="0"/>
          <a:chExt cx="0" cy="0"/>
        </a:xfrm>
      </p:grpSpPr>
      <p:sp>
        <p:nvSpPr>
          <p:cNvPr id="2505" name="Google Shape;2505;p103"/>
          <p:cNvSpPr/>
          <p:nvPr/>
        </p:nvSpPr>
        <p:spPr>
          <a:xfrm>
            <a:off x="0" y="0"/>
            <a:ext cx="5374665" cy="68580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506" name="Google Shape;2506;p103"/>
          <p:cNvSpPr txBox="1">
            <a:spLocks noGrp="1"/>
          </p:cNvSpPr>
          <p:nvPr>
            <p:ph type="title"/>
          </p:nvPr>
        </p:nvSpPr>
        <p:spPr>
          <a:xfrm>
            <a:off x="718666" y="722455"/>
            <a:ext cx="3937333" cy="322156"/>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dk2"/>
              </a:buClr>
              <a:buSzPts val="36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7" name="Google Shape;2507;p103"/>
          <p:cNvSpPr>
            <a:spLocks noGrp="1"/>
          </p:cNvSpPr>
          <p:nvPr>
            <p:ph type="chart" idx="2"/>
          </p:nvPr>
        </p:nvSpPr>
        <p:spPr>
          <a:xfrm>
            <a:off x="6093331" y="722455"/>
            <a:ext cx="5378669" cy="5278295"/>
          </a:xfrm>
          <a:prstGeom prst="rect">
            <a:avLst/>
          </a:prstGeom>
          <a:solidFill>
            <a:srgbClr val="F2F2F2"/>
          </a:solidFill>
          <a:ln>
            <a:noFill/>
          </a:ln>
        </p:spPr>
        <p:txBody>
          <a:bodyPr spcFirstLastPara="1" wrap="square" lIns="0" tIns="0" rIns="0" bIns="1260000" anchor="ctr" anchorCtr="0">
            <a:noAutofit/>
          </a:bodyPr>
          <a:lstStyle>
            <a:lvl1pPr marR="0" lvl="0" algn="ctr" rtl="0">
              <a:lnSpc>
                <a:spcPct val="100000"/>
              </a:lnSpc>
              <a:spcBef>
                <a:spcPts val="0"/>
              </a:spcBef>
              <a:spcAft>
                <a:spcPts val="0"/>
              </a:spcAft>
              <a:buClr>
                <a:schemeClr val="accent1"/>
              </a:buClr>
              <a:buSzPts val="1440"/>
              <a:buFont typeface="Arial"/>
              <a:buNone/>
              <a:defRPr sz="1200" b="0" i="1" u="none" strike="noStrike" cap="none">
                <a:solidFill>
                  <a:srgbClr val="7F7F7F"/>
                </a:solidFill>
                <a:latin typeface="Arial"/>
                <a:ea typeface="Arial"/>
                <a:cs typeface="Arial"/>
                <a:sym typeface="Arial"/>
              </a:defRPr>
            </a:lvl1pPr>
            <a:lvl2pPr marR="0" lvl="1" algn="l" rtl="0">
              <a:lnSpc>
                <a:spcPct val="90000"/>
              </a:lnSpc>
              <a:spcBef>
                <a:spcPts val="600"/>
              </a:spcBef>
              <a:spcAft>
                <a:spcPts val="0"/>
              </a:spcAft>
              <a:buClr>
                <a:schemeClr val="accent1"/>
              </a:buClr>
              <a:buSzPts val="2400"/>
              <a:buFont typeface="Arial"/>
              <a:buChar char="•"/>
              <a:defRPr sz="2000" b="0" i="0" u="none" strike="noStrike" cap="none">
                <a:solidFill>
                  <a:schemeClr val="dk2"/>
                </a:solidFill>
                <a:latin typeface="Arial"/>
                <a:ea typeface="Arial"/>
                <a:cs typeface="Arial"/>
                <a:sym typeface="Arial"/>
              </a:defRPr>
            </a:lvl2pPr>
            <a:lvl3pPr marR="0" lvl="2" algn="l" rtl="0">
              <a:lnSpc>
                <a:spcPct val="90000"/>
              </a:lnSpc>
              <a:spcBef>
                <a:spcPts val="600"/>
              </a:spcBef>
              <a:spcAft>
                <a:spcPts val="0"/>
              </a:spcAft>
              <a:buClr>
                <a:schemeClr val="accent3"/>
              </a:buClr>
              <a:buSzPts val="2000"/>
              <a:buFont typeface="Quattrocento Sans"/>
              <a:buNone/>
              <a:defRPr sz="2000" b="0" i="0" u="none" strike="noStrike" cap="none">
                <a:solidFill>
                  <a:schemeClr val="dk2"/>
                </a:solidFill>
                <a:latin typeface="Arial"/>
                <a:ea typeface="Arial"/>
                <a:cs typeface="Arial"/>
                <a:sym typeface="Arial"/>
              </a:defRPr>
            </a:lvl3pPr>
            <a:lvl4pPr marR="0" lvl="3" algn="l" rtl="0">
              <a:lnSpc>
                <a:spcPct val="90000"/>
              </a:lnSpc>
              <a:spcBef>
                <a:spcPts val="600"/>
              </a:spcBef>
              <a:spcAft>
                <a:spcPts val="0"/>
              </a:spcAft>
              <a:buClr>
                <a:schemeClr val="dk2"/>
              </a:buClr>
              <a:buSzPts val="3600"/>
              <a:buFont typeface="Arial"/>
              <a:buNone/>
              <a:defRPr sz="3600" b="1" i="0" u="none" strike="noStrike" cap="none">
                <a:solidFill>
                  <a:schemeClr val="dk2"/>
                </a:solidFill>
                <a:latin typeface="Arial"/>
                <a:ea typeface="Arial"/>
                <a:cs typeface="Arial"/>
                <a:sym typeface="Arial"/>
              </a:defRPr>
            </a:lvl4pPr>
            <a:lvl5pPr marR="0" lvl="4" algn="l" rtl="0">
              <a:lnSpc>
                <a:spcPct val="90000"/>
              </a:lnSpc>
              <a:spcBef>
                <a:spcPts val="600"/>
              </a:spcBef>
              <a:spcAft>
                <a:spcPts val="0"/>
              </a:spcAft>
              <a:buClr>
                <a:schemeClr val="accent1"/>
              </a:buClr>
              <a:buSzPts val="2400"/>
              <a:buFont typeface="Arial"/>
              <a:buNone/>
              <a:defRPr sz="2400" b="0" i="0" u="none" strike="noStrike" cap="none">
                <a:solidFill>
                  <a:schemeClr val="accent1"/>
                </a:solidFill>
                <a:latin typeface="Arial"/>
                <a:ea typeface="Arial"/>
                <a:cs typeface="Arial"/>
                <a:sym typeface="Arial"/>
              </a:defRPr>
            </a:lvl5pPr>
            <a:lvl6pPr marR="0" lvl="5" algn="l" rtl="0">
              <a:lnSpc>
                <a:spcPct val="90000"/>
              </a:lnSpc>
              <a:spcBef>
                <a:spcPts val="6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600"/>
              </a:spcBef>
              <a:spcAft>
                <a:spcPts val="0"/>
              </a:spcAft>
              <a:buClr>
                <a:schemeClr val="accent1"/>
              </a:buClr>
              <a:buSzPts val="2000"/>
              <a:buFont typeface="Arial"/>
              <a:buAutoNum type="arabicPeriod"/>
              <a:defRPr sz="2000" b="0" i="0" u="none" strike="noStrike" cap="none">
                <a:solidFill>
                  <a:schemeClr val="dk1"/>
                </a:solidFill>
                <a:latin typeface="Arial"/>
                <a:ea typeface="Arial"/>
                <a:cs typeface="Arial"/>
                <a:sym typeface="Arial"/>
              </a:defRPr>
            </a:lvl7pPr>
            <a:lvl8pPr marR="0" lvl="7" algn="l" rtl="0">
              <a:lnSpc>
                <a:spcPct val="90000"/>
              </a:lnSpc>
              <a:spcBef>
                <a:spcPts val="600"/>
              </a:spcBef>
              <a:spcAft>
                <a:spcPts val="0"/>
              </a:spcAft>
              <a:buClr>
                <a:schemeClr val="accent1"/>
              </a:buClr>
              <a:buSzPts val="2000"/>
              <a:buFont typeface="Arial"/>
              <a:buAutoNum type="alphaLcPeriod"/>
              <a:defRPr sz="2000" b="0" i="0" u="none" strike="noStrike" cap="none">
                <a:solidFill>
                  <a:schemeClr val="dk1"/>
                </a:solidFill>
                <a:latin typeface="Arial"/>
                <a:ea typeface="Arial"/>
                <a:cs typeface="Arial"/>
                <a:sym typeface="Arial"/>
              </a:defRPr>
            </a:lvl8pPr>
            <a:lvl9pPr marR="0" lvl="8" algn="l" rtl="0">
              <a:lnSpc>
                <a:spcPct val="90000"/>
              </a:lnSpc>
              <a:spcBef>
                <a:spcPts val="600"/>
              </a:spcBef>
              <a:spcAft>
                <a:spcPts val="600"/>
              </a:spcAft>
              <a:buClr>
                <a:schemeClr val="accent1"/>
              </a:buClr>
              <a:buSzPts val="1600"/>
              <a:buFont typeface="Arial"/>
              <a:buNone/>
              <a:defRPr sz="1600" b="0" i="1" u="none" strike="noStrike" cap="none">
                <a:solidFill>
                  <a:schemeClr val="dk1"/>
                </a:solidFill>
                <a:latin typeface="Arial"/>
                <a:ea typeface="Arial"/>
                <a:cs typeface="Arial"/>
                <a:sym typeface="Arial"/>
              </a:defRPr>
            </a:lvl9pPr>
          </a:lstStyle>
          <a:p>
            <a:endParaRPr/>
          </a:p>
        </p:txBody>
      </p:sp>
      <p:sp>
        <p:nvSpPr>
          <p:cNvPr id="2508" name="Google Shape;2508;p103"/>
          <p:cNvSpPr/>
          <p:nvPr/>
        </p:nvSpPr>
        <p:spPr>
          <a:xfrm>
            <a:off x="0" y="-441330"/>
            <a:ext cx="1361463"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Text + graph</a:t>
            </a:r>
            <a:endParaRPr/>
          </a:p>
        </p:txBody>
      </p:sp>
      <p:sp>
        <p:nvSpPr>
          <p:cNvPr id="2509" name="Google Shape;2509;p103"/>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0" name="Google Shape;2510;p103"/>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2511" name="Google Shape;2511;p103"/>
          <p:cNvSpPr txBox="1">
            <a:spLocks noGrp="1"/>
          </p:cNvSpPr>
          <p:nvPr>
            <p:ph type="body" idx="1"/>
          </p:nvPr>
        </p:nvSpPr>
        <p:spPr>
          <a:xfrm>
            <a:off x="718666" y="1569104"/>
            <a:ext cx="3937333"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dk2"/>
              </a:buClr>
              <a:buSzPts val="3600"/>
              <a:buNone/>
              <a:defRPr>
                <a:solidFill>
                  <a:schemeClr val="dk2"/>
                </a:solidFill>
              </a:defRPr>
            </a:lvl4pPr>
            <a:lvl5pPr marL="2286000" lvl="4" indent="-228600" algn="l">
              <a:lnSpc>
                <a:spcPct val="90000"/>
              </a:lnSpc>
              <a:spcBef>
                <a:spcPts val="600"/>
              </a:spcBef>
              <a:spcAft>
                <a:spcPts val="0"/>
              </a:spcAft>
              <a:buClr>
                <a:schemeClr val="dk2"/>
              </a:buClr>
              <a:buSzPts val="2400"/>
              <a:buNone/>
              <a:defRPr b="0">
                <a:solidFill>
                  <a:schemeClr val="dk2"/>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grpSp>
        <p:nvGrpSpPr>
          <p:cNvPr id="2512" name="Google Shape;2512;p103"/>
          <p:cNvGrpSpPr/>
          <p:nvPr/>
        </p:nvGrpSpPr>
        <p:grpSpPr>
          <a:xfrm>
            <a:off x="721079" y="6216736"/>
            <a:ext cx="961200" cy="381600"/>
            <a:chOff x="2807303" y="2354764"/>
            <a:chExt cx="944974" cy="368527"/>
          </a:xfrm>
        </p:grpSpPr>
        <p:sp>
          <p:nvSpPr>
            <p:cNvPr id="2513" name="Google Shape;2513;p103"/>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4" name="Google Shape;2514;p103"/>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5" name="Google Shape;2515;p103"/>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6" name="Google Shape;2516;p103"/>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7" name="Google Shape;2517;p103"/>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8" name="Google Shape;2518;p103"/>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19" name="Google Shape;2519;p103"/>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20" name="Google Shape;2520;p103"/>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521" name="Google Shape;2521;p103"/>
          <p:cNvGrpSpPr/>
          <p:nvPr/>
        </p:nvGrpSpPr>
        <p:grpSpPr>
          <a:xfrm>
            <a:off x="-3786437" y="0"/>
            <a:ext cx="3693386" cy="5359349"/>
            <a:chOff x="-3786437" y="0"/>
            <a:chExt cx="3693386" cy="5359349"/>
          </a:xfrm>
        </p:grpSpPr>
        <p:sp>
          <p:nvSpPr>
            <p:cNvPr id="2522" name="Google Shape;2522;p103"/>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2523" name="Google Shape;2523;p103"/>
            <p:cNvSpPr/>
            <p:nvPr/>
          </p:nvSpPr>
          <p:spPr>
            <a:xfrm>
              <a:off x="-3786165" y="1707400"/>
              <a:ext cx="3593091" cy="2836018"/>
            </a:xfrm>
            <a:prstGeom prst="rect">
              <a:avLst/>
            </a:prstGeom>
            <a:solidFill>
              <a:schemeClr val="accent1"/>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2524" name="Google Shape;2524;p103"/>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2525" name="Google Shape;2525;p103"/>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2526" name="Google Shape;2526;p103"/>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2527" name="Google Shape;2527;p103"/>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2528" name="Google Shape;2528;p103"/>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2529" name="Google Shape;2529;p103"/>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2530" name="Google Shape;2530;p103"/>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531" name="Google Shape;2531;p103"/>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2532" name="Google Shape;2532;p103"/>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2533" name="Google Shape;2533;p103"/>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2534" name="Google Shape;2534;p103"/>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dk1"/>
                  </a:solidFill>
                  <a:latin typeface="Arial"/>
                  <a:ea typeface="Arial"/>
                  <a:cs typeface="Arial"/>
                  <a:sym typeface="Arial"/>
                </a:rPr>
                <a:t>Subtitle</a:t>
              </a:r>
              <a:endParaRPr/>
            </a:p>
          </p:txBody>
        </p:sp>
        <p:sp>
          <p:nvSpPr>
            <p:cNvPr id="2535" name="Google Shape;2535;p103"/>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2536" name="Google Shape;2536;p103"/>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2537" name="Google Shape;2537;p103"/>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2538" name="Google Shape;2538;p103"/>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2539" name="Google Shape;2539;p103"/>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2540" name="Google Shape;2540;p103"/>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2541" name="Google Shape;2541;p103"/>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2542" name="Google Shape;2542;p103"/>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543" name="Google Shape;2543;p103"/>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544" name="Google Shape;2544;p103"/>
            <p:cNvGrpSpPr/>
            <p:nvPr/>
          </p:nvGrpSpPr>
          <p:grpSpPr>
            <a:xfrm>
              <a:off x="-376736" y="4400186"/>
              <a:ext cx="283685" cy="283685"/>
              <a:chOff x="-510741" y="5913713"/>
              <a:chExt cx="267555" cy="267555"/>
            </a:xfrm>
          </p:grpSpPr>
          <p:sp>
            <p:nvSpPr>
              <p:cNvPr id="2545" name="Google Shape;2545;p103"/>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546" name="Google Shape;2546;p103"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547" name="Google Shape;2547;p103"/>
            <p:cNvGrpSpPr/>
            <p:nvPr/>
          </p:nvGrpSpPr>
          <p:grpSpPr>
            <a:xfrm>
              <a:off x="-3605171" y="458674"/>
              <a:ext cx="3234311" cy="558875"/>
              <a:chOff x="-3605171" y="458674"/>
              <a:chExt cx="3234311" cy="558875"/>
            </a:xfrm>
          </p:grpSpPr>
          <p:sp>
            <p:nvSpPr>
              <p:cNvPr id="2548" name="Google Shape;2548;p103"/>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2549" name="Google Shape;2549;p103"/>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550" name="Google Shape;2550;p103"/>
              <p:cNvGrpSpPr/>
              <p:nvPr/>
            </p:nvGrpSpPr>
            <p:grpSpPr>
              <a:xfrm>
                <a:off x="-3386247" y="830871"/>
                <a:ext cx="139423" cy="109566"/>
                <a:chOff x="-2866744" y="827071"/>
                <a:chExt cx="168701" cy="132575"/>
              </a:xfrm>
            </p:grpSpPr>
            <p:grpSp>
              <p:nvGrpSpPr>
                <p:cNvPr id="2551" name="Google Shape;2551;p103"/>
                <p:cNvGrpSpPr/>
                <p:nvPr/>
              </p:nvGrpSpPr>
              <p:grpSpPr>
                <a:xfrm>
                  <a:off x="-2866744" y="827071"/>
                  <a:ext cx="168701" cy="132575"/>
                  <a:chOff x="-2866744" y="827071"/>
                  <a:chExt cx="168701" cy="132575"/>
                </a:xfrm>
              </p:grpSpPr>
              <p:cxnSp>
                <p:nvCxnSpPr>
                  <p:cNvPr id="2552" name="Google Shape;2552;p103"/>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53" name="Google Shape;2553;p103"/>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54" name="Google Shape;2554;p103"/>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55" name="Google Shape;2555;p103"/>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56" name="Google Shape;2556;p103"/>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557" name="Google Shape;2557;p103"/>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558" name="Google Shape;2558;p103"/>
              <p:cNvGrpSpPr/>
              <p:nvPr/>
            </p:nvGrpSpPr>
            <p:grpSpPr>
              <a:xfrm>
                <a:off x="-3605171" y="830871"/>
                <a:ext cx="139423" cy="109566"/>
                <a:chOff x="-2866744" y="518074"/>
                <a:chExt cx="168701" cy="132575"/>
              </a:xfrm>
            </p:grpSpPr>
            <p:grpSp>
              <p:nvGrpSpPr>
                <p:cNvPr id="2559" name="Google Shape;2559;p103"/>
                <p:cNvGrpSpPr/>
                <p:nvPr/>
              </p:nvGrpSpPr>
              <p:grpSpPr>
                <a:xfrm>
                  <a:off x="-2866744" y="518074"/>
                  <a:ext cx="168701" cy="132575"/>
                  <a:chOff x="-2866744" y="518074"/>
                  <a:chExt cx="168701" cy="132575"/>
                </a:xfrm>
              </p:grpSpPr>
              <p:cxnSp>
                <p:nvCxnSpPr>
                  <p:cNvPr id="2560" name="Google Shape;2560;p103"/>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61" name="Google Shape;2561;p103"/>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62" name="Google Shape;2562;p103"/>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63" name="Google Shape;2563;p103"/>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64" name="Google Shape;2564;p103"/>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565" name="Google Shape;2565;p103"/>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2566" name="Google Shape;2566;p103"/>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2567" name="Google Shape;2567;p103"/>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2568" name="Google Shape;2568;p103"/>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2569" name="Google Shape;2569;p103"/>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2570" name="Google Shape;2570;p103"/>
              <p:cNvGrpSpPr/>
              <p:nvPr/>
            </p:nvGrpSpPr>
            <p:grpSpPr>
              <a:xfrm>
                <a:off x="-2916763" y="769168"/>
                <a:ext cx="268738" cy="248381"/>
                <a:chOff x="-2916763" y="769168"/>
                <a:chExt cx="268738" cy="248381"/>
              </a:xfrm>
            </p:grpSpPr>
            <p:sp>
              <p:nvSpPr>
                <p:cNvPr id="2571" name="Google Shape;2571;p103"/>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572" name="Google Shape;2572;p103"/>
                <p:cNvGrpSpPr/>
                <p:nvPr/>
              </p:nvGrpSpPr>
              <p:grpSpPr>
                <a:xfrm>
                  <a:off x="-2866744" y="827071"/>
                  <a:ext cx="168701" cy="132575"/>
                  <a:chOff x="-2866744" y="827071"/>
                  <a:chExt cx="168701" cy="132575"/>
                </a:xfrm>
              </p:grpSpPr>
              <p:cxnSp>
                <p:nvCxnSpPr>
                  <p:cNvPr id="2573" name="Google Shape;2573;p103"/>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74" name="Google Shape;2574;p103"/>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75" name="Google Shape;2575;p103"/>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76" name="Google Shape;2576;p103"/>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77" name="Google Shape;2577;p103"/>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578" name="Google Shape;2578;p103"/>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579" name="Google Shape;2579;p103"/>
              <p:cNvGrpSpPr/>
              <p:nvPr/>
            </p:nvGrpSpPr>
            <p:grpSpPr>
              <a:xfrm>
                <a:off x="-2916763" y="460171"/>
                <a:ext cx="268738" cy="248381"/>
                <a:chOff x="-2916763" y="460171"/>
                <a:chExt cx="268738" cy="248381"/>
              </a:xfrm>
            </p:grpSpPr>
            <p:sp>
              <p:nvSpPr>
                <p:cNvPr id="2580" name="Google Shape;2580;p103"/>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581" name="Google Shape;2581;p103"/>
                <p:cNvGrpSpPr/>
                <p:nvPr/>
              </p:nvGrpSpPr>
              <p:grpSpPr>
                <a:xfrm>
                  <a:off x="-2866744" y="518074"/>
                  <a:ext cx="168701" cy="132575"/>
                  <a:chOff x="-2866744" y="518074"/>
                  <a:chExt cx="168701" cy="132575"/>
                </a:xfrm>
              </p:grpSpPr>
              <p:cxnSp>
                <p:nvCxnSpPr>
                  <p:cNvPr id="2582" name="Google Shape;2582;p103"/>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83" name="Google Shape;2583;p103"/>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84" name="Google Shape;2584;p103"/>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85" name="Google Shape;2585;p103"/>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586" name="Google Shape;2586;p103"/>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587" name="Google Shape;2587;p103"/>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2588" name="Google Shape;2588;p103"/>
            <p:cNvGrpSpPr/>
            <p:nvPr/>
          </p:nvGrpSpPr>
          <p:grpSpPr>
            <a:xfrm>
              <a:off x="-938434" y="4663037"/>
              <a:ext cx="627798" cy="576693"/>
              <a:chOff x="-1753862" y="6112775"/>
              <a:chExt cx="759635" cy="697798"/>
            </a:xfrm>
          </p:grpSpPr>
          <p:grpSp>
            <p:nvGrpSpPr>
              <p:cNvPr id="2589" name="Google Shape;2589;p103"/>
              <p:cNvGrpSpPr/>
              <p:nvPr/>
            </p:nvGrpSpPr>
            <p:grpSpPr>
              <a:xfrm>
                <a:off x="-1484858" y="6112775"/>
                <a:ext cx="205431" cy="293286"/>
                <a:chOff x="4768" y="2783"/>
                <a:chExt cx="788" cy="1125"/>
              </a:xfrm>
            </p:grpSpPr>
            <p:sp>
              <p:nvSpPr>
                <p:cNvPr id="2590" name="Google Shape;2590;p103"/>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591" name="Google Shape;2591;p103"/>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592" name="Google Shape;2592;p103"/>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593" name="Google Shape;2593;p103"/>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594" name="Google Shape;2594;p103"/>
          <p:cNvGrpSpPr/>
          <p:nvPr/>
        </p:nvGrpSpPr>
        <p:grpSpPr>
          <a:xfrm>
            <a:off x="12377595" y="2"/>
            <a:ext cx="3693386" cy="5715919"/>
            <a:chOff x="-3786437" y="2"/>
            <a:chExt cx="3693386" cy="5715919"/>
          </a:xfrm>
        </p:grpSpPr>
        <p:grpSp>
          <p:nvGrpSpPr>
            <p:cNvPr id="2595" name="Google Shape;2595;p103"/>
            <p:cNvGrpSpPr/>
            <p:nvPr/>
          </p:nvGrpSpPr>
          <p:grpSpPr>
            <a:xfrm>
              <a:off x="-3786437" y="3234716"/>
              <a:ext cx="3693386" cy="2481205"/>
              <a:chOff x="-3786437" y="3234716"/>
              <a:chExt cx="3693386" cy="2481205"/>
            </a:xfrm>
          </p:grpSpPr>
          <p:sp>
            <p:nvSpPr>
              <p:cNvPr id="2596" name="Google Shape;2596;p103"/>
              <p:cNvSpPr/>
              <p:nvPr/>
            </p:nvSpPr>
            <p:spPr>
              <a:xfrm>
                <a:off x="-3786165" y="3234716"/>
                <a:ext cx="3593091" cy="184934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EDIT CHART DATA</a:t>
                </a:r>
                <a:endParaRPr/>
              </a:p>
            </p:txBody>
          </p:sp>
          <p:sp>
            <p:nvSpPr>
              <p:cNvPr id="2597" name="Google Shape;2597;p103"/>
              <p:cNvSpPr/>
              <p:nvPr/>
            </p:nvSpPr>
            <p:spPr>
              <a:xfrm>
                <a:off x="-3603587" y="369931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598" name="Google Shape;2598;p103"/>
              <p:cNvSpPr/>
              <p:nvPr/>
            </p:nvSpPr>
            <p:spPr>
              <a:xfrm>
                <a:off x="-3319415" y="3699315"/>
                <a:ext cx="2944682" cy="32768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chart</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choose </a:t>
                </a:r>
                <a:r>
                  <a:rPr lang="en-GB" sz="1200" b="1" i="0" u="none" strike="noStrike" cap="none">
                    <a:solidFill>
                      <a:srgbClr val="000000"/>
                    </a:solidFill>
                    <a:latin typeface="Calibri"/>
                    <a:ea typeface="Calibri"/>
                    <a:cs typeface="Calibri"/>
                    <a:sym typeface="Calibri"/>
                  </a:rPr>
                  <a:t>‘Edit data’</a:t>
                </a:r>
                <a:r>
                  <a:rPr lang="en-GB" sz="1200" b="0" i="0" u="none" strike="noStrike" cap="none">
                    <a:solidFill>
                      <a:srgbClr val="000000"/>
                    </a:solidFill>
                    <a:latin typeface="Calibri"/>
                    <a:ea typeface="Calibri"/>
                    <a:cs typeface="Calibri"/>
                    <a:sym typeface="Calibri"/>
                  </a:rPr>
                  <a:t>.</a:t>
                </a:r>
                <a:endParaRPr/>
              </a:p>
            </p:txBody>
          </p:sp>
          <p:grpSp>
            <p:nvGrpSpPr>
              <p:cNvPr id="2599" name="Google Shape;2599;p103"/>
              <p:cNvGrpSpPr/>
              <p:nvPr/>
            </p:nvGrpSpPr>
            <p:grpSpPr>
              <a:xfrm>
                <a:off x="-3314821" y="4139107"/>
                <a:ext cx="1495189" cy="563933"/>
                <a:chOff x="-3314821" y="3310415"/>
                <a:chExt cx="1495189" cy="563933"/>
              </a:xfrm>
            </p:grpSpPr>
            <p:sp>
              <p:nvSpPr>
                <p:cNvPr id="2600" name="Google Shape;2600;p103"/>
                <p:cNvSpPr/>
                <p:nvPr/>
              </p:nvSpPr>
              <p:spPr>
                <a:xfrm>
                  <a:off x="-3314821" y="3310415"/>
                  <a:ext cx="1403797" cy="504851"/>
                </a:xfrm>
                <a:prstGeom prst="rect">
                  <a:avLst/>
                </a:prstGeom>
                <a:solidFill>
                  <a:srgbClr val="FFFFFF"/>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601" name="Google Shape;2601;p103"/>
                <p:cNvSpPr/>
                <p:nvPr/>
              </p:nvSpPr>
              <p:spPr>
                <a:xfrm>
                  <a:off x="-3304719" y="3564140"/>
                  <a:ext cx="1387813" cy="246608"/>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602" name="Google Shape;2602;p103"/>
                <p:cNvSpPr txBox="1"/>
                <p:nvPr/>
              </p:nvSpPr>
              <p:spPr>
                <a:xfrm>
                  <a:off x="-3122115" y="3369117"/>
                  <a:ext cx="1258624" cy="13749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Change chart type</a:t>
                  </a:r>
                  <a:endParaRPr/>
                </a:p>
              </p:txBody>
            </p:sp>
            <p:sp>
              <p:nvSpPr>
                <p:cNvPr id="2603" name="Google Shape;2603;p103"/>
                <p:cNvSpPr txBox="1"/>
                <p:nvPr/>
              </p:nvSpPr>
              <p:spPr>
                <a:xfrm>
                  <a:off x="-3115840" y="3624236"/>
                  <a:ext cx="1296208"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Edit data</a:t>
                  </a:r>
                  <a:endParaRPr/>
                </a:p>
              </p:txBody>
            </p:sp>
            <p:sp>
              <p:nvSpPr>
                <p:cNvPr id="2604" name="Google Shape;2604;p103"/>
                <p:cNvSpPr/>
                <p:nvPr/>
              </p:nvSpPr>
              <p:spPr>
                <a:xfrm>
                  <a:off x="-1959834" y="3694348"/>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nvGrpSpPr>
                <p:cNvPr id="2605" name="Google Shape;2605;p103"/>
                <p:cNvGrpSpPr/>
                <p:nvPr/>
              </p:nvGrpSpPr>
              <p:grpSpPr>
                <a:xfrm>
                  <a:off x="-3261976" y="3361742"/>
                  <a:ext cx="139861" cy="152244"/>
                  <a:chOff x="12574450" y="6053892"/>
                  <a:chExt cx="169232" cy="184215"/>
                </a:xfrm>
              </p:grpSpPr>
              <p:sp>
                <p:nvSpPr>
                  <p:cNvPr id="2606" name="Google Shape;2606;p103"/>
                  <p:cNvSpPr/>
                  <p:nvPr/>
                </p:nvSpPr>
                <p:spPr>
                  <a:xfrm>
                    <a:off x="12574450" y="6111529"/>
                    <a:ext cx="46293" cy="126577"/>
                  </a:xfrm>
                  <a:prstGeom prst="rect">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2607" name="Google Shape;2607;p103"/>
                  <p:cNvSpPr/>
                  <p:nvPr/>
                </p:nvSpPr>
                <p:spPr>
                  <a:xfrm>
                    <a:off x="12635427" y="6053892"/>
                    <a:ext cx="46293" cy="184215"/>
                  </a:xfrm>
                  <a:prstGeom prst="rect">
                    <a:avLst/>
                  </a:prstGeom>
                  <a:solidFill>
                    <a:srgbClr val="EDC8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2608" name="Google Shape;2608;p103"/>
                  <p:cNvSpPr/>
                  <p:nvPr/>
                </p:nvSpPr>
                <p:spPr>
                  <a:xfrm>
                    <a:off x="12697389" y="6094907"/>
                    <a:ext cx="46293" cy="143200"/>
                  </a:xfrm>
                  <a:prstGeom prst="rect">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609" name="Google Shape;2609;p103"/>
                <p:cNvGrpSpPr/>
                <p:nvPr/>
              </p:nvGrpSpPr>
              <p:grpSpPr>
                <a:xfrm>
                  <a:off x="-3261070" y="3635199"/>
                  <a:ext cx="160688" cy="145484"/>
                  <a:chOff x="-3261070" y="3620931"/>
                  <a:chExt cx="184486" cy="167031"/>
                </a:xfrm>
              </p:grpSpPr>
              <p:sp>
                <p:nvSpPr>
                  <p:cNvPr id="2610" name="Google Shape;2610;p103"/>
                  <p:cNvSpPr/>
                  <p:nvPr/>
                </p:nvSpPr>
                <p:spPr>
                  <a:xfrm>
                    <a:off x="-3261070" y="3643881"/>
                    <a:ext cx="142985" cy="9520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nvGrpSpPr>
                  <p:cNvPr id="2611" name="Google Shape;2611;p103"/>
                  <p:cNvGrpSpPr/>
                  <p:nvPr/>
                </p:nvGrpSpPr>
                <p:grpSpPr>
                  <a:xfrm>
                    <a:off x="-3261070" y="3622063"/>
                    <a:ext cx="141113" cy="117345"/>
                    <a:chOff x="1094874" y="-878306"/>
                    <a:chExt cx="867364" cy="613611"/>
                  </a:xfrm>
                </p:grpSpPr>
                <p:cxnSp>
                  <p:nvCxnSpPr>
                    <p:cNvPr id="2612" name="Google Shape;2612;p103"/>
                    <p:cNvCxnSpPr/>
                    <p:nvPr/>
                  </p:nvCxnSpPr>
                  <p:spPr>
                    <a:xfrm>
                      <a:off x="1094874" y="-878305"/>
                      <a:ext cx="0" cy="613610"/>
                    </a:xfrm>
                    <a:prstGeom prst="straightConnector1">
                      <a:avLst/>
                    </a:prstGeom>
                    <a:noFill/>
                    <a:ln w="9525" cap="flat" cmpd="sng">
                      <a:solidFill>
                        <a:srgbClr val="818181"/>
                      </a:solidFill>
                      <a:prstDash val="solid"/>
                      <a:miter lim="800000"/>
                      <a:headEnd type="none" w="sm" len="sm"/>
                      <a:tailEnd type="none" w="sm" len="sm"/>
                    </a:ln>
                  </p:spPr>
                </p:cxnSp>
                <p:cxnSp>
                  <p:nvCxnSpPr>
                    <p:cNvPr id="2613" name="Google Shape;2613;p103"/>
                    <p:cNvCxnSpPr/>
                    <p:nvPr/>
                  </p:nvCxnSpPr>
                  <p:spPr>
                    <a:xfrm>
                      <a:off x="1962238" y="-878306"/>
                      <a:ext cx="0" cy="613611"/>
                    </a:xfrm>
                    <a:prstGeom prst="straightConnector1">
                      <a:avLst/>
                    </a:prstGeom>
                    <a:noFill/>
                    <a:ln w="9525" cap="flat" cmpd="sng">
                      <a:solidFill>
                        <a:srgbClr val="818181"/>
                      </a:solidFill>
                      <a:prstDash val="solid"/>
                      <a:miter lim="800000"/>
                      <a:headEnd type="none" w="sm" len="sm"/>
                      <a:tailEnd type="none" w="sm" len="sm"/>
                    </a:ln>
                  </p:spPr>
                </p:cxnSp>
                <p:grpSp>
                  <p:nvGrpSpPr>
                    <p:cNvPr id="2614" name="Google Shape;2614;p103"/>
                    <p:cNvGrpSpPr/>
                    <p:nvPr/>
                  </p:nvGrpSpPr>
                  <p:grpSpPr>
                    <a:xfrm>
                      <a:off x="1270535" y="-878306"/>
                      <a:ext cx="526983" cy="613611"/>
                      <a:chOff x="1270535" y="-745959"/>
                      <a:chExt cx="526983" cy="481264"/>
                    </a:xfrm>
                  </p:grpSpPr>
                  <p:cxnSp>
                    <p:nvCxnSpPr>
                      <p:cNvPr id="2615" name="Google Shape;2615;p103"/>
                      <p:cNvCxnSpPr/>
                      <p:nvPr/>
                    </p:nvCxnSpPr>
                    <p:spPr>
                      <a:xfrm>
                        <a:off x="1446196" y="-745959"/>
                        <a:ext cx="0" cy="481264"/>
                      </a:xfrm>
                      <a:prstGeom prst="straightConnector1">
                        <a:avLst/>
                      </a:prstGeom>
                      <a:noFill/>
                      <a:ln w="9525" cap="flat" cmpd="sng">
                        <a:solidFill>
                          <a:srgbClr val="818181"/>
                        </a:solidFill>
                        <a:prstDash val="solid"/>
                        <a:miter lim="800000"/>
                        <a:headEnd type="none" w="sm" len="sm"/>
                        <a:tailEnd type="none" w="sm" len="sm"/>
                      </a:ln>
                    </p:spPr>
                  </p:cxnSp>
                  <p:cxnSp>
                    <p:nvCxnSpPr>
                      <p:cNvPr id="2616" name="Google Shape;2616;p103"/>
                      <p:cNvCxnSpPr/>
                      <p:nvPr/>
                    </p:nvCxnSpPr>
                    <p:spPr>
                      <a:xfrm>
                        <a:off x="1270535" y="-745959"/>
                        <a:ext cx="0" cy="481264"/>
                      </a:xfrm>
                      <a:prstGeom prst="straightConnector1">
                        <a:avLst/>
                      </a:prstGeom>
                      <a:noFill/>
                      <a:ln w="9525" cap="flat" cmpd="sng">
                        <a:solidFill>
                          <a:srgbClr val="818181"/>
                        </a:solidFill>
                        <a:prstDash val="solid"/>
                        <a:miter lim="800000"/>
                        <a:headEnd type="none" w="sm" len="sm"/>
                        <a:tailEnd type="none" w="sm" len="sm"/>
                      </a:ln>
                    </p:spPr>
                  </p:cxnSp>
                  <p:cxnSp>
                    <p:nvCxnSpPr>
                      <p:cNvPr id="2617" name="Google Shape;2617;p103"/>
                      <p:cNvCxnSpPr/>
                      <p:nvPr/>
                    </p:nvCxnSpPr>
                    <p:spPr>
                      <a:xfrm>
                        <a:off x="1621857" y="-745959"/>
                        <a:ext cx="0" cy="481264"/>
                      </a:xfrm>
                      <a:prstGeom prst="straightConnector1">
                        <a:avLst/>
                      </a:prstGeom>
                      <a:noFill/>
                      <a:ln w="9525" cap="flat" cmpd="sng">
                        <a:solidFill>
                          <a:srgbClr val="818181"/>
                        </a:solidFill>
                        <a:prstDash val="solid"/>
                        <a:miter lim="800000"/>
                        <a:headEnd type="none" w="sm" len="sm"/>
                        <a:tailEnd type="none" w="sm" len="sm"/>
                      </a:ln>
                    </p:spPr>
                  </p:cxnSp>
                  <p:cxnSp>
                    <p:nvCxnSpPr>
                      <p:cNvPr id="2618" name="Google Shape;2618;p103"/>
                      <p:cNvCxnSpPr/>
                      <p:nvPr/>
                    </p:nvCxnSpPr>
                    <p:spPr>
                      <a:xfrm>
                        <a:off x="1797518" y="-745959"/>
                        <a:ext cx="0" cy="481264"/>
                      </a:xfrm>
                      <a:prstGeom prst="straightConnector1">
                        <a:avLst/>
                      </a:prstGeom>
                      <a:noFill/>
                      <a:ln w="9525" cap="flat" cmpd="sng">
                        <a:solidFill>
                          <a:srgbClr val="818181"/>
                        </a:solidFill>
                        <a:prstDash val="solid"/>
                        <a:miter lim="800000"/>
                        <a:headEnd type="none" w="sm" len="sm"/>
                        <a:tailEnd type="none" w="sm" len="sm"/>
                      </a:ln>
                    </p:spPr>
                  </p:cxnSp>
                </p:grpSp>
              </p:grpSp>
              <p:cxnSp>
                <p:nvCxnSpPr>
                  <p:cNvPr id="2619" name="Google Shape;2619;p103"/>
                  <p:cNvCxnSpPr/>
                  <p:nvPr/>
                </p:nvCxnSpPr>
                <p:spPr>
                  <a:xfrm rot="10800000">
                    <a:off x="-3260471" y="3739408"/>
                    <a:ext cx="143329" cy="0"/>
                  </a:xfrm>
                  <a:prstGeom prst="straightConnector1">
                    <a:avLst/>
                  </a:prstGeom>
                  <a:noFill/>
                  <a:ln w="9525" cap="flat" cmpd="sng">
                    <a:solidFill>
                      <a:srgbClr val="818181"/>
                    </a:solidFill>
                    <a:prstDash val="solid"/>
                    <a:miter lim="800000"/>
                    <a:headEnd type="none" w="sm" len="sm"/>
                    <a:tailEnd type="none" w="sm" len="sm"/>
                  </a:ln>
                </p:spPr>
              </p:cxnSp>
              <p:cxnSp>
                <p:nvCxnSpPr>
                  <p:cNvPr id="2620" name="Google Shape;2620;p103"/>
                  <p:cNvCxnSpPr/>
                  <p:nvPr/>
                </p:nvCxnSpPr>
                <p:spPr>
                  <a:xfrm rot="10800000">
                    <a:off x="-3261070" y="3713352"/>
                    <a:ext cx="142893" cy="0"/>
                  </a:xfrm>
                  <a:prstGeom prst="straightConnector1">
                    <a:avLst/>
                  </a:prstGeom>
                  <a:noFill/>
                  <a:ln w="9525" cap="flat" cmpd="sng">
                    <a:solidFill>
                      <a:srgbClr val="818181"/>
                    </a:solidFill>
                    <a:prstDash val="solid"/>
                    <a:miter lim="800000"/>
                    <a:headEnd type="none" w="sm" len="sm"/>
                    <a:tailEnd type="none" w="sm" len="sm"/>
                  </a:ln>
                </p:spPr>
              </p:cxnSp>
              <p:cxnSp>
                <p:nvCxnSpPr>
                  <p:cNvPr id="2621" name="Google Shape;2621;p103"/>
                  <p:cNvCxnSpPr/>
                  <p:nvPr/>
                </p:nvCxnSpPr>
                <p:spPr>
                  <a:xfrm rot="10800000">
                    <a:off x="-3261070" y="3689677"/>
                    <a:ext cx="142893" cy="0"/>
                  </a:xfrm>
                  <a:prstGeom prst="straightConnector1">
                    <a:avLst/>
                  </a:prstGeom>
                  <a:noFill/>
                  <a:ln w="9525" cap="flat" cmpd="sng">
                    <a:solidFill>
                      <a:srgbClr val="818181"/>
                    </a:solidFill>
                    <a:prstDash val="solid"/>
                    <a:miter lim="800000"/>
                    <a:headEnd type="none" w="sm" len="sm"/>
                    <a:tailEnd type="none" w="sm" len="sm"/>
                  </a:ln>
                </p:spPr>
              </p:cxnSp>
              <p:cxnSp>
                <p:nvCxnSpPr>
                  <p:cNvPr id="2622" name="Google Shape;2622;p103"/>
                  <p:cNvCxnSpPr/>
                  <p:nvPr/>
                </p:nvCxnSpPr>
                <p:spPr>
                  <a:xfrm rot="10800000">
                    <a:off x="-3261070" y="3663621"/>
                    <a:ext cx="142893" cy="0"/>
                  </a:xfrm>
                  <a:prstGeom prst="straightConnector1">
                    <a:avLst/>
                  </a:prstGeom>
                  <a:noFill/>
                  <a:ln w="9525" cap="flat" cmpd="sng">
                    <a:solidFill>
                      <a:srgbClr val="818181"/>
                    </a:solidFill>
                    <a:prstDash val="solid"/>
                    <a:miter lim="800000"/>
                    <a:headEnd type="none" w="sm" len="sm"/>
                    <a:tailEnd type="none" w="sm" len="sm"/>
                  </a:ln>
                </p:spPr>
              </p:cxnSp>
              <p:sp>
                <p:nvSpPr>
                  <p:cNvPr id="2623" name="Google Shape;2623;p103"/>
                  <p:cNvSpPr/>
                  <p:nvPr/>
                </p:nvSpPr>
                <p:spPr>
                  <a:xfrm>
                    <a:off x="-3261070" y="3620931"/>
                    <a:ext cx="142893" cy="24910"/>
                  </a:xfrm>
                  <a:prstGeom prst="rect">
                    <a:avLst/>
                  </a:prstGeom>
                  <a:solidFill>
                    <a:srgbClr val="8181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nvGrpSpPr>
                  <p:cNvPr id="2624" name="Google Shape;2624;p103"/>
                  <p:cNvGrpSpPr/>
                  <p:nvPr/>
                </p:nvGrpSpPr>
                <p:grpSpPr>
                  <a:xfrm rot="2700000">
                    <a:off x="-3158000" y="3650045"/>
                    <a:ext cx="34350" cy="147351"/>
                    <a:chOff x="3148392" y="-836646"/>
                    <a:chExt cx="132124" cy="596095"/>
                  </a:xfrm>
                </p:grpSpPr>
                <p:sp>
                  <p:nvSpPr>
                    <p:cNvPr id="2625" name="Google Shape;2625;p103"/>
                    <p:cNvSpPr/>
                    <p:nvPr/>
                  </p:nvSpPr>
                  <p:spPr>
                    <a:xfrm>
                      <a:off x="3148632" y="-725510"/>
                      <a:ext cx="131884" cy="281356"/>
                    </a:xfrm>
                    <a:prstGeom prst="rect">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sp>
                  <p:nvSpPr>
                    <p:cNvPr id="2626" name="Google Shape;2626;p103"/>
                    <p:cNvSpPr/>
                    <p:nvPr/>
                  </p:nvSpPr>
                  <p:spPr>
                    <a:xfrm>
                      <a:off x="3148556" y="-836646"/>
                      <a:ext cx="131882" cy="87614"/>
                    </a:xfrm>
                    <a:prstGeom prst="round2SameRect">
                      <a:avLst>
                        <a:gd name="adj1" fmla="val 50000"/>
                        <a:gd name="adj2" fmla="val 0"/>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sp>
                  <p:nvSpPr>
                    <p:cNvPr id="2627" name="Google Shape;2627;p103"/>
                    <p:cNvSpPr/>
                    <p:nvPr/>
                  </p:nvSpPr>
                  <p:spPr>
                    <a:xfrm rot="10800000">
                      <a:off x="3148392" y="-420304"/>
                      <a:ext cx="131887" cy="179753"/>
                    </a:xfrm>
                    <a:prstGeom prst="triangle">
                      <a:avLst>
                        <a:gd name="adj" fmla="val 50000"/>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grpSp>
          </p:grpSp>
          <p:sp>
            <p:nvSpPr>
              <p:cNvPr id="2628" name="Google Shape;2628;p103"/>
              <p:cNvSpPr/>
              <p:nvPr/>
            </p:nvSpPr>
            <p:spPr>
              <a:xfrm>
                <a:off x="-3786437" y="4887921"/>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629" name="Google Shape;2629;p103"/>
              <p:cNvGrpSpPr/>
              <p:nvPr/>
            </p:nvGrpSpPr>
            <p:grpSpPr>
              <a:xfrm>
                <a:off x="-376736" y="4751903"/>
                <a:ext cx="283685" cy="283685"/>
                <a:chOff x="-510741" y="5913713"/>
                <a:chExt cx="267555" cy="267555"/>
              </a:xfrm>
            </p:grpSpPr>
            <p:sp>
              <p:nvSpPr>
                <p:cNvPr id="2630" name="Google Shape;2630;p103"/>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631" name="Google Shape;2631;p103"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632" name="Google Shape;2632;p103"/>
              <p:cNvGrpSpPr/>
              <p:nvPr/>
            </p:nvGrpSpPr>
            <p:grpSpPr>
              <a:xfrm>
                <a:off x="-938434" y="5025298"/>
                <a:ext cx="627798" cy="576693"/>
                <a:chOff x="-938434" y="4570310"/>
                <a:chExt cx="627798" cy="576693"/>
              </a:xfrm>
            </p:grpSpPr>
            <p:grpSp>
              <p:nvGrpSpPr>
                <p:cNvPr id="2633" name="Google Shape;2633;p103"/>
                <p:cNvGrpSpPr/>
                <p:nvPr/>
              </p:nvGrpSpPr>
              <p:grpSpPr>
                <a:xfrm>
                  <a:off x="-716116" y="4570310"/>
                  <a:ext cx="169778" cy="242385"/>
                  <a:chOff x="4768" y="2783"/>
                  <a:chExt cx="788" cy="1125"/>
                </a:xfrm>
              </p:grpSpPr>
              <p:sp>
                <p:nvSpPr>
                  <p:cNvPr id="2634" name="Google Shape;2634;p103"/>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635" name="Google Shape;2635;p103"/>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636" name="Google Shape;2636;p103"/>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637" name="Google Shape;2637;p103"/>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grpSp>
          <p:nvGrpSpPr>
            <p:cNvPr id="2638" name="Google Shape;2638;p103"/>
            <p:cNvGrpSpPr/>
            <p:nvPr/>
          </p:nvGrpSpPr>
          <p:grpSpPr>
            <a:xfrm>
              <a:off x="-3786165" y="2"/>
              <a:ext cx="3593091" cy="3041230"/>
              <a:chOff x="-3786165" y="2"/>
              <a:chExt cx="3593091" cy="3041230"/>
            </a:xfrm>
          </p:grpSpPr>
          <p:sp>
            <p:nvSpPr>
              <p:cNvPr id="2639" name="Google Shape;2639;p103"/>
              <p:cNvSpPr/>
              <p:nvPr/>
            </p:nvSpPr>
            <p:spPr>
              <a:xfrm>
                <a:off x="-3786165" y="2"/>
                <a:ext cx="3593091" cy="304123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FORMAT CHART</a:t>
                </a:r>
                <a:endParaRPr/>
              </a:p>
            </p:txBody>
          </p:sp>
          <p:sp>
            <p:nvSpPr>
              <p:cNvPr id="2640" name="Google Shape;2640;p103"/>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641" name="Google Shape;2641;p103"/>
              <p:cNvSpPr/>
              <p:nvPr/>
            </p:nvSpPr>
            <p:spPr>
              <a:xfrm>
                <a:off x="-3319415" y="465324"/>
                <a:ext cx="2944682" cy="49001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When you want to change the lay-out of the chart, select the preferred part of the chart and go to the tab </a:t>
                </a:r>
                <a:r>
                  <a:rPr lang="en-GB" sz="1200" b="1" i="0" u="none" strike="noStrike" cap="none">
                    <a:solidFill>
                      <a:srgbClr val="000000"/>
                    </a:solidFill>
                    <a:latin typeface="Calibri"/>
                    <a:ea typeface="Calibri"/>
                    <a:cs typeface="Calibri"/>
                    <a:sym typeface="Calibri"/>
                  </a:rPr>
                  <a:t>‘Format’.</a:t>
                </a:r>
                <a:endParaRPr sz="1200" b="0" i="0" u="none" strike="noStrike" cap="none">
                  <a:solidFill>
                    <a:srgbClr val="000000"/>
                  </a:solidFill>
                  <a:latin typeface="Calibri"/>
                  <a:ea typeface="Calibri"/>
                  <a:cs typeface="Calibri"/>
                  <a:sym typeface="Calibri"/>
                </a:endParaRPr>
              </a:p>
            </p:txBody>
          </p:sp>
          <p:sp>
            <p:nvSpPr>
              <p:cNvPr id="2642" name="Google Shape;2642;p103"/>
              <p:cNvSpPr/>
              <p:nvPr/>
            </p:nvSpPr>
            <p:spPr>
              <a:xfrm>
                <a:off x="-3603587" y="14936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643" name="Google Shape;2643;p103"/>
              <p:cNvSpPr/>
              <p:nvPr/>
            </p:nvSpPr>
            <p:spPr>
              <a:xfrm>
                <a:off x="-3319415" y="1493636"/>
                <a:ext cx="2944682" cy="65805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You can change the settings of the axes and data series by clicking on them with the right mouse button. Choose </a:t>
                </a:r>
                <a:r>
                  <a:rPr lang="en-GB" sz="1200" b="1" i="0" u="none" strike="noStrike" cap="none">
                    <a:solidFill>
                      <a:srgbClr val="000000"/>
                    </a:solidFill>
                    <a:latin typeface="Calibri"/>
                    <a:ea typeface="Calibri"/>
                    <a:cs typeface="Calibri"/>
                    <a:sym typeface="Calibri"/>
                  </a:rPr>
                  <a:t>‘Format Axis’</a:t>
                </a:r>
                <a:r>
                  <a:rPr lang="en-GB" sz="1200" b="0" i="0" u="none" strike="noStrike" cap="none">
                    <a:solidFill>
                      <a:srgbClr val="000000"/>
                    </a:solidFill>
                    <a:latin typeface="Calibri"/>
                    <a:ea typeface="Calibri"/>
                    <a:cs typeface="Calibri"/>
                    <a:sym typeface="Calibri"/>
                  </a:rPr>
                  <a:t> or </a:t>
                </a:r>
                <a:r>
                  <a:rPr lang="en-GB" sz="1200" b="1" i="0" u="none" strike="noStrike" cap="none">
                    <a:solidFill>
                      <a:srgbClr val="000000"/>
                    </a:solidFill>
                    <a:latin typeface="Calibri"/>
                    <a:ea typeface="Calibri"/>
                    <a:cs typeface="Calibri"/>
                    <a:sym typeface="Calibri"/>
                  </a:rPr>
                  <a:t>‘Format Data Series’</a:t>
                </a:r>
                <a:r>
                  <a:rPr lang="en-GB" sz="1200" b="0" i="0" u="none" strike="noStrike" cap="none">
                    <a:solidFill>
                      <a:srgbClr val="000000"/>
                    </a:solidFill>
                    <a:latin typeface="Calibri"/>
                    <a:ea typeface="Calibri"/>
                    <a:cs typeface="Calibri"/>
                    <a:sym typeface="Calibri"/>
                  </a:rPr>
                  <a:t>.</a:t>
                </a:r>
                <a:endParaRPr/>
              </a:p>
            </p:txBody>
          </p:sp>
          <p:grpSp>
            <p:nvGrpSpPr>
              <p:cNvPr id="2644" name="Google Shape;2644;p103"/>
              <p:cNvGrpSpPr/>
              <p:nvPr/>
            </p:nvGrpSpPr>
            <p:grpSpPr>
              <a:xfrm>
                <a:off x="-3312582" y="1060763"/>
                <a:ext cx="576000" cy="246597"/>
                <a:chOff x="-3303310" y="1024128"/>
                <a:chExt cx="576000" cy="246597"/>
              </a:xfrm>
            </p:grpSpPr>
            <p:sp>
              <p:nvSpPr>
                <p:cNvPr id="2645" name="Google Shape;2645;p103"/>
                <p:cNvSpPr/>
                <p:nvPr/>
              </p:nvSpPr>
              <p:spPr>
                <a:xfrm>
                  <a:off x="-3303310" y="1024128"/>
                  <a:ext cx="576000" cy="215451"/>
                </a:xfrm>
                <a:prstGeom prst="rect">
                  <a:avLst/>
                </a:prstGeom>
                <a:solidFill>
                  <a:srgbClr val="F8F8F8"/>
                </a:solidFill>
                <a:ln w="9525" cap="flat" cmpd="sng">
                  <a:solidFill>
                    <a:srgbClr val="F2F2F2"/>
                  </a:solidFill>
                  <a:prstDash val="solid"/>
                  <a:miter lim="800000"/>
                  <a:headEnd type="none" w="sm" len="sm"/>
                  <a:tailEnd type="none" w="sm" len="sm"/>
                </a:ln>
              </p:spPr>
              <p:txBody>
                <a:bodyPr spcFirstLastPara="1" wrap="square" lIns="0" tIns="18000" rIns="0" bIns="0" anchor="t" anchorCtr="0">
                  <a:noAutofit/>
                </a:bodyPr>
                <a:lstStyle/>
                <a:p>
                  <a:pPr marL="0" marR="0" lvl="0" indent="0" algn="ctr" rtl="0">
                    <a:spcBef>
                      <a:spcPts val="0"/>
                    </a:spcBef>
                    <a:spcAft>
                      <a:spcPts val="0"/>
                    </a:spcAft>
                    <a:buNone/>
                  </a:pPr>
                  <a:r>
                    <a:rPr lang="en-GB" sz="1050" b="1">
                      <a:solidFill>
                        <a:srgbClr val="B74629"/>
                      </a:solidFill>
                      <a:latin typeface="Calibri"/>
                      <a:ea typeface="Calibri"/>
                      <a:cs typeface="Calibri"/>
                      <a:sym typeface="Calibri"/>
                    </a:rPr>
                    <a:t>Format</a:t>
                  </a:r>
                  <a:endParaRPr/>
                </a:p>
              </p:txBody>
            </p:sp>
            <p:sp>
              <p:nvSpPr>
                <p:cNvPr id="2646" name="Google Shape;2646;p103"/>
                <p:cNvSpPr/>
                <p:nvPr/>
              </p:nvSpPr>
              <p:spPr>
                <a:xfrm>
                  <a:off x="-3303310" y="1243554"/>
                  <a:ext cx="576000"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647" name="Google Shape;2647;p103"/>
              <p:cNvGrpSpPr/>
              <p:nvPr/>
            </p:nvGrpSpPr>
            <p:grpSpPr>
              <a:xfrm>
                <a:off x="-3314821" y="2257494"/>
                <a:ext cx="1377262" cy="591693"/>
                <a:chOff x="-3314821" y="2421532"/>
                <a:chExt cx="1377262" cy="591693"/>
              </a:xfrm>
            </p:grpSpPr>
            <p:sp>
              <p:nvSpPr>
                <p:cNvPr id="2648" name="Google Shape;2648;p103"/>
                <p:cNvSpPr/>
                <p:nvPr/>
              </p:nvSpPr>
              <p:spPr>
                <a:xfrm>
                  <a:off x="-3314821" y="2421532"/>
                  <a:ext cx="1360375" cy="504851"/>
                </a:xfrm>
                <a:prstGeom prst="rect">
                  <a:avLst/>
                </a:prstGeom>
                <a:solidFill>
                  <a:srgbClr val="FFFFFF"/>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649" name="Google Shape;2649;p103"/>
                <p:cNvSpPr/>
                <p:nvPr/>
              </p:nvSpPr>
              <p:spPr>
                <a:xfrm>
                  <a:off x="-3304719" y="2675257"/>
                  <a:ext cx="1344885" cy="246608"/>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650" name="Google Shape;2650;p103"/>
                <p:cNvSpPr txBox="1"/>
                <p:nvPr/>
              </p:nvSpPr>
              <p:spPr>
                <a:xfrm>
                  <a:off x="-3122115" y="2480234"/>
                  <a:ext cx="1116000" cy="13749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Add Trendline</a:t>
                  </a:r>
                  <a:endParaRPr/>
                </a:p>
              </p:txBody>
            </p:sp>
            <p:sp>
              <p:nvSpPr>
                <p:cNvPr id="2651" name="Google Shape;2651;p103"/>
                <p:cNvSpPr txBox="1"/>
                <p:nvPr/>
              </p:nvSpPr>
              <p:spPr>
                <a:xfrm>
                  <a:off x="-3115841" y="2753263"/>
                  <a:ext cx="1116000" cy="10850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Format Data Series</a:t>
                  </a:r>
                  <a:endParaRPr/>
                </a:p>
              </p:txBody>
            </p:sp>
            <p:sp>
              <p:nvSpPr>
                <p:cNvPr id="2652" name="Google Shape;2652;p103"/>
                <p:cNvSpPr/>
                <p:nvPr/>
              </p:nvSpPr>
              <p:spPr>
                <a:xfrm>
                  <a:off x="-2035121" y="2833225"/>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nvGrpSpPr>
                <p:cNvPr id="2653" name="Google Shape;2653;p103"/>
                <p:cNvGrpSpPr/>
                <p:nvPr/>
              </p:nvGrpSpPr>
              <p:grpSpPr>
                <a:xfrm>
                  <a:off x="-3280188" y="2718400"/>
                  <a:ext cx="269062" cy="277404"/>
                  <a:chOff x="-3280188" y="2713782"/>
                  <a:chExt cx="269062" cy="277404"/>
                </a:xfrm>
              </p:grpSpPr>
              <p:sp>
                <p:nvSpPr>
                  <p:cNvPr id="2654" name="Google Shape;2654;p103"/>
                  <p:cNvSpPr/>
                  <p:nvPr/>
                </p:nvSpPr>
                <p:spPr>
                  <a:xfrm>
                    <a:off x="-3245249" y="2761416"/>
                    <a:ext cx="43200" cy="104609"/>
                  </a:xfrm>
                  <a:prstGeom prst="rect">
                    <a:avLst/>
                  </a:prstGeom>
                  <a:solidFill>
                    <a:srgbClr val="4D82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2655" name="Google Shape;2655;p103"/>
                  <p:cNvSpPr/>
                  <p:nvPr/>
                </p:nvSpPr>
                <p:spPr>
                  <a:xfrm>
                    <a:off x="-3199591" y="2713782"/>
                    <a:ext cx="43200" cy="152244"/>
                  </a:xfrm>
                  <a:prstGeom prst="rect">
                    <a:avLst/>
                  </a:prstGeom>
                  <a:solidFill>
                    <a:srgbClr val="EDC87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2656" name="Google Shape;2656;p103"/>
                  <p:cNvSpPr/>
                  <p:nvPr/>
                </p:nvSpPr>
                <p:spPr>
                  <a:xfrm>
                    <a:off x="-3152134" y="2747679"/>
                    <a:ext cx="43200" cy="118347"/>
                  </a:xfrm>
                  <a:prstGeom prst="rect">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000">
                      <a:solidFill>
                        <a:srgbClr val="211F26"/>
                      </a:solidFill>
                      <a:latin typeface="Calibri"/>
                      <a:ea typeface="Calibri"/>
                      <a:cs typeface="Calibri"/>
                      <a:sym typeface="Calibri"/>
                    </a:endParaRPr>
                  </a:p>
                </p:txBody>
              </p:sp>
              <p:sp>
                <p:nvSpPr>
                  <p:cNvPr id="2657" name="Google Shape;2657;p103"/>
                  <p:cNvSpPr/>
                  <p:nvPr/>
                </p:nvSpPr>
                <p:spPr>
                  <a:xfrm rot="-1868052">
                    <a:off x="-3258488" y="2796616"/>
                    <a:ext cx="225663" cy="146804"/>
                  </a:xfrm>
                  <a:custGeom>
                    <a:avLst/>
                    <a:gdLst/>
                    <a:ahLst/>
                    <a:cxnLst/>
                    <a:rect l="l" t="t" r="r" b="b"/>
                    <a:pathLst>
                      <a:path w="225663" h="146804" extrusionOk="0">
                        <a:moveTo>
                          <a:pt x="13407" y="11860"/>
                        </a:moveTo>
                        <a:lnTo>
                          <a:pt x="225663" y="0"/>
                        </a:lnTo>
                        <a:lnTo>
                          <a:pt x="160746" y="146804"/>
                        </a:lnTo>
                        <a:lnTo>
                          <a:pt x="0" y="50836"/>
                        </a:lnTo>
                        <a:lnTo>
                          <a:pt x="13407" y="11860"/>
                        </a:lnTo>
                        <a:close/>
                      </a:path>
                    </a:pathLst>
                  </a:cu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658" name="Google Shape;2658;p103"/>
                <p:cNvGrpSpPr/>
                <p:nvPr/>
              </p:nvGrpSpPr>
              <p:grpSpPr>
                <a:xfrm>
                  <a:off x="-3223453" y="2766797"/>
                  <a:ext cx="150066" cy="128120"/>
                  <a:chOff x="-2616295" y="2879881"/>
                  <a:chExt cx="330773" cy="287997"/>
                </a:xfrm>
              </p:grpSpPr>
              <p:sp>
                <p:nvSpPr>
                  <p:cNvPr id="2659" name="Google Shape;2659;p103"/>
                  <p:cNvSpPr/>
                  <p:nvPr/>
                </p:nvSpPr>
                <p:spPr>
                  <a:xfrm rot="513866">
                    <a:off x="-2465317" y="2891109"/>
                    <a:ext cx="165795" cy="200435"/>
                  </a:xfrm>
                  <a:custGeom>
                    <a:avLst/>
                    <a:gdLst/>
                    <a:ahLst/>
                    <a:cxnLst/>
                    <a:rect l="l" t="t" r="r" b="b"/>
                    <a:pathLst>
                      <a:path w="165794" h="200436" extrusionOk="0">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cap="flat" cmpd="sng">
                    <a:solidFill>
                      <a:srgbClr val="3F3E3C"/>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sp>
                <p:nvSpPr>
                  <p:cNvPr id="2660" name="Google Shape;2660;p103"/>
                  <p:cNvSpPr/>
                  <p:nvPr/>
                </p:nvSpPr>
                <p:spPr>
                  <a:xfrm rot="513866">
                    <a:off x="-2608640" y="3034770"/>
                    <a:ext cx="207309" cy="118332"/>
                  </a:xfrm>
                  <a:custGeom>
                    <a:avLst/>
                    <a:gdLst/>
                    <a:ahLst/>
                    <a:cxnLst/>
                    <a:rect l="l" t="t" r="r" b="b"/>
                    <a:pathLst>
                      <a:path w="117808" h="67245" extrusionOk="0">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cap="flat" cmpd="sng">
                    <a:solidFill>
                      <a:srgbClr val="307EBD"/>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ext + table">
  <p:cSld name="Text + table">
    <p:spTree>
      <p:nvGrpSpPr>
        <p:cNvPr id="1" name="Shape 2661"/>
        <p:cNvGrpSpPr/>
        <p:nvPr/>
      </p:nvGrpSpPr>
      <p:grpSpPr>
        <a:xfrm>
          <a:off x="0" y="0"/>
          <a:ext cx="0" cy="0"/>
          <a:chOff x="0" y="0"/>
          <a:chExt cx="0" cy="0"/>
        </a:xfrm>
      </p:grpSpPr>
      <p:sp>
        <p:nvSpPr>
          <p:cNvPr id="2662" name="Google Shape;2662;p104"/>
          <p:cNvSpPr/>
          <p:nvPr/>
        </p:nvSpPr>
        <p:spPr>
          <a:xfrm>
            <a:off x="0" y="0"/>
            <a:ext cx="5374665" cy="68580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663" name="Google Shape;2663;p104"/>
          <p:cNvSpPr txBox="1">
            <a:spLocks noGrp="1"/>
          </p:cNvSpPr>
          <p:nvPr>
            <p:ph type="title"/>
          </p:nvPr>
        </p:nvSpPr>
        <p:spPr>
          <a:xfrm>
            <a:off x="718666" y="722455"/>
            <a:ext cx="3937333" cy="322156"/>
          </a:xfrm>
          <a:prstGeom prst="rect">
            <a:avLst/>
          </a:prstGeom>
          <a:noFill/>
          <a:ln>
            <a:noFill/>
          </a:ln>
        </p:spPr>
        <p:txBody>
          <a:bodyPr spcFirstLastPara="1" wrap="square" lIns="0" tIns="0" rIns="0" bIns="378000" anchor="t" anchorCtr="0">
            <a:noAutofit/>
          </a:bodyPr>
          <a:lstStyle>
            <a:lvl1pPr lvl="0" algn="l">
              <a:lnSpc>
                <a:spcPct val="100000"/>
              </a:lnSpc>
              <a:spcBef>
                <a:spcPts val="0"/>
              </a:spcBef>
              <a:spcAft>
                <a:spcPts val="0"/>
              </a:spcAft>
              <a:buClr>
                <a:schemeClr val="dk2"/>
              </a:buClr>
              <a:buSzPts val="36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64" name="Google Shape;2664;p104"/>
          <p:cNvSpPr/>
          <p:nvPr/>
        </p:nvSpPr>
        <p:spPr>
          <a:xfrm>
            <a:off x="0" y="-441330"/>
            <a:ext cx="1258871"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GB" sz="1800" b="1" cap="none">
                <a:solidFill>
                  <a:schemeClr val="accent1"/>
                </a:solidFill>
                <a:latin typeface="Arial"/>
                <a:ea typeface="Arial"/>
                <a:cs typeface="Arial"/>
                <a:sym typeface="Arial"/>
              </a:rPr>
              <a:t>Text + table</a:t>
            </a:r>
            <a:endParaRPr/>
          </a:p>
        </p:txBody>
      </p:sp>
      <p:sp>
        <p:nvSpPr>
          <p:cNvPr id="2665" name="Google Shape;2665;p104"/>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6" name="Google Shape;2666;p104"/>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2667" name="Google Shape;2667;p104"/>
          <p:cNvSpPr txBox="1">
            <a:spLocks noGrp="1"/>
          </p:cNvSpPr>
          <p:nvPr>
            <p:ph type="body" idx="1"/>
          </p:nvPr>
        </p:nvSpPr>
        <p:spPr>
          <a:xfrm>
            <a:off x="718666" y="1569104"/>
            <a:ext cx="3937333" cy="4431646"/>
          </a:xfrm>
          <a:prstGeom prst="rect">
            <a:avLst/>
          </a:prstGeom>
          <a:noFill/>
          <a:ln>
            <a:noFill/>
          </a:ln>
        </p:spPr>
        <p:txBody>
          <a:bodyPr spcFirstLastPara="1" wrap="square" lIns="0" tIns="0" rIns="0" bIns="0" anchor="t" anchorCtr="0">
            <a:noAutofit/>
          </a:bodyPr>
          <a:lstStyle>
            <a:lvl1pPr marL="457200" lvl="0" indent="-381000" algn="l">
              <a:lnSpc>
                <a:spcPct val="90000"/>
              </a:lnSpc>
              <a:spcBef>
                <a:spcPts val="600"/>
              </a:spcBef>
              <a:spcAft>
                <a:spcPts val="0"/>
              </a:spcAft>
              <a:buClr>
                <a:schemeClr val="lt1"/>
              </a:buClr>
              <a:buSzPts val="2400"/>
              <a:buChar char="•"/>
              <a:defRPr>
                <a:solidFill>
                  <a:schemeClr val="lt1"/>
                </a:solidFill>
              </a:defRPr>
            </a:lvl1pPr>
            <a:lvl2pPr marL="914400" lvl="1" indent="-381000" algn="l">
              <a:lnSpc>
                <a:spcPct val="90000"/>
              </a:lnSpc>
              <a:spcBef>
                <a:spcPts val="600"/>
              </a:spcBef>
              <a:spcAft>
                <a:spcPts val="0"/>
              </a:spcAft>
              <a:buClr>
                <a:schemeClr val="lt1"/>
              </a:buClr>
              <a:buSzPts val="2400"/>
              <a:buChar char="•"/>
              <a:defRPr>
                <a:solidFill>
                  <a:schemeClr val="lt1"/>
                </a:solidFill>
              </a:defRPr>
            </a:lvl2pPr>
            <a:lvl3pPr marL="1371600" lvl="2" indent="-228600" algn="l">
              <a:lnSpc>
                <a:spcPct val="90000"/>
              </a:lnSpc>
              <a:spcBef>
                <a:spcPts val="600"/>
              </a:spcBef>
              <a:spcAft>
                <a:spcPts val="0"/>
              </a:spcAft>
              <a:buSzPts val="2000"/>
              <a:buNone/>
              <a:defRPr>
                <a:solidFill>
                  <a:schemeClr val="lt1"/>
                </a:solidFill>
              </a:defRPr>
            </a:lvl3pPr>
            <a:lvl4pPr marL="1828800" lvl="3" indent="-228600" algn="l">
              <a:lnSpc>
                <a:spcPct val="90000"/>
              </a:lnSpc>
              <a:spcBef>
                <a:spcPts val="600"/>
              </a:spcBef>
              <a:spcAft>
                <a:spcPts val="0"/>
              </a:spcAft>
              <a:buClr>
                <a:schemeClr val="dk2"/>
              </a:buClr>
              <a:buSzPts val="3600"/>
              <a:buNone/>
              <a:defRPr>
                <a:solidFill>
                  <a:schemeClr val="dk2"/>
                </a:solidFill>
              </a:defRPr>
            </a:lvl4pPr>
            <a:lvl5pPr marL="2286000" lvl="4" indent="-228600" algn="l">
              <a:lnSpc>
                <a:spcPct val="90000"/>
              </a:lnSpc>
              <a:spcBef>
                <a:spcPts val="600"/>
              </a:spcBef>
              <a:spcAft>
                <a:spcPts val="0"/>
              </a:spcAft>
              <a:buClr>
                <a:schemeClr val="dk2"/>
              </a:buClr>
              <a:buSzPts val="2400"/>
              <a:buNone/>
              <a:defRPr b="0">
                <a:solidFill>
                  <a:schemeClr val="dk2"/>
                </a:solidFill>
              </a:defRPr>
            </a:lvl5pPr>
            <a:lvl6pPr marL="2743200" lvl="5" indent="-228600" algn="l">
              <a:lnSpc>
                <a:spcPct val="90000"/>
              </a:lnSpc>
              <a:spcBef>
                <a:spcPts val="600"/>
              </a:spcBef>
              <a:spcAft>
                <a:spcPts val="0"/>
              </a:spcAft>
              <a:buSzPts val="2000"/>
              <a:buNone/>
              <a:defRPr b="0">
                <a:solidFill>
                  <a:schemeClr val="lt1"/>
                </a:solidFill>
              </a:defRPr>
            </a:lvl6pPr>
            <a:lvl7pPr marL="3200400" lvl="6" indent="-355600" algn="l">
              <a:lnSpc>
                <a:spcPct val="90000"/>
              </a:lnSpc>
              <a:spcBef>
                <a:spcPts val="600"/>
              </a:spcBef>
              <a:spcAft>
                <a:spcPts val="0"/>
              </a:spcAft>
              <a:buClr>
                <a:schemeClr val="lt1"/>
              </a:buClr>
              <a:buSzPts val="2000"/>
              <a:buAutoNum type="arabicPeriod"/>
              <a:defRPr>
                <a:solidFill>
                  <a:schemeClr val="lt1"/>
                </a:solidFill>
              </a:defRPr>
            </a:lvl7pPr>
            <a:lvl8pPr marL="3657600" lvl="7" indent="-355600" algn="l">
              <a:lnSpc>
                <a:spcPct val="90000"/>
              </a:lnSpc>
              <a:spcBef>
                <a:spcPts val="600"/>
              </a:spcBef>
              <a:spcAft>
                <a:spcPts val="0"/>
              </a:spcAft>
              <a:buClr>
                <a:schemeClr val="lt2"/>
              </a:buClr>
              <a:buSzPts val="2000"/>
              <a:buAutoNum type="alphaLcPeriod"/>
              <a:defRPr>
                <a:solidFill>
                  <a:schemeClr val="lt1"/>
                </a:solidFill>
              </a:defRPr>
            </a:lvl8pPr>
            <a:lvl9pPr marL="4114800" lvl="8" indent="-228600" algn="l">
              <a:lnSpc>
                <a:spcPct val="90000"/>
              </a:lnSpc>
              <a:spcBef>
                <a:spcPts val="600"/>
              </a:spcBef>
              <a:spcAft>
                <a:spcPts val="600"/>
              </a:spcAft>
              <a:buSzPts val="1600"/>
              <a:buNone/>
              <a:defRPr>
                <a:solidFill>
                  <a:schemeClr val="lt1"/>
                </a:solidFill>
              </a:defRPr>
            </a:lvl9pPr>
          </a:lstStyle>
          <a:p>
            <a:endParaRPr/>
          </a:p>
        </p:txBody>
      </p:sp>
      <p:grpSp>
        <p:nvGrpSpPr>
          <p:cNvPr id="2668" name="Google Shape;2668;p104"/>
          <p:cNvGrpSpPr/>
          <p:nvPr/>
        </p:nvGrpSpPr>
        <p:grpSpPr>
          <a:xfrm>
            <a:off x="721079" y="6216736"/>
            <a:ext cx="961200" cy="381600"/>
            <a:chOff x="2807303" y="2354764"/>
            <a:chExt cx="944974" cy="368527"/>
          </a:xfrm>
        </p:grpSpPr>
        <p:sp>
          <p:nvSpPr>
            <p:cNvPr id="2669" name="Google Shape;2669;p104"/>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0" name="Google Shape;2670;p104"/>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1" name="Google Shape;2671;p104"/>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2" name="Google Shape;2672;p104"/>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3" name="Google Shape;2673;p104"/>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4" name="Google Shape;2674;p104"/>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5" name="Google Shape;2675;p104"/>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76" name="Google Shape;2676;p104"/>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677" name="Google Shape;2677;p104"/>
          <p:cNvGrpSpPr/>
          <p:nvPr/>
        </p:nvGrpSpPr>
        <p:grpSpPr>
          <a:xfrm>
            <a:off x="12377323" y="-12068"/>
            <a:ext cx="3693386" cy="6705423"/>
            <a:chOff x="-3786437" y="-12068"/>
            <a:chExt cx="3693386" cy="6705423"/>
          </a:xfrm>
        </p:grpSpPr>
        <p:grpSp>
          <p:nvGrpSpPr>
            <p:cNvPr id="2678" name="Google Shape;2678;p104"/>
            <p:cNvGrpSpPr/>
            <p:nvPr/>
          </p:nvGrpSpPr>
          <p:grpSpPr>
            <a:xfrm>
              <a:off x="-3784148" y="-12068"/>
              <a:ext cx="3592800" cy="3238700"/>
              <a:chOff x="-3784148" y="-12068"/>
              <a:chExt cx="3592800" cy="3238700"/>
            </a:xfrm>
          </p:grpSpPr>
          <p:sp>
            <p:nvSpPr>
              <p:cNvPr id="2679" name="Google Shape;2679;p104"/>
              <p:cNvSpPr/>
              <p:nvPr/>
            </p:nvSpPr>
            <p:spPr>
              <a:xfrm>
                <a:off x="-3784148" y="-12068"/>
                <a:ext cx="3592800" cy="32387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FORMAT TABLE</a:t>
                </a:r>
                <a:endParaRPr/>
              </a:p>
            </p:txBody>
          </p:sp>
          <p:sp>
            <p:nvSpPr>
              <p:cNvPr id="2680" name="Google Shape;2680;p104"/>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681" name="Google Shape;2681;p104"/>
              <p:cNvSpPr/>
              <p:nvPr/>
            </p:nvSpPr>
            <p:spPr>
              <a:xfrm>
                <a:off x="-3319415" y="465324"/>
                <a:ext cx="2944682" cy="499506"/>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When you want to change the lay-out of the table, select the preferred part of the table and go to the tab </a:t>
                </a:r>
                <a:r>
                  <a:rPr lang="en-GB" sz="1200" b="1" i="0" u="none" strike="noStrike" cap="none">
                    <a:solidFill>
                      <a:srgbClr val="000000"/>
                    </a:solidFill>
                    <a:latin typeface="Calibri"/>
                    <a:ea typeface="Calibri"/>
                    <a:cs typeface="Calibri"/>
                    <a:sym typeface="Calibri"/>
                  </a:rPr>
                  <a:t>‘Format’.</a:t>
                </a:r>
                <a:endParaRPr sz="1200" b="0" i="0" u="none" strike="noStrike" cap="none">
                  <a:solidFill>
                    <a:srgbClr val="000000"/>
                  </a:solidFill>
                  <a:latin typeface="Calibri"/>
                  <a:ea typeface="Calibri"/>
                  <a:cs typeface="Calibri"/>
                  <a:sym typeface="Calibri"/>
                </a:endParaRPr>
              </a:p>
            </p:txBody>
          </p:sp>
          <p:grpSp>
            <p:nvGrpSpPr>
              <p:cNvPr id="2682" name="Google Shape;2682;p104"/>
              <p:cNvGrpSpPr/>
              <p:nvPr/>
            </p:nvGrpSpPr>
            <p:grpSpPr>
              <a:xfrm>
                <a:off x="-3312582" y="1060763"/>
                <a:ext cx="576000" cy="246597"/>
                <a:chOff x="-3312582" y="1060763"/>
                <a:chExt cx="576000" cy="246597"/>
              </a:xfrm>
            </p:grpSpPr>
            <p:sp>
              <p:nvSpPr>
                <p:cNvPr id="2683" name="Google Shape;2683;p104"/>
                <p:cNvSpPr/>
                <p:nvPr/>
              </p:nvSpPr>
              <p:spPr>
                <a:xfrm>
                  <a:off x="-3312582" y="1060763"/>
                  <a:ext cx="576000" cy="215451"/>
                </a:xfrm>
                <a:prstGeom prst="rect">
                  <a:avLst/>
                </a:prstGeom>
                <a:solidFill>
                  <a:srgbClr val="F8F8F8"/>
                </a:solidFill>
                <a:ln w="9525" cap="flat" cmpd="sng">
                  <a:solidFill>
                    <a:srgbClr val="F2F2F2"/>
                  </a:solidFill>
                  <a:prstDash val="solid"/>
                  <a:miter lim="800000"/>
                  <a:headEnd type="none" w="sm" len="sm"/>
                  <a:tailEnd type="none" w="sm" len="sm"/>
                </a:ln>
              </p:spPr>
              <p:txBody>
                <a:bodyPr spcFirstLastPara="1" wrap="square" lIns="0" tIns="18000" rIns="0" bIns="0" anchor="t" anchorCtr="0">
                  <a:noAutofit/>
                </a:bodyPr>
                <a:lstStyle/>
                <a:p>
                  <a:pPr marL="0" marR="0" lvl="0" indent="0" algn="ctr" rtl="0">
                    <a:spcBef>
                      <a:spcPts val="0"/>
                    </a:spcBef>
                    <a:spcAft>
                      <a:spcPts val="0"/>
                    </a:spcAft>
                    <a:buNone/>
                  </a:pPr>
                  <a:r>
                    <a:rPr lang="en-GB" sz="1050" b="1">
                      <a:solidFill>
                        <a:srgbClr val="B74629"/>
                      </a:solidFill>
                      <a:latin typeface="Calibri"/>
                      <a:ea typeface="Calibri"/>
                      <a:cs typeface="Calibri"/>
                      <a:sym typeface="Calibri"/>
                    </a:rPr>
                    <a:t>Format</a:t>
                  </a:r>
                  <a:endParaRPr/>
                </a:p>
              </p:txBody>
            </p:sp>
            <p:sp>
              <p:nvSpPr>
                <p:cNvPr id="2684" name="Google Shape;2684;p104"/>
                <p:cNvSpPr/>
                <p:nvPr/>
              </p:nvSpPr>
              <p:spPr>
                <a:xfrm>
                  <a:off x="-3312582" y="1280189"/>
                  <a:ext cx="576000"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685" name="Google Shape;2685;p104"/>
              <p:cNvSpPr/>
              <p:nvPr/>
            </p:nvSpPr>
            <p:spPr>
              <a:xfrm>
                <a:off x="-3603587" y="1493635"/>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686" name="Google Shape;2686;p104"/>
              <p:cNvSpPr/>
              <p:nvPr/>
            </p:nvSpPr>
            <p:spPr>
              <a:xfrm>
                <a:off x="-3319415" y="1493636"/>
                <a:ext cx="2944682" cy="813486"/>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this tab you can choose a different fill colour at </a:t>
                </a:r>
                <a:r>
                  <a:rPr lang="en-GB" sz="1200" b="1" i="0" u="none" strike="noStrike" cap="none">
                    <a:solidFill>
                      <a:srgbClr val="000000"/>
                    </a:solidFill>
                    <a:latin typeface="Calibri"/>
                    <a:ea typeface="Calibri"/>
                    <a:cs typeface="Calibri"/>
                    <a:sym typeface="Calibri"/>
                  </a:rPr>
                  <a:t>‘Shading’</a:t>
                </a:r>
                <a:r>
                  <a:rPr lang="en-GB" sz="1200" b="0" i="0" u="none" strike="noStrike" cap="none">
                    <a:solidFill>
                      <a:srgbClr val="000000"/>
                    </a:solidFill>
                    <a:latin typeface="Calibri"/>
                    <a:ea typeface="Calibri"/>
                    <a:cs typeface="Calibri"/>
                    <a:sym typeface="Calibri"/>
                  </a:rPr>
                  <a:t>. You can choose a border format as well. Find and edit this at the section  </a:t>
                </a:r>
                <a:r>
                  <a:rPr lang="en-GB" sz="1200" b="1" i="0" u="none" strike="noStrike" cap="none">
                    <a:solidFill>
                      <a:srgbClr val="000000"/>
                    </a:solidFill>
                    <a:latin typeface="Calibri"/>
                    <a:ea typeface="Calibri"/>
                    <a:cs typeface="Calibri"/>
                    <a:sym typeface="Calibri"/>
                  </a:rPr>
                  <a:t>‘Draw borders’ </a:t>
                </a:r>
                <a:r>
                  <a:rPr lang="en-GB" sz="1200" b="0" i="0" u="none" strike="noStrike" cap="none">
                    <a:solidFill>
                      <a:srgbClr val="000000"/>
                    </a:solidFill>
                    <a:latin typeface="Calibri"/>
                    <a:ea typeface="Calibri"/>
                    <a:cs typeface="Calibri"/>
                    <a:sym typeface="Calibri"/>
                  </a:rPr>
                  <a:t>and apply this to the table by clicking on </a:t>
                </a:r>
                <a:r>
                  <a:rPr lang="en-GB" sz="1200" b="1" i="0" u="none" strike="noStrike" cap="none">
                    <a:solidFill>
                      <a:srgbClr val="000000"/>
                    </a:solidFill>
                    <a:latin typeface="Calibri"/>
                    <a:ea typeface="Calibri"/>
                    <a:cs typeface="Calibri"/>
                    <a:sym typeface="Calibri"/>
                  </a:rPr>
                  <a:t>‘Borders’.</a:t>
                </a:r>
                <a:endParaRPr/>
              </a:p>
            </p:txBody>
          </p:sp>
          <p:grpSp>
            <p:nvGrpSpPr>
              <p:cNvPr id="2687" name="Google Shape;2687;p104"/>
              <p:cNvGrpSpPr/>
              <p:nvPr/>
            </p:nvGrpSpPr>
            <p:grpSpPr>
              <a:xfrm>
                <a:off x="-3314820" y="2412753"/>
                <a:ext cx="1026864" cy="628849"/>
                <a:chOff x="-3314820" y="2412753"/>
                <a:chExt cx="1026864" cy="628849"/>
              </a:xfrm>
            </p:grpSpPr>
            <p:sp>
              <p:nvSpPr>
                <p:cNvPr id="2688" name="Google Shape;2688;p104"/>
                <p:cNvSpPr/>
                <p:nvPr/>
              </p:nvSpPr>
              <p:spPr>
                <a:xfrm>
                  <a:off x="-3314820" y="2412753"/>
                  <a:ext cx="998435" cy="531042"/>
                </a:xfrm>
                <a:prstGeom prst="rect">
                  <a:avLst/>
                </a:prstGeom>
                <a:solidFill>
                  <a:srgbClr val="FFFFFF"/>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689" name="Google Shape;2689;p104"/>
                <p:cNvSpPr/>
                <p:nvPr/>
              </p:nvSpPr>
              <p:spPr>
                <a:xfrm>
                  <a:off x="-3304719" y="2684815"/>
                  <a:ext cx="982999" cy="254009"/>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690" name="Google Shape;2690;p104"/>
                <p:cNvSpPr txBox="1"/>
                <p:nvPr/>
              </p:nvSpPr>
              <p:spPr>
                <a:xfrm>
                  <a:off x="-3083201" y="2494002"/>
                  <a:ext cx="635803"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Shading</a:t>
                  </a:r>
                  <a:endParaRPr/>
                </a:p>
              </p:txBody>
            </p:sp>
            <p:sp>
              <p:nvSpPr>
                <p:cNvPr id="2691" name="Google Shape;2691;p104"/>
                <p:cNvSpPr/>
                <p:nvPr/>
              </p:nvSpPr>
              <p:spPr>
                <a:xfrm>
                  <a:off x="-2385518" y="2861602"/>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nvGrpSpPr>
                <p:cNvPr id="2692" name="Google Shape;2692;p104"/>
                <p:cNvGrpSpPr/>
                <p:nvPr/>
              </p:nvGrpSpPr>
              <p:grpSpPr>
                <a:xfrm>
                  <a:off x="-3259616" y="2463212"/>
                  <a:ext cx="173214" cy="167889"/>
                  <a:chOff x="-916935" y="3037554"/>
                  <a:chExt cx="193592" cy="187645"/>
                </a:xfrm>
              </p:grpSpPr>
              <p:sp>
                <p:nvSpPr>
                  <p:cNvPr id="2693" name="Google Shape;2693;p104"/>
                  <p:cNvSpPr/>
                  <p:nvPr/>
                </p:nvSpPr>
                <p:spPr>
                  <a:xfrm>
                    <a:off x="-804124" y="3081338"/>
                    <a:ext cx="80781" cy="121443"/>
                  </a:xfrm>
                  <a:custGeom>
                    <a:avLst/>
                    <a:gdLst/>
                    <a:ahLst/>
                    <a:cxnLst/>
                    <a:rect l="l" t="t" r="r" b="b"/>
                    <a:pathLst>
                      <a:path w="80781" h="121443" extrusionOk="0">
                        <a:moveTo>
                          <a:pt x="30217" y="50006"/>
                        </a:moveTo>
                        <a:lnTo>
                          <a:pt x="34979" y="121443"/>
                        </a:lnTo>
                        <a:lnTo>
                          <a:pt x="80222" y="52387"/>
                        </a:lnTo>
                        <a:cubicBezTo>
                          <a:pt x="84191" y="29368"/>
                          <a:pt x="66729" y="1588"/>
                          <a:pt x="37360" y="0"/>
                        </a:cubicBezTo>
                        <a:cubicBezTo>
                          <a:pt x="-43602" y="21431"/>
                          <a:pt x="32598" y="33337"/>
                          <a:pt x="30217" y="50006"/>
                        </a:cubicBezTo>
                        <a:close/>
                      </a:path>
                    </a:pathLst>
                  </a:custGeom>
                  <a:solidFill>
                    <a:srgbClr val="366FA8"/>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900"/>
                      <a:buFont typeface="Arial"/>
                      <a:buNone/>
                    </a:pPr>
                    <a:endParaRPr sz="900" b="1" i="0" u="none" strike="noStrike" cap="none">
                      <a:solidFill>
                        <a:srgbClr val="000000"/>
                      </a:solidFill>
                      <a:latin typeface="Arial"/>
                      <a:ea typeface="Arial"/>
                      <a:cs typeface="Arial"/>
                      <a:sym typeface="Arial"/>
                    </a:endParaRPr>
                  </a:p>
                </p:txBody>
              </p:sp>
              <p:sp>
                <p:nvSpPr>
                  <p:cNvPr id="2694" name="Google Shape;2694;p104"/>
                  <p:cNvSpPr/>
                  <p:nvPr/>
                </p:nvSpPr>
                <p:spPr>
                  <a:xfrm rot="2903873">
                    <a:off x="-887744" y="3085651"/>
                    <a:ext cx="99751" cy="122903"/>
                  </a:xfrm>
                  <a:prstGeom prst="roundRect">
                    <a:avLst>
                      <a:gd name="adj" fmla="val 2911"/>
                    </a:avLst>
                  </a:prstGeom>
                  <a:solidFill>
                    <a:srgbClr val="FFFFFF"/>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Clr>
                        <a:schemeClr val="dk1"/>
                      </a:buClr>
                      <a:buSzPts val="700"/>
                      <a:buFont typeface="Arial"/>
                      <a:buNone/>
                    </a:pPr>
                    <a:endParaRPr sz="700" b="0" i="0" u="none" strike="noStrike" cap="none">
                      <a:solidFill>
                        <a:srgbClr val="000000"/>
                      </a:solidFill>
                      <a:latin typeface="Calibri"/>
                      <a:ea typeface="Calibri"/>
                      <a:cs typeface="Calibri"/>
                      <a:sym typeface="Calibri"/>
                    </a:endParaRPr>
                  </a:p>
                </p:txBody>
              </p:sp>
              <p:sp>
                <p:nvSpPr>
                  <p:cNvPr id="2695" name="Google Shape;2695;p104"/>
                  <p:cNvSpPr/>
                  <p:nvPr/>
                </p:nvSpPr>
                <p:spPr>
                  <a:xfrm>
                    <a:off x="-894646" y="3037554"/>
                    <a:ext cx="64753" cy="85767"/>
                  </a:xfrm>
                  <a:custGeom>
                    <a:avLst/>
                    <a:gdLst/>
                    <a:ahLst/>
                    <a:cxnLst/>
                    <a:rect l="l" t="t" r="r" b="b"/>
                    <a:pathLst>
                      <a:path w="40422" h="78381" extrusionOk="0">
                        <a:moveTo>
                          <a:pt x="219" y="78381"/>
                        </a:moveTo>
                        <a:cubicBezTo>
                          <a:pt x="-1454" y="18717"/>
                          <a:pt x="6534" y="-324"/>
                          <a:pt x="20468" y="5"/>
                        </a:cubicBezTo>
                        <a:cubicBezTo>
                          <a:pt x="34402" y="334"/>
                          <a:pt x="43874" y="23658"/>
                          <a:pt x="39229" y="67295"/>
                        </a:cubicBezTo>
                      </a:path>
                    </a:pathLst>
                  </a:custGeom>
                  <a:no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Clr>
                        <a:schemeClr val="dk1"/>
                      </a:buClr>
                      <a:buSzPts val="700"/>
                      <a:buFont typeface="Arial"/>
                      <a:buNone/>
                    </a:pPr>
                    <a:endParaRPr sz="700" b="0" i="0" u="none" strike="noStrike" cap="none">
                      <a:solidFill>
                        <a:srgbClr val="000000"/>
                      </a:solidFill>
                      <a:latin typeface="Calibri"/>
                      <a:ea typeface="Calibri"/>
                      <a:cs typeface="Calibri"/>
                      <a:sym typeface="Calibri"/>
                    </a:endParaRPr>
                  </a:p>
                </p:txBody>
              </p:sp>
            </p:grpSp>
            <p:sp>
              <p:nvSpPr>
                <p:cNvPr id="2696" name="Google Shape;2696;p104"/>
                <p:cNvSpPr/>
                <p:nvPr/>
              </p:nvSpPr>
              <p:spPr>
                <a:xfrm rot="10800000">
                  <a:off x="-2528907" y="2540201"/>
                  <a:ext cx="94890" cy="50291"/>
                </a:xfrm>
                <a:prstGeom prst="triangle">
                  <a:avLst>
                    <a:gd name="adj" fmla="val 50000"/>
                  </a:avLst>
                </a:prstGeom>
                <a:solidFill>
                  <a:srgbClr val="000000"/>
                </a:solidFill>
                <a:ln>
                  <a:noFill/>
                </a:ln>
              </p:spPr>
              <p:txBody>
                <a:bodyPr spcFirstLastPara="1" wrap="square" lIns="144000" tIns="144000" rIns="144000" bIns="144000" anchor="ctr" anchorCtr="0">
                  <a:noAutofit/>
                </a:bodyPr>
                <a:lstStyle/>
                <a:p>
                  <a:pPr marL="0" marR="0" lvl="0" indent="0" algn="ctr" rtl="0">
                    <a:lnSpc>
                      <a:spcPct val="100000"/>
                    </a:lnSpc>
                    <a:spcBef>
                      <a:spcPts val="0"/>
                    </a:spcBef>
                    <a:spcAft>
                      <a:spcPts val="0"/>
                    </a:spcAft>
                    <a:buClr>
                      <a:schemeClr val="dk1"/>
                    </a:buClr>
                    <a:buSzPts val="1100"/>
                    <a:buFont typeface="Arial"/>
                    <a:buNone/>
                  </a:pPr>
                  <a:endParaRPr sz="1100" b="0" i="0" u="none" strike="noStrike" cap="none">
                    <a:solidFill>
                      <a:srgbClr val="FFFFFF"/>
                    </a:solidFill>
                    <a:latin typeface="Arial"/>
                    <a:ea typeface="Arial"/>
                    <a:cs typeface="Arial"/>
                    <a:sym typeface="Arial"/>
                  </a:endParaRPr>
                </a:p>
              </p:txBody>
            </p:sp>
            <p:sp>
              <p:nvSpPr>
                <p:cNvPr id="2697" name="Google Shape;2697;p104"/>
                <p:cNvSpPr txBox="1"/>
                <p:nvPr/>
              </p:nvSpPr>
              <p:spPr>
                <a:xfrm>
                  <a:off x="-3083201" y="2750275"/>
                  <a:ext cx="635803"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Borders</a:t>
                  </a:r>
                  <a:endParaRPr/>
                </a:p>
              </p:txBody>
            </p:sp>
            <p:sp>
              <p:nvSpPr>
                <p:cNvPr id="2698" name="Google Shape;2698;p104"/>
                <p:cNvSpPr/>
                <p:nvPr/>
              </p:nvSpPr>
              <p:spPr>
                <a:xfrm rot="10800000">
                  <a:off x="-2528907" y="2796474"/>
                  <a:ext cx="94890" cy="50291"/>
                </a:xfrm>
                <a:prstGeom prst="triangle">
                  <a:avLst>
                    <a:gd name="adj" fmla="val 50000"/>
                  </a:avLst>
                </a:prstGeom>
                <a:solidFill>
                  <a:srgbClr val="000000"/>
                </a:solidFill>
                <a:ln>
                  <a:noFill/>
                </a:ln>
              </p:spPr>
              <p:txBody>
                <a:bodyPr spcFirstLastPara="1" wrap="square" lIns="144000" tIns="144000" rIns="144000" bIns="144000" anchor="ctr" anchorCtr="0">
                  <a:noAutofit/>
                </a:bodyPr>
                <a:lstStyle/>
                <a:p>
                  <a:pPr marL="0" marR="0" lvl="0" indent="0" algn="ctr" rtl="0">
                    <a:lnSpc>
                      <a:spcPct val="100000"/>
                    </a:lnSpc>
                    <a:spcBef>
                      <a:spcPts val="0"/>
                    </a:spcBef>
                    <a:spcAft>
                      <a:spcPts val="0"/>
                    </a:spcAft>
                    <a:buClr>
                      <a:schemeClr val="dk1"/>
                    </a:buClr>
                    <a:buSzPts val="1100"/>
                    <a:buFont typeface="Arial"/>
                    <a:buNone/>
                  </a:pPr>
                  <a:endParaRPr sz="1100" b="0" i="0" u="none" strike="noStrike" cap="none">
                    <a:solidFill>
                      <a:srgbClr val="FFFFFF"/>
                    </a:solidFill>
                    <a:latin typeface="Arial"/>
                    <a:ea typeface="Arial"/>
                    <a:cs typeface="Arial"/>
                    <a:sym typeface="Arial"/>
                  </a:endParaRPr>
                </a:p>
              </p:txBody>
            </p:sp>
            <p:grpSp>
              <p:nvGrpSpPr>
                <p:cNvPr id="2699" name="Google Shape;2699;p104"/>
                <p:cNvGrpSpPr/>
                <p:nvPr/>
              </p:nvGrpSpPr>
              <p:grpSpPr>
                <a:xfrm>
                  <a:off x="-3250409" y="2732592"/>
                  <a:ext cx="164182" cy="164182"/>
                  <a:chOff x="-3258612" y="2724389"/>
                  <a:chExt cx="180600" cy="180600"/>
                </a:xfrm>
              </p:grpSpPr>
              <p:sp>
                <p:nvSpPr>
                  <p:cNvPr id="2700" name="Google Shape;2700;p104"/>
                  <p:cNvSpPr/>
                  <p:nvPr/>
                </p:nvSpPr>
                <p:spPr>
                  <a:xfrm>
                    <a:off x="-3258612" y="2724389"/>
                    <a:ext cx="180460" cy="180460"/>
                  </a:xfrm>
                  <a:prstGeom prst="rect">
                    <a:avLst/>
                  </a:prstGeom>
                  <a:noFill/>
                  <a:ln w="12700" cap="flat" cmpd="sng">
                    <a:solidFill>
                      <a:srgbClr val="818181"/>
                    </a:solidFill>
                    <a:prstDash val="dot"/>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cxnSp>
                <p:nvCxnSpPr>
                  <p:cNvPr id="2701" name="Google Shape;2701;p104"/>
                  <p:cNvCxnSpPr>
                    <a:stCxn id="2700" idx="0"/>
                    <a:endCxn id="2700" idx="2"/>
                  </p:cNvCxnSpPr>
                  <p:nvPr/>
                </p:nvCxnSpPr>
                <p:spPr>
                  <a:xfrm>
                    <a:off x="-3168382" y="2724389"/>
                    <a:ext cx="0" cy="180600"/>
                  </a:xfrm>
                  <a:prstGeom prst="straightConnector1">
                    <a:avLst/>
                  </a:prstGeom>
                  <a:noFill/>
                  <a:ln w="12700" cap="flat" cmpd="sng">
                    <a:solidFill>
                      <a:srgbClr val="818181"/>
                    </a:solidFill>
                    <a:prstDash val="dot"/>
                    <a:miter lim="800000"/>
                    <a:headEnd type="none" w="sm" len="sm"/>
                    <a:tailEnd type="none" w="sm" len="sm"/>
                  </a:ln>
                </p:spPr>
              </p:cxnSp>
              <p:cxnSp>
                <p:nvCxnSpPr>
                  <p:cNvPr id="2702" name="Google Shape;2702;p104"/>
                  <p:cNvCxnSpPr>
                    <a:stCxn id="2700" idx="1"/>
                    <a:endCxn id="2700" idx="3"/>
                  </p:cNvCxnSpPr>
                  <p:nvPr/>
                </p:nvCxnSpPr>
                <p:spPr>
                  <a:xfrm>
                    <a:off x="-3258612" y="2814619"/>
                    <a:ext cx="180600" cy="0"/>
                  </a:xfrm>
                  <a:prstGeom prst="straightConnector1">
                    <a:avLst/>
                  </a:prstGeom>
                  <a:noFill/>
                  <a:ln w="12700" cap="flat" cmpd="sng">
                    <a:solidFill>
                      <a:srgbClr val="818181"/>
                    </a:solidFill>
                    <a:prstDash val="dot"/>
                    <a:miter lim="800000"/>
                    <a:headEnd type="none" w="sm" len="sm"/>
                    <a:tailEnd type="none" w="sm" len="sm"/>
                  </a:ln>
                </p:spPr>
              </p:cxnSp>
            </p:grpSp>
          </p:grpSp>
        </p:grpSp>
        <p:grpSp>
          <p:nvGrpSpPr>
            <p:cNvPr id="2703" name="Google Shape;2703;p104"/>
            <p:cNvGrpSpPr/>
            <p:nvPr/>
          </p:nvGrpSpPr>
          <p:grpSpPr>
            <a:xfrm>
              <a:off x="-3786437" y="3410167"/>
              <a:ext cx="3693386" cy="3283188"/>
              <a:chOff x="-3786437" y="3410167"/>
              <a:chExt cx="3693386" cy="3283188"/>
            </a:xfrm>
          </p:grpSpPr>
          <p:sp>
            <p:nvSpPr>
              <p:cNvPr id="2704" name="Google Shape;2704;p104"/>
              <p:cNvSpPr/>
              <p:nvPr/>
            </p:nvSpPr>
            <p:spPr>
              <a:xfrm>
                <a:off x="-3786165" y="3410167"/>
                <a:ext cx="3593091" cy="2641383"/>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EDIT TABLE</a:t>
                </a:r>
                <a:endParaRPr/>
              </a:p>
            </p:txBody>
          </p:sp>
          <p:sp>
            <p:nvSpPr>
              <p:cNvPr id="2705" name="Google Shape;2705;p104"/>
              <p:cNvSpPr/>
              <p:nvPr/>
            </p:nvSpPr>
            <p:spPr>
              <a:xfrm>
                <a:off x="-3603587" y="387476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706" name="Google Shape;2706;p104"/>
              <p:cNvSpPr/>
              <p:nvPr/>
            </p:nvSpPr>
            <p:spPr>
              <a:xfrm>
                <a:off x="-3319416" y="3874767"/>
                <a:ext cx="3008779" cy="327689"/>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number of rows and/or columns of the table and go to the tab </a:t>
                </a:r>
                <a:r>
                  <a:rPr lang="en-GB" sz="1200" b="1" i="0" u="none" strike="noStrike" cap="none">
                    <a:solidFill>
                      <a:srgbClr val="000000"/>
                    </a:solidFill>
                    <a:latin typeface="Calibri"/>
                    <a:ea typeface="Calibri"/>
                    <a:cs typeface="Calibri"/>
                    <a:sym typeface="Calibri"/>
                  </a:rPr>
                  <a:t>‘Layout’</a:t>
                </a:r>
                <a:r>
                  <a:rPr lang="en-GB" sz="1200" b="0" i="0" u="none" strike="noStrike" cap="none">
                    <a:solidFill>
                      <a:srgbClr val="000000"/>
                    </a:solidFill>
                    <a:latin typeface="Calibri"/>
                    <a:ea typeface="Calibri"/>
                    <a:cs typeface="Calibri"/>
                    <a:sym typeface="Calibri"/>
                  </a:rPr>
                  <a:t>.</a:t>
                </a:r>
                <a:endParaRPr/>
              </a:p>
            </p:txBody>
          </p:sp>
          <p:sp>
            <p:nvSpPr>
              <p:cNvPr id="2707" name="Google Shape;2707;p104"/>
              <p:cNvSpPr/>
              <p:nvPr/>
            </p:nvSpPr>
            <p:spPr>
              <a:xfrm>
                <a:off x="-3786437" y="5865355"/>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708" name="Google Shape;2708;p104"/>
              <p:cNvGrpSpPr/>
              <p:nvPr/>
            </p:nvGrpSpPr>
            <p:grpSpPr>
              <a:xfrm>
                <a:off x="-376736" y="5729337"/>
                <a:ext cx="283685" cy="283685"/>
                <a:chOff x="-510741" y="5913713"/>
                <a:chExt cx="267555" cy="267555"/>
              </a:xfrm>
            </p:grpSpPr>
            <p:sp>
              <p:nvSpPr>
                <p:cNvPr id="2709" name="Google Shape;2709;p104"/>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710" name="Google Shape;2710;p104"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711" name="Google Shape;2711;p104"/>
              <p:cNvGrpSpPr/>
              <p:nvPr/>
            </p:nvGrpSpPr>
            <p:grpSpPr>
              <a:xfrm>
                <a:off x="-938434" y="6002732"/>
                <a:ext cx="627798" cy="576693"/>
                <a:chOff x="-938434" y="4570310"/>
                <a:chExt cx="627798" cy="576693"/>
              </a:xfrm>
            </p:grpSpPr>
            <p:grpSp>
              <p:nvGrpSpPr>
                <p:cNvPr id="2712" name="Google Shape;2712;p104"/>
                <p:cNvGrpSpPr/>
                <p:nvPr/>
              </p:nvGrpSpPr>
              <p:grpSpPr>
                <a:xfrm>
                  <a:off x="-716116" y="4570310"/>
                  <a:ext cx="169778" cy="242385"/>
                  <a:chOff x="4768" y="2783"/>
                  <a:chExt cx="788" cy="1125"/>
                </a:xfrm>
              </p:grpSpPr>
              <p:sp>
                <p:nvSpPr>
                  <p:cNvPr id="2713" name="Google Shape;2713;p10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714" name="Google Shape;2714;p10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715" name="Google Shape;2715;p104"/>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716" name="Google Shape;2716;p104"/>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sp>
            <p:nvSpPr>
              <p:cNvPr id="2717" name="Google Shape;2717;p104"/>
              <p:cNvSpPr/>
              <p:nvPr/>
            </p:nvSpPr>
            <p:spPr>
              <a:xfrm>
                <a:off x="-3603587" y="439612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718" name="Google Shape;2718;p104"/>
              <p:cNvSpPr/>
              <p:nvPr/>
            </p:nvSpPr>
            <p:spPr>
              <a:xfrm>
                <a:off x="-3319415" y="4396123"/>
                <a:ext cx="2944682" cy="49591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At the section </a:t>
                </a:r>
                <a:r>
                  <a:rPr lang="en-GB" sz="1200" b="1" i="0" u="none" strike="noStrike" cap="none">
                    <a:solidFill>
                      <a:srgbClr val="000000"/>
                    </a:solidFill>
                    <a:latin typeface="Calibri"/>
                    <a:ea typeface="Calibri"/>
                    <a:cs typeface="Calibri"/>
                    <a:sym typeface="Calibri"/>
                  </a:rPr>
                  <a:t>‘Rows and columns’</a:t>
                </a:r>
                <a:r>
                  <a:rPr lang="en-GB" sz="1200" b="0" i="0" u="none" strike="noStrike" cap="none">
                    <a:solidFill>
                      <a:srgbClr val="000000"/>
                    </a:solidFill>
                    <a:latin typeface="Calibri"/>
                    <a:ea typeface="Calibri"/>
                    <a:cs typeface="Calibri"/>
                    <a:sym typeface="Calibri"/>
                  </a:rPr>
                  <a:t> you can delete or add rows and columns. Choose from the variety of options:</a:t>
                </a:r>
                <a:endParaRPr/>
              </a:p>
            </p:txBody>
          </p:sp>
          <p:grpSp>
            <p:nvGrpSpPr>
              <p:cNvPr id="2719" name="Google Shape;2719;p104"/>
              <p:cNvGrpSpPr/>
              <p:nvPr/>
            </p:nvGrpSpPr>
            <p:grpSpPr>
              <a:xfrm>
                <a:off x="-3415313" y="4996916"/>
                <a:ext cx="3013682" cy="673634"/>
                <a:chOff x="-3415313" y="4996916"/>
                <a:chExt cx="3013682" cy="673634"/>
              </a:xfrm>
            </p:grpSpPr>
            <p:grpSp>
              <p:nvGrpSpPr>
                <p:cNvPr id="2720" name="Google Shape;2720;p104"/>
                <p:cNvGrpSpPr/>
                <p:nvPr/>
              </p:nvGrpSpPr>
              <p:grpSpPr>
                <a:xfrm>
                  <a:off x="-3415313" y="5041534"/>
                  <a:ext cx="761481" cy="529523"/>
                  <a:chOff x="-3492543" y="5041534"/>
                  <a:chExt cx="761481" cy="529523"/>
                </a:xfrm>
              </p:grpSpPr>
              <p:grpSp>
                <p:nvGrpSpPr>
                  <p:cNvPr id="2721" name="Google Shape;2721;p104"/>
                  <p:cNvGrpSpPr/>
                  <p:nvPr/>
                </p:nvGrpSpPr>
                <p:grpSpPr>
                  <a:xfrm>
                    <a:off x="-3307743" y="5041534"/>
                    <a:ext cx="541729" cy="493178"/>
                    <a:chOff x="-3307743" y="4999319"/>
                    <a:chExt cx="719549" cy="655062"/>
                  </a:xfrm>
                </p:grpSpPr>
                <p:grpSp>
                  <p:nvGrpSpPr>
                    <p:cNvPr id="2722" name="Google Shape;2722;p104"/>
                    <p:cNvGrpSpPr/>
                    <p:nvPr/>
                  </p:nvGrpSpPr>
                  <p:grpSpPr>
                    <a:xfrm>
                      <a:off x="-3307743" y="4999319"/>
                      <a:ext cx="516835" cy="439373"/>
                      <a:chOff x="-3307743" y="4999319"/>
                      <a:chExt cx="516835" cy="439373"/>
                    </a:xfrm>
                  </p:grpSpPr>
                  <p:cxnSp>
                    <p:nvCxnSpPr>
                      <p:cNvPr id="2723" name="Google Shape;2723;p104"/>
                      <p:cNvCxnSpPr/>
                      <p:nvPr/>
                    </p:nvCxnSpPr>
                    <p:spPr>
                      <a:xfrm>
                        <a:off x="-3307743" y="5141843"/>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2724" name="Google Shape;2724;p104"/>
                      <p:cNvCxnSpPr/>
                      <p:nvPr/>
                    </p:nvCxnSpPr>
                    <p:spPr>
                      <a:xfrm>
                        <a:off x="-3307743" y="5290267"/>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2725" name="Google Shape;2725;p104"/>
                      <p:cNvCxnSpPr/>
                      <p:nvPr/>
                    </p:nvCxnSpPr>
                    <p:spPr>
                      <a:xfrm flipH="1">
                        <a:off x="-2969743" y="4999319"/>
                        <a:ext cx="1394" cy="439373"/>
                      </a:xfrm>
                      <a:prstGeom prst="straightConnector1">
                        <a:avLst/>
                      </a:prstGeom>
                      <a:noFill/>
                      <a:ln w="9525" cap="flat" cmpd="sng">
                        <a:solidFill>
                          <a:srgbClr val="817F7C"/>
                        </a:solidFill>
                        <a:prstDash val="solid"/>
                        <a:miter lim="800000"/>
                        <a:headEnd type="none" w="sm" len="sm"/>
                        <a:tailEnd type="none" w="sm" len="sm"/>
                      </a:ln>
                    </p:spPr>
                  </p:cxnSp>
                  <p:cxnSp>
                    <p:nvCxnSpPr>
                      <p:cNvPr id="2726" name="Google Shape;2726;p104"/>
                      <p:cNvCxnSpPr/>
                      <p:nvPr/>
                    </p:nvCxnSpPr>
                    <p:spPr>
                      <a:xfrm flipH="1">
                        <a:off x="-3142021" y="4999319"/>
                        <a:ext cx="1394" cy="439373"/>
                      </a:xfrm>
                      <a:prstGeom prst="straightConnector1">
                        <a:avLst/>
                      </a:prstGeom>
                      <a:noFill/>
                      <a:ln w="9525" cap="flat" cmpd="sng">
                        <a:solidFill>
                          <a:srgbClr val="817F7C"/>
                        </a:solidFill>
                        <a:prstDash val="solid"/>
                        <a:miter lim="800000"/>
                        <a:headEnd type="none" w="sm" len="sm"/>
                        <a:tailEnd type="none" w="sm" len="sm"/>
                      </a:ln>
                    </p:spPr>
                  </p:cxnSp>
                  <p:sp>
                    <p:nvSpPr>
                      <p:cNvPr id="2727" name="Google Shape;2727;p104"/>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2728" name="Google Shape;2728;p104"/>
                    <p:cNvSpPr/>
                    <p:nvPr/>
                  </p:nvSpPr>
                  <p:spPr>
                    <a:xfrm rot="2700000">
                      <a:off x="-3022752" y="5219823"/>
                      <a:ext cx="360000" cy="360000"/>
                    </a:xfrm>
                    <a:custGeom>
                      <a:avLst/>
                      <a:gdLst/>
                      <a:ahLst/>
                      <a:cxnLst/>
                      <a:rect l="l" t="t" r="r" b="b"/>
                      <a:pathLst>
                        <a:path w="360000" h="360000" extrusionOk="0">
                          <a:moveTo>
                            <a:pt x="7908" y="160908"/>
                          </a:moveTo>
                          <a:cubicBezTo>
                            <a:pt x="12794" y="156022"/>
                            <a:pt x="19544" y="153000"/>
                            <a:pt x="27000" y="153000"/>
                          </a:cubicBezTo>
                          <a:lnTo>
                            <a:pt x="153000" y="153000"/>
                          </a:lnTo>
                          <a:lnTo>
                            <a:pt x="153000" y="27000"/>
                          </a:lnTo>
                          <a:cubicBezTo>
                            <a:pt x="153000" y="12088"/>
                            <a:pt x="165088" y="0"/>
                            <a:pt x="180000" y="0"/>
                          </a:cubicBezTo>
                          <a:cubicBezTo>
                            <a:pt x="194912" y="0"/>
                            <a:pt x="207000" y="12088"/>
                            <a:pt x="207000" y="27000"/>
                          </a:cubicBezTo>
                          <a:lnTo>
                            <a:pt x="207000" y="153000"/>
                          </a:lnTo>
                          <a:lnTo>
                            <a:pt x="333000" y="153000"/>
                          </a:lnTo>
                          <a:cubicBezTo>
                            <a:pt x="347912" y="153000"/>
                            <a:pt x="360000" y="165088"/>
                            <a:pt x="360000" y="180000"/>
                          </a:cubicBezTo>
                          <a:cubicBezTo>
                            <a:pt x="360000" y="194912"/>
                            <a:pt x="347912" y="207000"/>
                            <a:pt x="333000" y="207000"/>
                          </a:cubicBezTo>
                          <a:lnTo>
                            <a:pt x="207000" y="207000"/>
                          </a:lnTo>
                          <a:lnTo>
                            <a:pt x="207000" y="333000"/>
                          </a:lnTo>
                          <a:cubicBezTo>
                            <a:pt x="207000" y="347912"/>
                            <a:pt x="194912" y="360000"/>
                            <a:pt x="180000" y="360000"/>
                          </a:cubicBezTo>
                          <a:cubicBezTo>
                            <a:pt x="165088" y="360000"/>
                            <a:pt x="153000" y="347912"/>
                            <a:pt x="153000" y="333000"/>
                          </a:cubicBezTo>
                          <a:lnTo>
                            <a:pt x="153000" y="207000"/>
                          </a:lnTo>
                          <a:lnTo>
                            <a:pt x="27000" y="207000"/>
                          </a:lnTo>
                          <a:cubicBezTo>
                            <a:pt x="12088" y="207000"/>
                            <a:pt x="0" y="194912"/>
                            <a:pt x="0" y="180000"/>
                          </a:cubicBezTo>
                          <a:cubicBezTo>
                            <a:pt x="0" y="172544"/>
                            <a:pt x="3022" y="165794"/>
                            <a:pt x="7908" y="160908"/>
                          </a:cubicBezTo>
                          <a:close/>
                        </a:path>
                      </a:pathLst>
                    </a:custGeom>
                    <a:solidFill>
                      <a:srgbClr val="F0615F"/>
                    </a:solidFill>
                    <a:ln w="28575" cap="flat" cmpd="sng">
                      <a:solidFill>
                        <a:schemeClr val="lt1"/>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800">
                        <a:solidFill>
                          <a:schemeClr val="lt1"/>
                        </a:solidFill>
                        <a:latin typeface="Arial"/>
                        <a:ea typeface="Arial"/>
                        <a:cs typeface="Arial"/>
                        <a:sym typeface="Arial"/>
                      </a:endParaRPr>
                    </a:p>
                  </p:txBody>
                </p:sp>
              </p:grpSp>
              <p:sp>
                <p:nvSpPr>
                  <p:cNvPr id="2729" name="Google Shape;2729;p104"/>
                  <p:cNvSpPr txBox="1"/>
                  <p:nvPr/>
                </p:nvSpPr>
                <p:spPr>
                  <a:xfrm>
                    <a:off x="-3492543" y="5440654"/>
                    <a:ext cx="761481" cy="130403"/>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Delete</a:t>
                    </a:r>
                    <a:endParaRPr/>
                  </a:p>
                </p:txBody>
              </p:sp>
            </p:grpSp>
            <p:grpSp>
              <p:nvGrpSpPr>
                <p:cNvPr id="2730" name="Google Shape;2730;p104"/>
                <p:cNvGrpSpPr/>
                <p:nvPr/>
              </p:nvGrpSpPr>
              <p:grpSpPr>
                <a:xfrm>
                  <a:off x="-2582156" y="4996916"/>
                  <a:ext cx="572112" cy="673634"/>
                  <a:chOff x="-2709168" y="4996916"/>
                  <a:chExt cx="572112" cy="673634"/>
                </a:xfrm>
              </p:grpSpPr>
              <p:grpSp>
                <p:nvGrpSpPr>
                  <p:cNvPr id="2731" name="Google Shape;2731;p104"/>
                  <p:cNvGrpSpPr/>
                  <p:nvPr/>
                </p:nvGrpSpPr>
                <p:grpSpPr>
                  <a:xfrm>
                    <a:off x="-2609993" y="4996916"/>
                    <a:ext cx="389111" cy="375410"/>
                    <a:chOff x="-2542178" y="4940056"/>
                    <a:chExt cx="516835" cy="498637"/>
                  </a:xfrm>
                </p:grpSpPr>
                <p:sp>
                  <p:nvSpPr>
                    <p:cNvPr id="2732" name="Google Shape;2732;p104"/>
                    <p:cNvSpPr/>
                    <p:nvPr/>
                  </p:nvSpPr>
                  <p:spPr>
                    <a:xfrm>
                      <a:off x="-2538526" y="5145278"/>
                      <a:ext cx="510738" cy="150388"/>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2733" name="Google Shape;2733;p104"/>
                    <p:cNvGrpSpPr/>
                    <p:nvPr/>
                  </p:nvGrpSpPr>
                  <p:grpSpPr>
                    <a:xfrm>
                      <a:off x="-2542178" y="4999319"/>
                      <a:ext cx="516835" cy="439373"/>
                      <a:chOff x="-3307743" y="4999319"/>
                      <a:chExt cx="516835" cy="439373"/>
                    </a:xfrm>
                  </p:grpSpPr>
                  <p:cxnSp>
                    <p:nvCxnSpPr>
                      <p:cNvPr id="2734" name="Google Shape;2734;p104"/>
                      <p:cNvCxnSpPr/>
                      <p:nvPr/>
                    </p:nvCxnSpPr>
                    <p:spPr>
                      <a:xfrm>
                        <a:off x="-3307743" y="5141843"/>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2735" name="Google Shape;2735;p104"/>
                      <p:cNvCxnSpPr/>
                      <p:nvPr/>
                    </p:nvCxnSpPr>
                    <p:spPr>
                      <a:xfrm>
                        <a:off x="-3307743" y="5290267"/>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2736" name="Google Shape;2736;p104"/>
                      <p:cNvCxnSpPr/>
                      <p:nvPr/>
                    </p:nvCxnSpPr>
                    <p:spPr>
                      <a:xfrm>
                        <a:off x="-2969743" y="5295569"/>
                        <a:ext cx="0" cy="143123"/>
                      </a:xfrm>
                      <a:prstGeom prst="straightConnector1">
                        <a:avLst/>
                      </a:prstGeom>
                      <a:noFill/>
                      <a:ln w="9525" cap="flat" cmpd="sng">
                        <a:solidFill>
                          <a:srgbClr val="817F7C"/>
                        </a:solidFill>
                        <a:prstDash val="solid"/>
                        <a:miter lim="800000"/>
                        <a:headEnd type="none" w="sm" len="sm"/>
                        <a:tailEnd type="none" w="sm" len="sm"/>
                      </a:ln>
                    </p:spPr>
                  </p:cxnSp>
                  <p:cxnSp>
                    <p:nvCxnSpPr>
                      <p:cNvPr id="2737" name="Google Shape;2737;p104"/>
                      <p:cNvCxnSpPr/>
                      <p:nvPr/>
                    </p:nvCxnSpPr>
                    <p:spPr>
                      <a:xfrm>
                        <a:off x="-3142021" y="5295569"/>
                        <a:ext cx="0" cy="143123"/>
                      </a:xfrm>
                      <a:prstGeom prst="straightConnector1">
                        <a:avLst/>
                      </a:prstGeom>
                      <a:noFill/>
                      <a:ln w="9525" cap="flat" cmpd="sng">
                        <a:solidFill>
                          <a:srgbClr val="817F7C"/>
                        </a:solidFill>
                        <a:prstDash val="solid"/>
                        <a:miter lim="800000"/>
                        <a:headEnd type="none" w="sm" len="sm"/>
                        <a:tailEnd type="none" w="sm" len="sm"/>
                      </a:ln>
                    </p:spPr>
                  </p:cxnSp>
                  <p:sp>
                    <p:nvSpPr>
                      <p:cNvPr id="2738" name="Google Shape;2738;p104"/>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2739" name="Google Shape;2739;p104"/>
                    <p:cNvSpPr/>
                    <p:nvPr/>
                  </p:nvSpPr>
                  <p:spPr>
                    <a:xfrm rot="-5400000">
                      <a:off x="-2415001" y="4945522"/>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740" name="Google Shape;2740;p104"/>
                  <p:cNvSpPr txBox="1"/>
                  <p:nvPr/>
                </p:nvSpPr>
                <p:spPr>
                  <a:xfrm>
                    <a:off x="-2709168"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 Above</a:t>
                    </a:r>
                    <a:endParaRPr/>
                  </a:p>
                </p:txBody>
              </p:sp>
            </p:grpSp>
            <p:grpSp>
              <p:nvGrpSpPr>
                <p:cNvPr id="2741" name="Google Shape;2741;p104"/>
                <p:cNvGrpSpPr/>
                <p:nvPr/>
              </p:nvGrpSpPr>
              <p:grpSpPr>
                <a:xfrm>
                  <a:off x="-2036147" y="5039725"/>
                  <a:ext cx="572112" cy="630825"/>
                  <a:chOff x="-2099568" y="5039725"/>
                  <a:chExt cx="572112" cy="630825"/>
                </a:xfrm>
              </p:grpSpPr>
              <p:grpSp>
                <p:nvGrpSpPr>
                  <p:cNvPr id="2742" name="Google Shape;2742;p104"/>
                  <p:cNvGrpSpPr/>
                  <p:nvPr/>
                </p:nvGrpSpPr>
                <p:grpSpPr>
                  <a:xfrm rot="10800000">
                    <a:off x="-2004261" y="5039725"/>
                    <a:ext cx="389111" cy="375410"/>
                    <a:chOff x="-2542178" y="4940056"/>
                    <a:chExt cx="516835" cy="498637"/>
                  </a:xfrm>
                </p:grpSpPr>
                <p:sp>
                  <p:nvSpPr>
                    <p:cNvPr id="2743" name="Google Shape;2743;p104"/>
                    <p:cNvSpPr/>
                    <p:nvPr/>
                  </p:nvSpPr>
                  <p:spPr>
                    <a:xfrm>
                      <a:off x="-2538526" y="5145278"/>
                      <a:ext cx="510738" cy="135578"/>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2744" name="Google Shape;2744;p104"/>
                    <p:cNvGrpSpPr/>
                    <p:nvPr/>
                  </p:nvGrpSpPr>
                  <p:grpSpPr>
                    <a:xfrm>
                      <a:off x="-2542178" y="4999319"/>
                      <a:ext cx="516835" cy="439373"/>
                      <a:chOff x="-3307743" y="4999319"/>
                      <a:chExt cx="516835" cy="439373"/>
                    </a:xfrm>
                  </p:grpSpPr>
                  <p:cxnSp>
                    <p:nvCxnSpPr>
                      <p:cNvPr id="2745" name="Google Shape;2745;p104"/>
                      <p:cNvCxnSpPr/>
                      <p:nvPr/>
                    </p:nvCxnSpPr>
                    <p:spPr>
                      <a:xfrm>
                        <a:off x="-3307743" y="5141843"/>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2746" name="Google Shape;2746;p104"/>
                      <p:cNvCxnSpPr/>
                      <p:nvPr/>
                    </p:nvCxnSpPr>
                    <p:spPr>
                      <a:xfrm>
                        <a:off x="-3307743" y="5290267"/>
                        <a:ext cx="516835" cy="0"/>
                      </a:xfrm>
                      <a:prstGeom prst="straightConnector1">
                        <a:avLst/>
                      </a:prstGeom>
                      <a:noFill/>
                      <a:ln w="9525" cap="flat" cmpd="sng">
                        <a:solidFill>
                          <a:srgbClr val="817F7C"/>
                        </a:solidFill>
                        <a:prstDash val="solid"/>
                        <a:miter lim="800000"/>
                        <a:headEnd type="none" w="sm" len="sm"/>
                        <a:tailEnd type="none" w="sm" len="sm"/>
                      </a:ln>
                    </p:spPr>
                  </p:cxnSp>
                  <p:cxnSp>
                    <p:nvCxnSpPr>
                      <p:cNvPr id="2747" name="Google Shape;2747;p104"/>
                      <p:cNvCxnSpPr/>
                      <p:nvPr/>
                    </p:nvCxnSpPr>
                    <p:spPr>
                      <a:xfrm>
                        <a:off x="-2969743" y="5295569"/>
                        <a:ext cx="0" cy="143123"/>
                      </a:xfrm>
                      <a:prstGeom prst="straightConnector1">
                        <a:avLst/>
                      </a:prstGeom>
                      <a:noFill/>
                      <a:ln w="9525" cap="flat" cmpd="sng">
                        <a:solidFill>
                          <a:srgbClr val="817F7C"/>
                        </a:solidFill>
                        <a:prstDash val="solid"/>
                        <a:miter lim="800000"/>
                        <a:headEnd type="none" w="sm" len="sm"/>
                        <a:tailEnd type="none" w="sm" len="sm"/>
                      </a:ln>
                    </p:spPr>
                  </p:cxnSp>
                  <p:cxnSp>
                    <p:nvCxnSpPr>
                      <p:cNvPr id="2748" name="Google Shape;2748;p104"/>
                      <p:cNvCxnSpPr/>
                      <p:nvPr/>
                    </p:nvCxnSpPr>
                    <p:spPr>
                      <a:xfrm>
                        <a:off x="-3142021" y="5295569"/>
                        <a:ext cx="0" cy="143123"/>
                      </a:xfrm>
                      <a:prstGeom prst="straightConnector1">
                        <a:avLst/>
                      </a:prstGeom>
                      <a:noFill/>
                      <a:ln w="9525" cap="flat" cmpd="sng">
                        <a:solidFill>
                          <a:srgbClr val="817F7C"/>
                        </a:solidFill>
                        <a:prstDash val="solid"/>
                        <a:miter lim="800000"/>
                        <a:headEnd type="none" w="sm" len="sm"/>
                        <a:tailEnd type="none" w="sm" len="sm"/>
                      </a:ln>
                    </p:spPr>
                  </p:cxnSp>
                  <p:sp>
                    <p:nvSpPr>
                      <p:cNvPr id="2749" name="Google Shape;2749;p104"/>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2750" name="Google Shape;2750;p104"/>
                    <p:cNvSpPr/>
                    <p:nvPr/>
                  </p:nvSpPr>
                  <p:spPr>
                    <a:xfrm rot="-5400000">
                      <a:off x="-2415001" y="4945522"/>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751" name="Google Shape;2751;p104"/>
                  <p:cNvSpPr txBox="1"/>
                  <p:nvPr/>
                </p:nvSpPr>
                <p:spPr>
                  <a:xfrm>
                    <a:off x="-2099568"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 Below</a:t>
                    </a:r>
                    <a:endParaRPr/>
                  </a:p>
                </p:txBody>
              </p:sp>
            </p:grpSp>
            <p:grpSp>
              <p:nvGrpSpPr>
                <p:cNvPr id="2752" name="Google Shape;2752;p104"/>
                <p:cNvGrpSpPr/>
                <p:nvPr/>
              </p:nvGrpSpPr>
              <p:grpSpPr>
                <a:xfrm>
                  <a:off x="-1497156" y="5039725"/>
                  <a:ext cx="572112" cy="630825"/>
                  <a:chOff x="-1501387" y="5039725"/>
                  <a:chExt cx="572112" cy="630825"/>
                </a:xfrm>
              </p:grpSpPr>
              <p:grpSp>
                <p:nvGrpSpPr>
                  <p:cNvPr id="2753" name="Google Shape;2753;p104"/>
                  <p:cNvGrpSpPr/>
                  <p:nvPr/>
                </p:nvGrpSpPr>
                <p:grpSpPr>
                  <a:xfrm rot="10800000">
                    <a:off x="-1453772" y="5039725"/>
                    <a:ext cx="426738" cy="332849"/>
                    <a:chOff x="-2542179" y="4996586"/>
                    <a:chExt cx="566814" cy="442106"/>
                  </a:xfrm>
                </p:grpSpPr>
                <p:sp>
                  <p:nvSpPr>
                    <p:cNvPr id="2754" name="Google Shape;2754;p104"/>
                    <p:cNvSpPr/>
                    <p:nvPr/>
                  </p:nvSpPr>
                  <p:spPr>
                    <a:xfrm>
                      <a:off x="-2375154" y="4996588"/>
                      <a:ext cx="165824" cy="435881"/>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2755" name="Google Shape;2755;p104"/>
                    <p:cNvGrpSpPr/>
                    <p:nvPr/>
                  </p:nvGrpSpPr>
                  <p:grpSpPr>
                    <a:xfrm>
                      <a:off x="-2542179" y="4996586"/>
                      <a:ext cx="516836" cy="442106"/>
                      <a:chOff x="-3307744" y="4996586"/>
                      <a:chExt cx="516836" cy="442106"/>
                    </a:xfrm>
                  </p:grpSpPr>
                  <p:cxnSp>
                    <p:nvCxnSpPr>
                      <p:cNvPr id="2756" name="Google Shape;2756;p104"/>
                      <p:cNvCxnSpPr/>
                      <p:nvPr/>
                    </p:nvCxnSpPr>
                    <p:spPr>
                      <a:xfrm>
                        <a:off x="-3307744" y="5141843"/>
                        <a:ext cx="162288" cy="0"/>
                      </a:xfrm>
                      <a:prstGeom prst="straightConnector1">
                        <a:avLst/>
                      </a:prstGeom>
                      <a:noFill/>
                      <a:ln w="9525" cap="flat" cmpd="sng">
                        <a:solidFill>
                          <a:srgbClr val="817F7C"/>
                        </a:solidFill>
                        <a:prstDash val="solid"/>
                        <a:miter lim="800000"/>
                        <a:headEnd type="none" w="sm" len="sm"/>
                        <a:tailEnd type="none" w="sm" len="sm"/>
                      </a:ln>
                    </p:spPr>
                  </p:cxnSp>
                  <p:cxnSp>
                    <p:nvCxnSpPr>
                      <p:cNvPr id="2757" name="Google Shape;2757;p104"/>
                      <p:cNvCxnSpPr/>
                      <p:nvPr/>
                    </p:nvCxnSpPr>
                    <p:spPr>
                      <a:xfrm>
                        <a:off x="-3307744" y="5290267"/>
                        <a:ext cx="167025" cy="0"/>
                      </a:xfrm>
                      <a:prstGeom prst="straightConnector1">
                        <a:avLst/>
                      </a:prstGeom>
                      <a:noFill/>
                      <a:ln w="9525" cap="flat" cmpd="sng">
                        <a:solidFill>
                          <a:srgbClr val="817F7C"/>
                        </a:solidFill>
                        <a:prstDash val="solid"/>
                        <a:miter lim="800000"/>
                        <a:headEnd type="none" w="sm" len="sm"/>
                        <a:tailEnd type="none" w="sm" len="sm"/>
                      </a:ln>
                    </p:spPr>
                  </p:cxnSp>
                  <p:cxnSp>
                    <p:nvCxnSpPr>
                      <p:cNvPr id="2758" name="Google Shape;2758;p104"/>
                      <p:cNvCxnSpPr/>
                      <p:nvPr/>
                    </p:nvCxnSpPr>
                    <p:spPr>
                      <a:xfrm>
                        <a:off x="-2969743" y="5001324"/>
                        <a:ext cx="0" cy="437367"/>
                      </a:xfrm>
                      <a:prstGeom prst="straightConnector1">
                        <a:avLst/>
                      </a:prstGeom>
                      <a:noFill/>
                      <a:ln w="9525" cap="flat" cmpd="sng">
                        <a:solidFill>
                          <a:srgbClr val="817F7C"/>
                        </a:solidFill>
                        <a:prstDash val="solid"/>
                        <a:miter lim="800000"/>
                        <a:headEnd type="none" w="sm" len="sm"/>
                        <a:tailEnd type="none" w="sm" len="sm"/>
                      </a:ln>
                    </p:spPr>
                  </p:cxnSp>
                  <p:cxnSp>
                    <p:nvCxnSpPr>
                      <p:cNvPr id="2759" name="Google Shape;2759;p104"/>
                      <p:cNvCxnSpPr/>
                      <p:nvPr/>
                    </p:nvCxnSpPr>
                    <p:spPr>
                      <a:xfrm>
                        <a:off x="-3142021" y="4996586"/>
                        <a:ext cx="0" cy="442105"/>
                      </a:xfrm>
                      <a:prstGeom prst="straightConnector1">
                        <a:avLst/>
                      </a:prstGeom>
                      <a:noFill/>
                      <a:ln w="9525" cap="flat" cmpd="sng">
                        <a:solidFill>
                          <a:srgbClr val="817F7C"/>
                        </a:solidFill>
                        <a:prstDash val="solid"/>
                        <a:miter lim="800000"/>
                        <a:headEnd type="none" w="sm" len="sm"/>
                        <a:tailEnd type="none" w="sm" len="sm"/>
                      </a:ln>
                    </p:spPr>
                  </p:cxnSp>
                  <p:sp>
                    <p:nvSpPr>
                      <p:cNvPr id="2760" name="Google Shape;2760;p104"/>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2761" name="Google Shape;2761;p104"/>
                    <p:cNvSpPr/>
                    <p:nvPr/>
                  </p:nvSpPr>
                  <p:spPr>
                    <a:xfrm>
                      <a:off x="-2253916" y="5077408"/>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762" name="Google Shape;2762;p104"/>
                  <p:cNvSpPr txBox="1"/>
                  <p:nvPr/>
                </p:nvSpPr>
                <p:spPr>
                  <a:xfrm>
                    <a:off x="-1501387"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 </a:t>
                    </a:r>
                    <a:br>
                      <a:rPr lang="en-GB" sz="900" b="0">
                        <a:solidFill>
                          <a:srgbClr val="211F26"/>
                        </a:solidFill>
                        <a:latin typeface="Calibri"/>
                        <a:ea typeface="Calibri"/>
                        <a:cs typeface="Calibri"/>
                        <a:sym typeface="Calibri"/>
                      </a:rPr>
                    </a:br>
                    <a:r>
                      <a:rPr lang="en-GB" sz="900" b="0">
                        <a:solidFill>
                          <a:srgbClr val="211F26"/>
                        </a:solidFill>
                        <a:latin typeface="Calibri"/>
                        <a:ea typeface="Calibri"/>
                        <a:cs typeface="Calibri"/>
                        <a:sym typeface="Calibri"/>
                      </a:rPr>
                      <a:t>Left</a:t>
                    </a:r>
                    <a:endParaRPr/>
                  </a:p>
                </p:txBody>
              </p:sp>
            </p:grpSp>
            <p:grpSp>
              <p:nvGrpSpPr>
                <p:cNvPr id="2763" name="Google Shape;2763;p104"/>
                <p:cNvGrpSpPr/>
                <p:nvPr/>
              </p:nvGrpSpPr>
              <p:grpSpPr>
                <a:xfrm>
                  <a:off x="-973743" y="5039725"/>
                  <a:ext cx="572112" cy="630825"/>
                  <a:chOff x="-961551" y="5039725"/>
                  <a:chExt cx="572112" cy="630825"/>
                </a:xfrm>
              </p:grpSpPr>
              <p:grpSp>
                <p:nvGrpSpPr>
                  <p:cNvPr id="2764" name="Google Shape;2764;p104"/>
                  <p:cNvGrpSpPr/>
                  <p:nvPr/>
                </p:nvGrpSpPr>
                <p:grpSpPr>
                  <a:xfrm rot="10800000" flipH="1">
                    <a:off x="-868825" y="5039725"/>
                    <a:ext cx="426738" cy="332849"/>
                    <a:chOff x="-2542179" y="4996586"/>
                    <a:chExt cx="566814" cy="442106"/>
                  </a:xfrm>
                </p:grpSpPr>
                <p:sp>
                  <p:nvSpPr>
                    <p:cNvPr id="2765" name="Google Shape;2765;p104"/>
                    <p:cNvSpPr/>
                    <p:nvPr/>
                  </p:nvSpPr>
                  <p:spPr>
                    <a:xfrm>
                      <a:off x="-2375154" y="4996588"/>
                      <a:ext cx="165824" cy="435881"/>
                    </a:xfrm>
                    <a:prstGeom prst="rect">
                      <a:avLst/>
                    </a:prstGeom>
                    <a:solidFill>
                      <a:srgbClr val="C3D6E8"/>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Arial"/>
                        <a:ea typeface="Arial"/>
                        <a:cs typeface="Arial"/>
                        <a:sym typeface="Arial"/>
                      </a:endParaRPr>
                    </a:p>
                  </p:txBody>
                </p:sp>
                <p:grpSp>
                  <p:nvGrpSpPr>
                    <p:cNvPr id="2766" name="Google Shape;2766;p104"/>
                    <p:cNvGrpSpPr/>
                    <p:nvPr/>
                  </p:nvGrpSpPr>
                  <p:grpSpPr>
                    <a:xfrm>
                      <a:off x="-2542179" y="4996586"/>
                      <a:ext cx="516836" cy="442106"/>
                      <a:chOff x="-3307744" y="4996586"/>
                      <a:chExt cx="516836" cy="442106"/>
                    </a:xfrm>
                  </p:grpSpPr>
                  <p:cxnSp>
                    <p:nvCxnSpPr>
                      <p:cNvPr id="2767" name="Google Shape;2767;p104"/>
                      <p:cNvCxnSpPr/>
                      <p:nvPr/>
                    </p:nvCxnSpPr>
                    <p:spPr>
                      <a:xfrm>
                        <a:off x="-3307744" y="5141843"/>
                        <a:ext cx="162288" cy="0"/>
                      </a:xfrm>
                      <a:prstGeom prst="straightConnector1">
                        <a:avLst/>
                      </a:prstGeom>
                      <a:noFill/>
                      <a:ln w="9525" cap="flat" cmpd="sng">
                        <a:solidFill>
                          <a:srgbClr val="817F7C"/>
                        </a:solidFill>
                        <a:prstDash val="solid"/>
                        <a:miter lim="800000"/>
                        <a:headEnd type="none" w="sm" len="sm"/>
                        <a:tailEnd type="none" w="sm" len="sm"/>
                      </a:ln>
                    </p:spPr>
                  </p:cxnSp>
                  <p:cxnSp>
                    <p:nvCxnSpPr>
                      <p:cNvPr id="2768" name="Google Shape;2768;p104"/>
                      <p:cNvCxnSpPr/>
                      <p:nvPr/>
                    </p:nvCxnSpPr>
                    <p:spPr>
                      <a:xfrm>
                        <a:off x="-3307744" y="5290267"/>
                        <a:ext cx="167025" cy="0"/>
                      </a:xfrm>
                      <a:prstGeom prst="straightConnector1">
                        <a:avLst/>
                      </a:prstGeom>
                      <a:noFill/>
                      <a:ln w="9525" cap="flat" cmpd="sng">
                        <a:solidFill>
                          <a:srgbClr val="817F7C"/>
                        </a:solidFill>
                        <a:prstDash val="solid"/>
                        <a:miter lim="800000"/>
                        <a:headEnd type="none" w="sm" len="sm"/>
                        <a:tailEnd type="none" w="sm" len="sm"/>
                      </a:ln>
                    </p:spPr>
                  </p:cxnSp>
                  <p:cxnSp>
                    <p:nvCxnSpPr>
                      <p:cNvPr id="2769" name="Google Shape;2769;p104"/>
                      <p:cNvCxnSpPr/>
                      <p:nvPr/>
                    </p:nvCxnSpPr>
                    <p:spPr>
                      <a:xfrm>
                        <a:off x="-2969743" y="5001324"/>
                        <a:ext cx="0" cy="437367"/>
                      </a:xfrm>
                      <a:prstGeom prst="straightConnector1">
                        <a:avLst/>
                      </a:prstGeom>
                      <a:noFill/>
                      <a:ln w="9525" cap="flat" cmpd="sng">
                        <a:solidFill>
                          <a:srgbClr val="817F7C"/>
                        </a:solidFill>
                        <a:prstDash val="solid"/>
                        <a:miter lim="800000"/>
                        <a:headEnd type="none" w="sm" len="sm"/>
                        <a:tailEnd type="none" w="sm" len="sm"/>
                      </a:ln>
                    </p:spPr>
                  </p:cxnSp>
                  <p:cxnSp>
                    <p:nvCxnSpPr>
                      <p:cNvPr id="2770" name="Google Shape;2770;p104"/>
                      <p:cNvCxnSpPr/>
                      <p:nvPr/>
                    </p:nvCxnSpPr>
                    <p:spPr>
                      <a:xfrm>
                        <a:off x="-3142021" y="4996586"/>
                        <a:ext cx="0" cy="442105"/>
                      </a:xfrm>
                      <a:prstGeom prst="straightConnector1">
                        <a:avLst/>
                      </a:prstGeom>
                      <a:noFill/>
                      <a:ln w="9525" cap="flat" cmpd="sng">
                        <a:solidFill>
                          <a:srgbClr val="817F7C"/>
                        </a:solidFill>
                        <a:prstDash val="solid"/>
                        <a:miter lim="800000"/>
                        <a:headEnd type="none" w="sm" len="sm"/>
                        <a:tailEnd type="none" w="sm" len="sm"/>
                      </a:ln>
                    </p:spPr>
                  </p:cxnSp>
                  <p:sp>
                    <p:nvSpPr>
                      <p:cNvPr id="2771" name="Google Shape;2771;p104"/>
                      <p:cNvSpPr/>
                      <p:nvPr/>
                    </p:nvSpPr>
                    <p:spPr>
                      <a:xfrm>
                        <a:off x="-3304719" y="4999319"/>
                        <a:ext cx="513811" cy="439373"/>
                      </a:xfrm>
                      <a:prstGeom prst="rect">
                        <a:avLst/>
                      </a:prstGeom>
                      <a:no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accent1"/>
                          </a:solidFill>
                          <a:latin typeface="Calibri"/>
                          <a:ea typeface="Calibri"/>
                          <a:cs typeface="Calibri"/>
                          <a:sym typeface="Calibri"/>
                        </a:endParaRPr>
                      </a:p>
                    </p:txBody>
                  </p:sp>
                </p:grpSp>
                <p:sp>
                  <p:nvSpPr>
                    <p:cNvPr id="2772" name="Google Shape;2772;p104"/>
                    <p:cNvSpPr/>
                    <p:nvPr/>
                  </p:nvSpPr>
                  <p:spPr>
                    <a:xfrm>
                      <a:off x="-2253916" y="5077408"/>
                      <a:ext cx="278551" cy="267618"/>
                    </a:xfrm>
                    <a:prstGeom prst="rightArrow">
                      <a:avLst>
                        <a:gd name="adj1" fmla="val 25329"/>
                        <a:gd name="adj2" fmla="val 63628"/>
                      </a:avLst>
                    </a:prstGeom>
                    <a:solidFill>
                      <a:srgbClr val="4A7DB1"/>
                    </a:solidFill>
                    <a:ln w="2857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773" name="Google Shape;2773;p104"/>
                  <p:cNvSpPr txBox="1"/>
                  <p:nvPr/>
                </p:nvSpPr>
                <p:spPr>
                  <a:xfrm>
                    <a:off x="-961551" y="5460793"/>
                    <a:ext cx="572112" cy="209757"/>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a:t>
                    </a:r>
                    <a:br>
                      <a:rPr lang="en-GB" sz="900" b="0">
                        <a:solidFill>
                          <a:srgbClr val="211F26"/>
                        </a:solidFill>
                        <a:latin typeface="Calibri"/>
                        <a:ea typeface="Calibri"/>
                        <a:cs typeface="Calibri"/>
                        <a:sym typeface="Calibri"/>
                      </a:rPr>
                    </a:br>
                    <a:r>
                      <a:rPr lang="en-GB" sz="900" b="0">
                        <a:solidFill>
                          <a:srgbClr val="211F26"/>
                        </a:solidFill>
                        <a:latin typeface="Calibri"/>
                        <a:ea typeface="Calibri"/>
                        <a:cs typeface="Calibri"/>
                        <a:sym typeface="Calibri"/>
                      </a:rPr>
                      <a:t>Right</a:t>
                    </a:r>
                    <a:endParaRPr/>
                  </a:p>
                </p:txBody>
              </p:sp>
            </p:grpSp>
          </p:grpSp>
        </p:grpSp>
      </p:grpSp>
      <p:grpSp>
        <p:nvGrpSpPr>
          <p:cNvPr id="2774" name="Google Shape;2774;p104"/>
          <p:cNvGrpSpPr/>
          <p:nvPr/>
        </p:nvGrpSpPr>
        <p:grpSpPr>
          <a:xfrm>
            <a:off x="-3786437" y="0"/>
            <a:ext cx="3693386" cy="5359349"/>
            <a:chOff x="-3786437" y="0"/>
            <a:chExt cx="3693386" cy="5359349"/>
          </a:xfrm>
        </p:grpSpPr>
        <p:sp>
          <p:nvSpPr>
            <p:cNvPr id="2775" name="Google Shape;2775;p104"/>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2776" name="Google Shape;2776;p104"/>
            <p:cNvSpPr/>
            <p:nvPr/>
          </p:nvSpPr>
          <p:spPr>
            <a:xfrm>
              <a:off x="-3786165" y="1707400"/>
              <a:ext cx="3593091" cy="2836018"/>
            </a:xfrm>
            <a:prstGeom prst="rect">
              <a:avLst/>
            </a:prstGeom>
            <a:solidFill>
              <a:schemeClr val="accent1"/>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 </a:t>
              </a:r>
              <a:endParaRPr/>
            </a:p>
          </p:txBody>
        </p:sp>
        <p:sp>
          <p:nvSpPr>
            <p:cNvPr id="2777" name="Google Shape;2777;p104"/>
            <p:cNvSpPr/>
            <p:nvPr/>
          </p:nvSpPr>
          <p:spPr>
            <a:xfrm>
              <a:off x="-3604183" y="183748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1</a:t>
              </a:r>
              <a:endParaRPr/>
            </a:p>
          </p:txBody>
        </p:sp>
        <p:sp>
          <p:nvSpPr>
            <p:cNvPr id="2778" name="Google Shape;2778;p104"/>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Bullet</a:t>
              </a:r>
              <a:endParaRPr/>
            </a:p>
          </p:txBody>
        </p:sp>
        <p:sp>
          <p:nvSpPr>
            <p:cNvPr id="2779" name="Google Shape;2779;p104"/>
            <p:cNvSpPr/>
            <p:nvPr/>
          </p:nvSpPr>
          <p:spPr>
            <a:xfrm>
              <a:off x="-3604183" y="212876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2</a:t>
              </a:r>
              <a:endParaRPr/>
            </a:p>
          </p:txBody>
        </p:sp>
        <p:sp>
          <p:nvSpPr>
            <p:cNvPr id="2780" name="Google Shape;2780;p104"/>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2781" name="Google Shape;2781;p104"/>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lt1"/>
                </a:buClr>
                <a:buSzPts val="1400"/>
                <a:buFont typeface="Calibri"/>
                <a:buChar char="•"/>
              </a:pPr>
              <a:r>
                <a:rPr lang="en-GB" sz="1400" b="0" i="0" u="none" strike="noStrike" cap="none">
                  <a:solidFill>
                    <a:schemeClr val="lt1"/>
                  </a:solidFill>
                  <a:latin typeface="Arial"/>
                  <a:ea typeface="Arial"/>
                  <a:cs typeface="Arial"/>
                  <a:sym typeface="Arial"/>
                </a:rPr>
                <a:t>Sub-bullet </a:t>
              </a:r>
              <a:endParaRPr/>
            </a:p>
          </p:txBody>
        </p:sp>
        <p:sp>
          <p:nvSpPr>
            <p:cNvPr id="2782" name="Google Shape;2782;p104"/>
            <p:cNvSpPr/>
            <p:nvPr/>
          </p:nvSpPr>
          <p:spPr>
            <a:xfrm>
              <a:off x="-3604183" y="242005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3</a:t>
              </a:r>
              <a:endParaRPr/>
            </a:p>
          </p:txBody>
        </p:sp>
        <p:sp>
          <p:nvSpPr>
            <p:cNvPr id="2783" name="Google Shape;2783;p104"/>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784" name="Google Shape;2784;p104"/>
            <p:cNvSpPr/>
            <p:nvPr/>
          </p:nvSpPr>
          <p:spPr>
            <a:xfrm>
              <a:off x="-3604183" y="2711336"/>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4</a:t>
              </a:r>
              <a:endParaRPr/>
            </a:p>
          </p:txBody>
        </p:sp>
        <p:sp>
          <p:nvSpPr>
            <p:cNvPr id="2785" name="Google Shape;2785;p104"/>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2786" name="Google Shape;2786;p104"/>
            <p:cNvSpPr/>
            <p:nvPr/>
          </p:nvSpPr>
          <p:spPr>
            <a:xfrm>
              <a:off x="-3604183" y="3002620"/>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5</a:t>
              </a:r>
              <a:endParaRPr/>
            </a:p>
          </p:txBody>
        </p:sp>
        <p:sp>
          <p:nvSpPr>
            <p:cNvPr id="2787" name="Google Shape;2787;p104"/>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dk1"/>
                  </a:solidFill>
                  <a:latin typeface="Arial"/>
                  <a:ea typeface="Arial"/>
                  <a:cs typeface="Arial"/>
                  <a:sym typeface="Arial"/>
                </a:rPr>
                <a:t>Subtitle</a:t>
              </a:r>
              <a:endParaRPr/>
            </a:p>
          </p:txBody>
        </p:sp>
        <p:sp>
          <p:nvSpPr>
            <p:cNvPr id="2788" name="Google Shape;2788;p104"/>
            <p:cNvSpPr/>
            <p:nvPr/>
          </p:nvSpPr>
          <p:spPr>
            <a:xfrm>
              <a:off x="-3604183" y="329390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6</a:t>
              </a:r>
              <a:endParaRPr/>
            </a:p>
          </p:txBody>
        </p:sp>
        <p:sp>
          <p:nvSpPr>
            <p:cNvPr id="2789" name="Google Shape;2789;p104"/>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lt1"/>
                </a:buClr>
                <a:buSzPts val="1400"/>
                <a:buFont typeface="Arial"/>
                <a:buAutoNum type="arabicPeriod"/>
              </a:pPr>
              <a:r>
                <a:rPr lang="en-GB" sz="1400" b="0" i="0" u="none" strike="noStrike" cap="none">
                  <a:solidFill>
                    <a:schemeClr val="lt1"/>
                  </a:solidFill>
                  <a:latin typeface="Arial"/>
                  <a:ea typeface="Arial"/>
                  <a:cs typeface="Arial"/>
                  <a:sym typeface="Arial"/>
                </a:rPr>
                <a:t>Numerical bullet</a:t>
              </a:r>
              <a:endParaRPr/>
            </a:p>
          </p:txBody>
        </p:sp>
        <p:sp>
          <p:nvSpPr>
            <p:cNvPr id="2790" name="Google Shape;2790;p104"/>
            <p:cNvSpPr/>
            <p:nvPr/>
          </p:nvSpPr>
          <p:spPr>
            <a:xfrm>
              <a:off x="-3604183" y="3585188"/>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7</a:t>
              </a:r>
              <a:endParaRPr/>
            </a:p>
          </p:txBody>
        </p:sp>
        <p:sp>
          <p:nvSpPr>
            <p:cNvPr id="2791" name="Google Shape;2791;p104"/>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lt1"/>
                </a:buClr>
                <a:buSzPts val="1400"/>
                <a:buFont typeface="Arial"/>
                <a:buAutoNum type="alphaLcPeriod"/>
              </a:pPr>
              <a:r>
                <a:rPr lang="en-GB" sz="1400" b="0" i="0" u="none" strike="noStrike" cap="none">
                  <a:solidFill>
                    <a:schemeClr val="lt1"/>
                  </a:solidFill>
                  <a:latin typeface="Arial"/>
                  <a:ea typeface="Arial"/>
                  <a:cs typeface="Arial"/>
                  <a:sym typeface="Arial"/>
                </a:rPr>
                <a:t>Alphabetical bullet</a:t>
              </a:r>
              <a:endParaRPr/>
            </a:p>
          </p:txBody>
        </p:sp>
        <p:sp>
          <p:nvSpPr>
            <p:cNvPr id="2792" name="Google Shape;2792;p104"/>
            <p:cNvSpPr/>
            <p:nvPr/>
          </p:nvSpPr>
          <p:spPr>
            <a:xfrm>
              <a:off x="-3604183" y="3876472"/>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8</a:t>
              </a:r>
              <a:endParaRPr/>
            </a:p>
          </p:txBody>
        </p:sp>
        <p:sp>
          <p:nvSpPr>
            <p:cNvPr id="2793" name="Google Shape;2793;p104"/>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chemeClr val="lt1"/>
                  </a:solidFill>
                  <a:latin typeface="Arial"/>
                  <a:ea typeface="Arial"/>
                  <a:cs typeface="Arial"/>
                  <a:sym typeface="Arial"/>
                </a:rPr>
                <a:t>Source</a:t>
              </a:r>
              <a:endParaRPr/>
            </a:p>
          </p:txBody>
        </p:sp>
        <p:sp>
          <p:nvSpPr>
            <p:cNvPr id="2794" name="Google Shape;2794;p104"/>
            <p:cNvSpPr/>
            <p:nvPr/>
          </p:nvSpPr>
          <p:spPr>
            <a:xfrm>
              <a:off x="-3604183" y="4168594"/>
              <a:ext cx="180000" cy="180000"/>
            </a:xfrm>
            <a:prstGeom prst="ellipse">
              <a:avLst/>
            </a:prstGeom>
            <a:solidFill>
              <a:schemeClr val="l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accent1"/>
                </a:buClr>
                <a:buSzPts val="1000"/>
                <a:buFont typeface="Calibri"/>
                <a:buNone/>
              </a:pPr>
              <a:r>
                <a:rPr lang="en-GB" sz="1000" b="1" i="0" u="none" strike="noStrike" cap="none">
                  <a:solidFill>
                    <a:schemeClr val="accent1"/>
                  </a:solidFill>
                  <a:latin typeface="Calibri"/>
                  <a:ea typeface="Calibri"/>
                  <a:cs typeface="Calibri"/>
                  <a:sym typeface="Calibri"/>
                </a:rPr>
                <a:t>9</a:t>
              </a:r>
              <a:endParaRPr/>
            </a:p>
          </p:txBody>
        </p:sp>
        <p:sp>
          <p:nvSpPr>
            <p:cNvPr id="2795" name="Google Shape;2795;p104"/>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chemeClr val="lt1"/>
                  </a:solidFill>
                  <a:latin typeface="Arial"/>
                  <a:ea typeface="Arial"/>
                  <a:cs typeface="Arial"/>
                  <a:sym typeface="Arial"/>
                </a:rPr>
                <a:t>Default text</a:t>
              </a:r>
              <a:endParaRPr/>
            </a:p>
          </p:txBody>
        </p:sp>
        <p:sp>
          <p:nvSpPr>
            <p:cNvPr id="2796" name="Google Shape;2796;p104"/>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797" name="Google Shape;2797;p104"/>
            <p:cNvGrpSpPr/>
            <p:nvPr/>
          </p:nvGrpSpPr>
          <p:grpSpPr>
            <a:xfrm>
              <a:off x="-376736" y="4400186"/>
              <a:ext cx="283685" cy="283685"/>
              <a:chOff x="-510741" y="5913713"/>
              <a:chExt cx="267555" cy="267555"/>
            </a:xfrm>
          </p:grpSpPr>
          <p:sp>
            <p:nvSpPr>
              <p:cNvPr id="2798" name="Google Shape;2798;p104"/>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799" name="Google Shape;2799;p104"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800" name="Google Shape;2800;p104"/>
            <p:cNvGrpSpPr/>
            <p:nvPr/>
          </p:nvGrpSpPr>
          <p:grpSpPr>
            <a:xfrm>
              <a:off x="-3605171" y="458674"/>
              <a:ext cx="3234311" cy="558875"/>
              <a:chOff x="-3605171" y="458674"/>
              <a:chExt cx="3234311" cy="558875"/>
            </a:xfrm>
          </p:grpSpPr>
          <p:sp>
            <p:nvSpPr>
              <p:cNvPr id="2801" name="Google Shape;2801;p104"/>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2802" name="Google Shape;2802;p104"/>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803" name="Google Shape;2803;p104"/>
              <p:cNvGrpSpPr/>
              <p:nvPr/>
            </p:nvGrpSpPr>
            <p:grpSpPr>
              <a:xfrm>
                <a:off x="-3386247" y="830871"/>
                <a:ext cx="139423" cy="109566"/>
                <a:chOff x="-2866744" y="827071"/>
                <a:chExt cx="168701" cy="132575"/>
              </a:xfrm>
            </p:grpSpPr>
            <p:grpSp>
              <p:nvGrpSpPr>
                <p:cNvPr id="2804" name="Google Shape;2804;p104"/>
                <p:cNvGrpSpPr/>
                <p:nvPr/>
              </p:nvGrpSpPr>
              <p:grpSpPr>
                <a:xfrm>
                  <a:off x="-2866744" y="827071"/>
                  <a:ext cx="168701" cy="132575"/>
                  <a:chOff x="-2866744" y="827071"/>
                  <a:chExt cx="168701" cy="132575"/>
                </a:xfrm>
              </p:grpSpPr>
              <p:cxnSp>
                <p:nvCxnSpPr>
                  <p:cNvPr id="2805" name="Google Shape;2805;p104"/>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06" name="Google Shape;2806;p104"/>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07" name="Google Shape;2807;p104"/>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08" name="Google Shape;2808;p104"/>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09" name="Google Shape;2809;p104"/>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810" name="Google Shape;2810;p104"/>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811" name="Google Shape;2811;p104"/>
              <p:cNvGrpSpPr/>
              <p:nvPr/>
            </p:nvGrpSpPr>
            <p:grpSpPr>
              <a:xfrm>
                <a:off x="-3605171" y="830871"/>
                <a:ext cx="139423" cy="109566"/>
                <a:chOff x="-2866744" y="518074"/>
                <a:chExt cx="168701" cy="132575"/>
              </a:xfrm>
            </p:grpSpPr>
            <p:grpSp>
              <p:nvGrpSpPr>
                <p:cNvPr id="2812" name="Google Shape;2812;p104"/>
                <p:cNvGrpSpPr/>
                <p:nvPr/>
              </p:nvGrpSpPr>
              <p:grpSpPr>
                <a:xfrm>
                  <a:off x="-2866744" y="518074"/>
                  <a:ext cx="168701" cy="132575"/>
                  <a:chOff x="-2866744" y="518074"/>
                  <a:chExt cx="168701" cy="132575"/>
                </a:xfrm>
              </p:grpSpPr>
              <p:cxnSp>
                <p:nvCxnSpPr>
                  <p:cNvPr id="2813" name="Google Shape;2813;p104"/>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14" name="Google Shape;2814;p104"/>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15" name="Google Shape;2815;p104"/>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16" name="Google Shape;2816;p104"/>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17" name="Google Shape;2817;p104"/>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818" name="Google Shape;2818;p104"/>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2819" name="Google Shape;2819;p104"/>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2820" name="Google Shape;2820;p104"/>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2821" name="Google Shape;2821;p104"/>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2822" name="Google Shape;2822;p104"/>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2823" name="Google Shape;2823;p104"/>
              <p:cNvGrpSpPr/>
              <p:nvPr/>
            </p:nvGrpSpPr>
            <p:grpSpPr>
              <a:xfrm>
                <a:off x="-2916763" y="769168"/>
                <a:ext cx="268738" cy="248381"/>
                <a:chOff x="-2916763" y="769168"/>
                <a:chExt cx="268738" cy="248381"/>
              </a:xfrm>
            </p:grpSpPr>
            <p:sp>
              <p:nvSpPr>
                <p:cNvPr id="2824" name="Google Shape;2824;p104"/>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825" name="Google Shape;2825;p104"/>
                <p:cNvGrpSpPr/>
                <p:nvPr/>
              </p:nvGrpSpPr>
              <p:grpSpPr>
                <a:xfrm>
                  <a:off x="-2866744" y="827071"/>
                  <a:ext cx="168701" cy="132575"/>
                  <a:chOff x="-2866744" y="827071"/>
                  <a:chExt cx="168701" cy="132575"/>
                </a:xfrm>
              </p:grpSpPr>
              <p:cxnSp>
                <p:nvCxnSpPr>
                  <p:cNvPr id="2826" name="Google Shape;2826;p104"/>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27" name="Google Shape;2827;p104"/>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28" name="Google Shape;2828;p104"/>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29" name="Google Shape;2829;p104"/>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30" name="Google Shape;2830;p104"/>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831" name="Google Shape;2831;p104"/>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832" name="Google Shape;2832;p104"/>
              <p:cNvGrpSpPr/>
              <p:nvPr/>
            </p:nvGrpSpPr>
            <p:grpSpPr>
              <a:xfrm>
                <a:off x="-2916763" y="460171"/>
                <a:ext cx="268738" cy="248381"/>
                <a:chOff x="-2916763" y="460171"/>
                <a:chExt cx="268738" cy="248381"/>
              </a:xfrm>
            </p:grpSpPr>
            <p:sp>
              <p:nvSpPr>
                <p:cNvPr id="2833" name="Google Shape;2833;p104"/>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2834" name="Google Shape;2834;p104"/>
                <p:cNvGrpSpPr/>
                <p:nvPr/>
              </p:nvGrpSpPr>
              <p:grpSpPr>
                <a:xfrm>
                  <a:off x="-2866744" y="518074"/>
                  <a:ext cx="168701" cy="132575"/>
                  <a:chOff x="-2866744" y="518074"/>
                  <a:chExt cx="168701" cy="132575"/>
                </a:xfrm>
              </p:grpSpPr>
              <p:cxnSp>
                <p:nvCxnSpPr>
                  <p:cNvPr id="2835" name="Google Shape;2835;p104"/>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36" name="Google Shape;2836;p104"/>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37" name="Google Shape;2837;p104"/>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38" name="Google Shape;2838;p104"/>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2839" name="Google Shape;2839;p104"/>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2840" name="Google Shape;2840;p104"/>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2841" name="Google Shape;2841;p104"/>
            <p:cNvGrpSpPr/>
            <p:nvPr/>
          </p:nvGrpSpPr>
          <p:grpSpPr>
            <a:xfrm>
              <a:off x="-938434" y="4663037"/>
              <a:ext cx="627798" cy="576693"/>
              <a:chOff x="-1753862" y="6112775"/>
              <a:chExt cx="759635" cy="697798"/>
            </a:xfrm>
          </p:grpSpPr>
          <p:grpSp>
            <p:nvGrpSpPr>
              <p:cNvPr id="2842" name="Google Shape;2842;p104"/>
              <p:cNvGrpSpPr/>
              <p:nvPr/>
            </p:nvGrpSpPr>
            <p:grpSpPr>
              <a:xfrm>
                <a:off x="-1484858" y="6112775"/>
                <a:ext cx="205431" cy="293286"/>
                <a:chOff x="4768" y="2783"/>
                <a:chExt cx="788" cy="1125"/>
              </a:xfrm>
            </p:grpSpPr>
            <p:sp>
              <p:nvSpPr>
                <p:cNvPr id="2843" name="Google Shape;2843;p10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844" name="Google Shape;2844;p10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845" name="Google Shape;2845;p104"/>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846" name="Google Shape;2846;p104"/>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ideo">
  <p:cSld name="Video">
    <p:bg>
      <p:bgPr>
        <a:solidFill>
          <a:schemeClr val="lt1"/>
        </a:solidFill>
        <a:effectLst/>
      </p:bgPr>
    </p:bg>
    <p:spTree>
      <p:nvGrpSpPr>
        <p:cNvPr id="1" name="Shape 2847"/>
        <p:cNvGrpSpPr/>
        <p:nvPr/>
      </p:nvGrpSpPr>
      <p:grpSpPr>
        <a:xfrm>
          <a:off x="0" y="0"/>
          <a:ext cx="0" cy="0"/>
          <a:chOff x="0" y="0"/>
          <a:chExt cx="0" cy="0"/>
        </a:xfrm>
      </p:grpSpPr>
      <p:sp>
        <p:nvSpPr>
          <p:cNvPr id="2848" name="Google Shape;2848;p105"/>
          <p:cNvSpPr txBox="1">
            <a:spLocks noGrp="1"/>
          </p:cNvSpPr>
          <p:nvPr>
            <p:ph type="title"/>
          </p:nvPr>
        </p:nvSpPr>
        <p:spPr>
          <a:xfrm>
            <a:off x="0" y="-429019"/>
            <a:ext cx="624210" cy="27699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1"/>
              </a:buClr>
              <a:buSzPts val="1800"/>
              <a:buFont typeface="Arial"/>
              <a:buNone/>
              <a:defRPr sz="1800" b="1" cap="none">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9" name="Google Shape;2849;p105"/>
          <p:cNvSpPr>
            <a:spLocks noGrp="1"/>
          </p:cNvSpPr>
          <p:nvPr>
            <p:ph type="media" idx="2"/>
          </p:nvPr>
        </p:nvSpPr>
        <p:spPr>
          <a:xfrm>
            <a:off x="-1" y="0"/>
            <a:ext cx="12192000" cy="6858000"/>
          </a:xfrm>
          <a:prstGeom prst="rect">
            <a:avLst/>
          </a:prstGeom>
          <a:solidFill>
            <a:srgbClr val="F2F2F2"/>
          </a:solidFill>
          <a:ln>
            <a:noFill/>
          </a:ln>
        </p:spPr>
        <p:txBody>
          <a:bodyPr spcFirstLastPara="1" wrap="square" lIns="0" tIns="0" rIns="0" bIns="1260000" anchor="ctr" anchorCtr="0">
            <a:noAutofit/>
          </a:bodyPr>
          <a:lstStyle>
            <a:lvl1pPr marR="0" lvl="0" algn="ctr" rtl="0">
              <a:lnSpc>
                <a:spcPct val="100000"/>
              </a:lnSpc>
              <a:spcBef>
                <a:spcPts val="0"/>
              </a:spcBef>
              <a:spcAft>
                <a:spcPts val="0"/>
              </a:spcAft>
              <a:buClr>
                <a:schemeClr val="accent1"/>
              </a:buClr>
              <a:buSzPts val="1440"/>
              <a:buFont typeface="Arial"/>
              <a:buNone/>
              <a:defRPr sz="1200" b="0" i="1" u="none" strike="noStrike" cap="none">
                <a:solidFill>
                  <a:srgbClr val="7F7F7F"/>
                </a:solidFill>
                <a:latin typeface="Arial"/>
                <a:ea typeface="Arial"/>
                <a:cs typeface="Arial"/>
                <a:sym typeface="Arial"/>
              </a:defRPr>
            </a:lvl1pPr>
            <a:lvl2pPr marR="0" lvl="1" algn="l" rtl="0">
              <a:lnSpc>
                <a:spcPct val="90000"/>
              </a:lnSpc>
              <a:spcBef>
                <a:spcPts val="600"/>
              </a:spcBef>
              <a:spcAft>
                <a:spcPts val="0"/>
              </a:spcAft>
              <a:buClr>
                <a:schemeClr val="accent1"/>
              </a:buClr>
              <a:buSzPts val="2400"/>
              <a:buFont typeface="Arial"/>
              <a:buChar char="•"/>
              <a:defRPr sz="2000" b="0" i="0" u="none" strike="noStrike" cap="none">
                <a:solidFill>
                  <a:schemeClr val="dk2"/>
                </a:solidFill>
                <a:latin typeface="Arial"/>
                <a:ea typeface="Arial"/>
                <a:cs typeface="Arial"/>
                <a:sym typeface="Arial"/>
              </a:defRPr>
            </a:lvl2pPr>
            <a:lvl3pPr marR="0" lvl="2" algn="l" rtl="0">
              <a:lnSpc>
                <a:spcPct val="90000"/>
              </a:lnSpc>
              <a:spcBef>
                <a:spcPts val="600"/>
              </a:spcBef>
              <a:spcAft>
                <a:spcPts val="0"/>
              </a:spcAft>
              <a:buClr>
                <a:schemeClr val="accent3"/>
              </a:buClr>
              <a:buSzPts val="2000"/>
              <a:buFont typeface="Quattrocento Sans"/>
              <a:buNone/>
              <a:defRPr sz="2000" b="0" i="0" u="none" strike="noStrike" cap="none">
                <a:solidFill>
                  <a:schemeClr val="dk2"/>
                </a:solidFill>
                <a:latin typeface="Arial"/>
                <a:ea typeface="Arial"/>
                <a:cs typeface="Arial"/>
                <a:sym typeface="Arial"/>
              </a:defRPr>
            </a:lvl3pPr>
            <a:lvl4pPr marR="0" lvl="3" algn="l" rtl="0">
              <a:lnSpc>
                <a:spcPct val="90000"/>
              </a:lnSpc>
              <a:spcBef>
                <a:spcPts val="600"/>
              </a:spcBef>
              <a:spcAft>
                <a:spcPts val="0"/>
              </a:spcAft>
              <a:buClr>
                <a:schemeClr val="dk2"/>
              </a:buClr>
              <a:buSzPts val="3600"/>
              <a:buFont typeface="Arial"/>
              <a:buNone/>
              <a:defRPr sz="3600" b="1" i="0" u="none" strike="noStrike" cap="none">
                <a:solidFill>
                  <a:schemeClr val="dk2"/>
                </a:solidFill>
                <a:latin typeface="Arial"/>
                <a:ea typeface="Arial"/>
                <a:cs typeface="Arial"/>
                <a:sym typeface="Arial"/>
              </a:defRPr>
            </a:lvl4pPr>
            <a:lvl5pPr marR="0" lvl="4" algn="l" rtl="0">
              <a:lnSpc>
                <a:spcPct val="90000"/>
              </a:lnSpc>
              <a:spcBef>
                <a:spcPts val="600"/>
              </a:spcBef>
              <a:spcAft>
                <a:spcPts val="0"/>
              </a:spcAft>
              <a:buClr>
                <a:schemeClr val="accent1"/>
              </a:buClr>
              <a:buSzPts val="2400"/>
              <a:buFont typeface="Arial"/>
              <a:buNone/>
              <a:defRPr sz="2400" b="0" i="0" u="none" strike="noStrike" cap="none">
                <a:solidFill>
                  <a:schemeClr val="accent1"/>
                </a:solidFill>
                <a:latin typeface="Arial"/>
                <a:ea typeface="Arial"/>
                <a:cs typeface="Arial"/>
                <a:sym typeface="Arial"/>
              </a:defRPr>
            </a:lvl5pPr>
            <a:lvl6pPr marR="0" lvl="5" algn="l" rtl="0">
              <a:lnSpc>
                <a:spcPct val="90000"/>
              </a:lnSpc>
              <a:spcBef>
                <a:spcPts val="6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600"/>
              </a:spcBef>
              <a:spcAft>
                <a:spcPts val="0"/>
              </a:spcAft>
              <a:buClr>
                <a:schemeClr val="accent1"/>
              </a:buClr>
              <a:buSzPts val="2000"/>
              <a:buFont typeface="Arial"/>
              <a:buAutoNum type="arabicPeriod"/>
              <a:defRPr sz="2000" b="0" i="0" u="none" strike="noStrike" cap="none">
                <a:solidFill>
                  <a:schemeClr val="dk1"/>
                </a:solidFill>
                <a:latin typeface="Arial"/>
                <a:ea typeface="Arial"/>
                <a:cs typeface="Arial"/>
                <a:sym typeface="Arial"/>
              </a:defRPr>
            </a:lvl7pPr>
            <a:lvl8pPr marR="0" lvl="7" algn="l" rtl="0">
              <a:lnSpc>
                <a:spcPct val="90000"/>
              </a:lnSpc>
              <a:spcBef>
                <a:spcPts val="600"/>
              </a:spcBef>
              <a:spcAft>
                <a:spcPts val="0"/>
              </a:spcAft>
              <a:buClr>
                <a:schemeClr val="accent1"/>
              </a:buClr>
              <a:buSzPts val="2000"/>
              <a:buFont typeface="Arial"/>
              <a:buAutoNum type="alphaLcPeriod"/>
              <a:defRPr sz="2000" b="0" i="0" u="none" strike="noStrike" cap="none">
                <a:solidFill>
                  <a:schemeClr val="dk1"/>
                </a:solidFill>
                <a:latin typeface="Arial"/>
                <a:ea typeface="Arial"/>
                <a:cs typeface="Arial"/>
                <a:sym typeface="Arial"/>
              </a:defRPr>
            </a:lvl8pPr>
            <a:lvl9pPr marR="0" lvl="8" algn="l" rtl="0">
              <a:lnSpc>
                <a:spcPct val="90000"/>
              </a:lnSpc>
              <a:spcBef>
                <a:spcPts val="600"/>
              </a:spcBef>
              <a:spcAft>
                <a:spcPts val="600"/>
              </a:spcAft>
              <a:buClr>
                <a:schemeClr val="accent1"/>
              </a:buClr>
              <a:buSzPts val="1600"/>
              <a:buFont typeface="Arial"/>
              <a:buNone/>
              <a:defRPr sz="1600" b="0" i="1" u="none" strike="noStrike" cap="none">
                <a:solidFill>
                  <a:schemeClr val="dk1"/>
                </a:solidFill>
                <a:latin typeface="Arial"/>
                <a:ea typeface="Arial"/>
                <a:cs typeface="Arial"/>
                <a:sym typeface="Arial"/>
              </a:defRPr>
            </a:lvl9pPr>
          </a:lstStyle>
          <a:p>
            <a:endParaRPr/>
          </a:p>
        </p:txBody>
      </p:sp>
      <p:sp>
        <p:nvSpPr>
          <p:cNvPr id="2850" name="Google Shape;2850;p105"/>
          <p:cNvSpPr txBox="1">
            <a:spLocks noGrp="1"/>
          </p:cNvSpPr>
          <p:nvPr>
            <p:ph type="body" idx="1"/>
          </p:nvPr>
        </p:nvSpPr>
        <p:spPr>
          <a:xfrm>
            <a:off x="0" y="4094329"/>
            <a:ext cx="12192000" cy="2763672"/>
          </a:xfrm>
          <a:prstGeom prst="rect">
            <a:avLst/>
          </a:prstGeom>
          <a:gradFill>
            <a:gsLst>
              <a:gs pos="0">
                <a:srgbClr val="000000">
                  <a:alpha val="29019"/>
                </a:srgbClr>
              </a:gs>
              <a:gs pos="48000">
                <a:srgbClr val="000000">
                  <a:alpha val="0"/>
                </a:srgbClr>
              </a:gs>
              <a:gs pos="100000">
                <a:srgbClr val="000000">
                  <a:alpha val="0"/>
                </a:srgbClr>
              </a:gs>
            </a:gsLst>
            <a:lin ang="16200000" scaled="0"/>
          </a:grad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2851" name="Google Shape;2851;p105"/>
          <p:cNvSpPr txBox="1">
            <a:spLocks noGrp="1"/>
          </p:cNvSpPr>
          <p:nvPr>
            <p:ph type="body" idx="3"/>
          </p:nvPr>
        </p:nvSpPr>
        <p:spPr>
          <a:xfrm>
            <a:off x="720362" y="6216736"/>
            <a:ext cx="961200" cy="381600"/>
          </a:xfrm>
          <a:prstGeom prst="rect">
            <a:avLst/>
          </a:prstGeom>
          <a:blipFill rotWithShape="1">
            <a:blip r:embed="rId2">
              <a:alphaModFix/>
            </a:blip>
            <a:stretch>
              <a:fillRect t="53" b="53"/>
            </a:stretch>
          </a:blipFill>
          <a:ln>
            <a:noFill/>
          </a:ln>
        </p:spPr>
        <p:txBody>
          <a:bodyPr spcFirstLastPara="1" wrap="square" lIns="0" tIns="0" rIns="0" bIns="0" anchor="t" anchorCtr="0">
            <a:noAutofit/>
          </a:bodyPr>
          <a:lstStyle>
            <a:lvl1pPr marL="457200" lvl="0" indent="-228600" algn="l">
              <a:lnSpc>
                <a:spcPct val="90000"/>
              </a:lnSpc>
              <a:spcBef>
                <a:spcPts val="600"/>
              </a:spcBef>
              <a:spcAft>
                <a:spcPts val="0"/>
              </a:spcAft>
              <a:buSzPts val="120"/>
              <a:buNone/>
              <a:defRPr sz="100">
                <a:solidFill>
                  <a:schemeClr val="dk2"/>
                </a:solidFill>
              </a:defRPr>
            </a:lvl1pPr>
            <a:lvl2pPr marL="914400" lvl="1" indent="-365760" algn="l">
              <a:lnSpc>
                <a:spcPct val="90000"/>
              </a:lnSpc>
              <a:spcBef>
                <a:spcPts val="600"/>
              </a:spcBef>
              <a:spcAft>
                <a:spcPts val="0"/>
              </a:spcAft>
              <a:buSzPts val="2160"/>
              <a:buChar char="•"/>
              <a:defRPr/>
            </a:lvl2pPr>
            <a:lvl3pPr marL="1371600" lvl="2" indent="-228600" algn="l">
              <a:lnSpc>
                <a:spcPct val="90000"/>
              </a:lnSpc>
              <a:spcBef>
                <a:spcPts val="600"/>
              </a:spcBef>
              <a:spcAft>
                <a:spcPts val="0"/>
              </a:spcAft>
              <a:buSzPts val="1800"/>
              <a:buNone/>
              <a:defRPr/>
            </a:lvl3pPr>
            <a:lvl4pPr marL="1828800" lvl="3" indent="-228600" algn="l">
              <a:lnSpc>
                <a:spcPct val="90000"/>
              </a:lnSpc>
              <a:spcBef>
                <a:spcPts val="600"/>
              </a:spcBef>
              <a:spcAft>
                <a:spcPts val="0"/>
              </a:spcAft>
              <a:buClr>
                <a:schemeClr val="dk2"/>
              </a:buClr>
              <a:buSzPts val="1800"/>
              <a:buNone/>
              <a:defRPr/>
            </a:lvl4pPr>
            <a:lvl5pPr marL="2286000" lvl="4" indent="-228600" algn="l">
              <a:lnSpc>
                <a:spcPct val="90000"/>
              </a:lnSpc>
              <a:spcBef>
                <a:spcPts val="600"/>
              </a:spcBef>
              <a:spcAft>
                <a:spcPts val="0"/>
              </a:spcAft>
              <a:buClr>
                <a:schemeClr val="accent1"/>
              </a:buClr>
              <a:buSzPts val="1800"/>
              <a:buNone/>
              <a:defRPr/>
            </a:lvl5pPr>
            <a:lvl6pPr marL="2743200" lvl="5" indent="-228600" algn="l">
              <a:lnSpc>
                <a:spcPct val="90000"/>
              </a:lnSpc>
              <a:spcBef>
                <a:spcPts val="600"/>
              </a:spcBef>
              <a:spcAft>
                <a:spcPts val="0"/>
              </a:spcAft>
              <a:buSzPts val="1800"/>
              <a:buNone/>
              <a:defRPr/>
            </a:lvl6pPr>
            <a:lvl7pPr marL="3200400" lvl="6" indent="-342900" algn="l">
              <a:lnSpc>
                <a:spcPct val="90000"/>
              </a:lnSpc>
              <a:spcBef>
                <a:spcPts val="600"/>
              </a:spcBef>
              <a:spcAft>
                <a:spcPts val="0"/>
              </a:spcAft>
              <a:buSzPts val="1800"/>
              <a:buAutoNum type="arabicPeriod"/>
              <a:defRPr/>
            </a:lvl7pPr>
            <a:lvl8pPr marL="3657600" lvl="7" indent="-342900" algn="l">
              <a:lnSpc>
                <a:spcPct val="90000"/>
              </a:lnSpc>
              <a:spcBef>
                <a:spcPts val="600"/>
              </a:spcBef>
              <a:spcAft>
                <a:spcPts val="0"/>
              </a:spcAft>
              <a:buSzPts val="1800"/>
              <a:buAutoNum type="alphaLcPeriod"/>
              <a:defRPr/>
            </a:lvl8pPr>
            <a:lvl9pPr marL="4114800" lvl="8" indent="-228600" algn="l">
              <a:lnSpc>
                <a:spcPct val="90000"/>
              </a:lnSpc>
              <a:spcBef>
                <a:spcPts val="600"/>
              </a:spcBef>
              <a:spcAft>
                <a:spcPts val="600"/>
              </a:spcAft>
              <a:buSzPts val="1800"/>
              <a:buNone/>
              <a:defRPr/>
            </a:lvl9pPr>
          </a:lstStyle>
          <a:p>
            <a:endParaRPr/>
          </a:p>
        </p:txBody>
      </p:sp>
      <p:sp>
        <p:nvSpPr>
          <p:cNvPr id="2852" name="Google Shape;2852;p105"/>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3" name="Google Shape;2853;p105"/>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lvl="0" indent="0" algn="r">
              <a:spcBef>
                <a:spcPts val="0"/>
              </a:spcBef>
              <a:buNone/>
              <a:defRPr sz="1200" b="1">
                <a:solidFill>
                  <a:schemeClr val="lt1"/>
                </a:solidFill>
                <a:latin typeface="Arial"/>
                <a:ea typeface="Arial"/>
                <a:cs typeface="Arial"/>
                <a:sym typeface="Arial"/>
              </a:defRPr>
            </a:lvl1pPr>
            <a:lvl2pPr marL="0" lvl="1" indent="0" algn="r">
              <a:spcBef>
                <a:spcPts val="0"/>
              </a:spcBef>
              <a:buNone/>
              <a:defRPr sz="1200" b="1">
                <a:solidFill>
                  <a:schemeClr val="lt1"/>
                </a:solidFill>
                <a:latin typeface="Arial"/>
                <a:ea typeface="Arial"/>
                <a:cs typeface="Arial"/>
                <a:sym typeface="Arial"/>
              </a:defRPr>
            </a:lvl2pPr>
            <a:lvl3pPr marL="0" lvl="2" indent="0" algn="r">
              <a:spcBef>
                <a:spcPts val="0"/>
              </a:spcBef>
              <a:buNone/>
              <a:defRPr sz="1200" b="1">
                <a:solidFill>
                  <a:schemeClr val="lt1"/>
                </a:solidFill>
                <a:latin typeface="Arial"/>
                <a:ea typeface="Arial"/>
                <a:cs typeface="Arial"/>
                <a:sym typeface="Arial"/>
              </a:defRPr>
            </a:lvl3pPr>
            <a:lvl4pPr marL="0" lvl="3" indent="0" algn="r">
              <a:spcBef>
                <a:spcPts val="0"/>
              </a:spcBef>
              <a:buNone/>
              <a:defRPr sz="1200" b="1">
                <a:solidFill>
                  <a:schemeClr val="lt1"/>
                </a:solidFill>
                <a:latin typeface="Arial"/>
                <a:ea typeface="Arial"/>
                <a:cs typeface="Arial"/>
                <a:sym typeface="Arial"/>
              </a:defRPr>
            </a:lvl4pPr>
            <a:lvl5pPr marL="0" lvl="4" indent="0" algn="r">
              <a:spcBef>
                <a:spcPts val="0"/>
              </a:spcBef>
              <a:buNone/>
              <a:defRPr sz="1200" b="1">
                <a:solidFill>
                  <a:schemeClr val="lt1"/>
                </a:solidFill>
                <a:latin typeface="Arial"/>
                <a:ea typeface="Arial"/>
                <a:cs typeface="Arial"/>
                <a:sym typeface="Arial"/>
              </a:defRPr>
            </a:lvl5pPr>
            <a:lvl6pPr marL="0" lvl="5" indent="0" algn="r">
              <a:spcBef>
                <a:spcPts val="0"/>
              </a:spcBef>
              <a:buNone/>
              <a:defRPr sz="1200" b="1">
                <a:solidFill>
                  <a:schemeClr val="lt1"/>
                </a:solidFill>
                <a:latin typeface="Arial"/>
                <a:ea typeface="Arial"/>
                <a:cs typeface="Arial"/>
                <a:sym typeface="Arial"/>
              </a:defRPr>
            </a:lvl6pPr>
            <a:lvl7pPr marL="0" lvl="6" indent="0" algn="r">
              <a:spcBef>
                <a:spcPts val="0"/>
              </a:spcBef>
              <a:buNone/>
              <a:defRPr sz="1200" b="1">
                <a:solidFill>
                  <a:schemeClr val="lt1"/>
                </a:solidFill>
                <a:latin typeface="Arial"/>
                <a:ea typeface="Arial"/>
                <a:cs typeface="Arial"/>
                <a:sym typeface="Arial"/>
              </a:defRPr>
            </a:lvl7pPr>
            <a:lvl8pPr marL="0" lvl="7" indent="0" algn="r">
              <a:spcBef>
                <a:spcPts val="0"/>
              </a:spcBef>
              <a:buNone/>
              <a:defRPr sz="1200" b="1">
                <a:solidFill>
                  <a:schemeClr val="lt1"/>
                </a:solidFill>
                <a:latin typeface="Arial"/>
                <a:ea typeface="Arial"/>
                <a:cs typeface="Arial"/>
                <a:sym typeface="Arial"/>
              </a:defRPr>
            </a:lvl8pPr>
            <a:lvl9pPr marL="0" lvl="8" indent="0" algn="r">
              <a:spcBef>
                <a:spcPts val="0"/>
              </a:spcBef>
              <a:buNone/>
              <a:defRPr sz="12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grpSp>
        <p:nvGrpSpPr>
          <p:cNvPr id="2854" name="Google Shape;2854;p105"/>
          <p:cNvGrpSpPr/>
          <p:nvPr/>
        </p:nvGrpSpPr>
        <p:grpSpPr>
          <a:xfrm>
            <a:off x="-3786165" y="0"/>
            <a:ext cx="3693114" cy="6680351"/>
            <a:chOff x="-3786165" y="0"/>
            <a:chExt cx="3693114" cy="6680351"/>
          </a:xfrm>
        </p:grpSpPr>
        <p:sp>
          <p:nvSpPr>
            <p:cNvPr id="2855" name="Google Shape;2855;p105"/>
            <p:cNvSpPr/>
            <p:nvPr/>
          </p:nvSpPr>
          <p:spPr>
            <a:xfrm>
              <a:off x="-3786165" y="0"/>
              <a:ext cx="3593091" cy="5936776"/>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INSERT/EDIT A VIDEO</a:t>
              </a:r>
              <a:endParaRPr/>
            </a:p>
          </p:txBody>
        </p:sp>
        <p:sp>
          <p:nvSpPr>
            <p:cNvPr id="2856" name="Google Shape;2856;p105"/>
            <p:cNvSpPr/>
            <p:nvPr/>
          </p:nvSpPr>
          <p:spPr>
            <a:xfrm>
              <a:off x="-3603587" y="46532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2857" name="Google Shape;2857;p105"/>
            <p:cNvSpPr/>
            <p:nvPr/>
          </p:nvSpPr>
          <p:spPr>
            <a:xfrm>
              <a:off x="-3319415" y="465324"/>
              <a:ext cx="2944682" cy="658026"/>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If necessary, delete the existing video</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by using the </a:t>
              </a:r>
              <a:r>
                <a:rPr lang="en-GB" sz="1200" b="1" i="0" u="none" strike="noStrike" cap="none">
                  <a:solidFill>
                    <a:srgbClr val="000000"/>
                  </a:solidFill>
                  <a:latin typeface="Calibri"/>
                  <a:ea typeface="Calibri"/>
                  <a:cs typeface="Calibri"/>
                  <a:sym typeface="Calibri"/>
                </a:rPr>
                <a:t>‘Backspace key’</a:t>
              </a:r>
              <a:r>
                <a:rPr lang="en-GB" sz="1200" b="0" i="0" u="none" strike="noStrike" cap="none">
                  <a:solidFill>
                    <a:srgbClr val="000000"/>
                  </a:solidFill>
                  <a:latin typeface="Calibri"/>
                  <a:ea typeface="Calibri"/>
                  <a:cs typeface="Calibri"/>
                  <a:sym typeface="Calibri"/>
                </a:rPr>
                <a:t>.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pictogram to insert a new video</a:t>
              </a:r>
              <a:br>
                <a:rPr lang="en-GB" sz="1200" b="0" i="0" u="none" strike="noStrike" cap="none">
                  <a:solidFill>
                    <a:srgbClr val="000000"/>
                  </a:solidFill>
                  <a:latin typeface="Calibri"/>
                  <a:ea typeface="Calibri"/>
                  <a:cs typeface="Calibri"/>
                  <a:sym typeface="Calibri"/>
                </a:rPr>
              </a:br>
              <a:r>
                <a:rPr lang="en-GB" sz="1200" b="0" i="1" u="none" strike="noStrike" cap="none">
                  <a:solidFill>
                    <a:srgbClr val="000000"/>
                  </a:solidFill>
                  <a:latin typeface="Calibri"/>
                  <a:ea typeface="Calibri"/>
                  <a:cs typeface="Calibri"/>
                  <a:sym typeface="Calibri"/>
                </a:rPr>
                <a:t>(see example below)</a:t>
              </a:r>
              <a:r>
                <a:rPr lang="en-GB" sz="1200" b="0" i="0" u="none" strike="noStrike" cap="none">
                  <a:solidFill>
                    <a:srgbClr val="000000"/>
                  </a:solidFill>
                  <a:latin typeface="Calibri"/>
                  <a:ea typeface="Calibri"/>
                  <a:cs typeface="Calibri"/>
                  <a:sym typeface="Calibri"/>
                </a:rPr>
                <a:t>.</a:t>
              </a:r>
              <a:endParaRPr/>
            </a:p>
          </p:txBody>
        </p:sp>
        <p:sp>
          <p:nvSpPr>
            <p:cNvPr id="2858" name="Google Shape;2858;p105"/>
            <p:cNvSpPr/>
            <p:nvPr/>
          </p:nvSpPr>
          <p:spPr>
            <a:xfrm>
              <a:off x="-3603587" y="1729709"/>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2859" name="Google Shape;2859;p105"/>
            <p:cNvSpPr/>
            <p:nvPr/>
          </p:nvSpPr>
          <p:spPr>
            <a:xfrm>
              <a:off x="-3319415" y="1729710"/>
              <a:ext cx="2944682" cy="326338"/>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Select the preferred video</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and click on  </a:t>
              </a:r>
              <a:r>
                <a:rPr lang="en-GB" sz="1200" b="1" i="0" u="none" strike="noStrike" cap="none">
                  <a:solidFill>
                    <a:srgbClr val="000000"/>
                  </a:solidFill>
                  <a:latin typeface="Calibri"/>
                  <a:ea typeface="Calibri"/>
                  <a:cs typeface="Calibri"/>
                  <a:sym typeface="Calibri"/>
                </a:rPr>
                <a:t>‘Insert’</a:t>
              </a:r>
              <a:r>
                <a:rPr lang="en-GB" sz="1200" b="0" i="0" u="none" strike="noStrike" cap="none">
                  <a:solidFill>
                    <a:srgbClr val="000000"/>
                  </a:solidFill>
                  <a:latin typeface="Calibri"/>
                  <a:ea typeface="Calibri"/>
                  <a:cs typeface="Calibri"/>
                  <a:sym typeface="Calibri"/>
                </a:rPr>
                <a:t>.</a:t>
              </a:r>
              <a:endParaRPr/>
            </a:p>
          </p:txBody>
        </p:sp>
        <p:grpSp>
          <p:nvGrpSpPr>
            <p:cNvPr id="2860" name="Google Shape;2860;p105"/>
            <p:cNvGrpSpPr/>
            <p:nvPr/>
          </p:nvGrpSpPr>
          <p:grpSpPr>
            <a:xfrm>
              <a:off x="-3311319" y="2164285"/>
              <a:ext cx="825500" cy="209550"/>
              <a:chOff x="13504624" y="2482850"/>
              <a:chExt cx="825500" cy="209550"/>
            </a:xfrm>
          </p:grpSpPr>
          <p:sp>
            <p:nvSpPr>
              <p:cNvPr id="2861" name="Google Shape;2861;p105"/>
              <p:cNvSpPr/>
              <p:nvPr/>
            </p:nvSpPr>
            <p:spPr>
              <a:xfrm>
                <a:off x="13504624" y="2482850"/>
                <a:ext cx="825500" cy="209550"/>
              </a:xfrm>
              <a:prstGeom prst="rect">
                <a:avLst/>
              </a:prstGeom>
              <a:solidFill>
                <a:srgbClr val="E5F1FB"/>
              </a:solidFill>
              <a:ln w="12700" cap="flat" cmpd="sng">
                <a:solidFill>
                  <a:srgbClr val="0B7ED9"/>
                </a:solidFill>
                <a:prstDash val="solid"/>
                <a:miter lim="800000"/>
                <a:headEnd type="none" w="sm" len="sm"/>
                <a:tailEnd type="none" w="sm" len="sm"/>
              </a:ln>
            </p:spPr>
            <p:txBody>
              <a:bodyPr spcFirstLastPara="1" wrap="square" lIns="72000" tIns="0" rIns="28800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Insert</a:t>
                </a:r>
                <a:endParaRPr/>
              </a:p>
            </p:txBody>
          </p:sp>
          <p:cxnSp>
            <p:nvCxnSpPr>
              <p:cNvPr id="2862" name="Google Shape;2862;p105"/>
              <p:cNvCxnSpPr/>
              <p:nvPr/>
            </p:nvCxnSpPr>
            <p:spPr>
              <a:xfrm>
                <a:off x="14155269" y="2515250"/>
                <a:ext cx="0" cy="142717"/>
              </a:xfrm>
              <a:prstGeom prst="straightConnector1">
                <a:avLst/>
              </a:prstGeom>
              <a:noFill/>
              <a:ln w="9525" cap="flat" cmpd="sng">
                <a:solidFill>
                  <a:srgbClr val="44546A"/>
                </a:solidFill>
                <a:prstDash val="solid"/>
                <a:round/>
                <a:headEnd type="none" w="sm" len="sm"/>
                <a:tailEnd type="none" w="sm" len="sm"/>
              </a:ln>
            </p:spPr>
          </p:cxnSp>
          <p:sp>
            <p:nvSpPr>
              <p:cNvPr id="2863" name="Google Shape;2863;p105"/>
              <p:cNvSpPr/>
              <p:nvPr/>
            </p:nvSpPr>
            <p:spPr>
              <a:xfrm rot="10800000">
                <a:off x="14196089" y="2566904"/>
                <a:ext cx="86866" cy="51147"/>
              </a:xfrm>
              <a:prstGeom prst="triangle">
                <a:avLst>
                  <a:gd name="adj" fmla="val 50000"/>
                </a:avLst>
              </a:prstGeom>
              <a:solidFill>
                <a:srgbClr val="000000"/>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900" b="1">
                  <a:solidFill>
                    <a:srgbClr val="211F26"/>
                  </a:solidFill>
                  <a:latin typeface="Calibri"/>
                  <a:ea typeface="Calibri"/>
                  <a:cs typeface="Calibri"/>
                  <a:sym typeface="Calibri"/>
                </a:endParaRPr>
              </a:p>
            </p:txBody>
          </p:sp>
        </p:grpSp>
        <p:sp>
          <p:nvSpPr>
            <p:cNvPr id="2864" name="Google Shape;2864;p105"/>
            <p:cNvSpPr/>
            <p:nvPr/>
          </p:nvSpPr>
          <p:spPr>
            <a:xfrm>
              <a:off x="-3603587" y="2553359"/>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2865" name="Google Shape;2865;p105"/>
            <p:cNvSpPr/>
            <p:nvPr/>
          </p:nvSpPr>
          <p:spPr>
            <a:xfrm>
              <a:off x="-3319416" y="2553360"/>
              <a:ext cx="3126341" cy="462795"/>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Click with the right mouse button on the thumbnail display of the slide on the left side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of the screen and choose </a:t>
              </a:r>
              <a:r>
                <a:rPr lang="en-GB" sz="1200" b="1" i="0" u="none" strike="noStrike" cap="none">
                  <a:solidFill>
                    <a:srgbClr val="000000"/>
                  </a:solidFill>
                  <a:latin typeface="Calibri"/>
                  <a:ea typeface="Calibri"/>
                  <a:cs typeface="Calibri"/>
                  <a:sym typeface="Calibri"/>
                </a:rPr>
                <a:t>‘Reset slide’</a:t>
              </a:r>
              <a:r>
                <a:rPr lang="en-GB" sz="1200" b="0" i="0" u="none" strike="noStrike" cap="none">
                  <a:solidFill>
                    <a:srgbClr val="000000"/>
                  </a:solidFill>
                  <a:latin typeface="Calibri"/>
                  <a:ea typeface="Calibri"/>
                  <a:cs typeface="Calibri"/>
                  <a:sym typeface="Calibri"/>
                </a:rPr>
                <a:t>.</a:t>
              </a:r>
              <a:endParaRPr/>
            </a:p>
          </p:txBody>
        </p:sp>
        <p:sp>
          <p:nvSpPr>
            <p:cNvPr id="2866" name="Google Shape;2866;p105"/>
            <p:cNvSpPr/>
            <p:nvPr/>
          </p:nvSpPr>
          <p:spPr>
            <a:xfrm>
              <a:off x="-3603587" y="4145789"/>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2867" name="Google Shape;2867;p105"/>
            <p:cNvSpPr/>
            <p:nvPr/>
          </p:nvSpPr>
          <p:spPr>
            <a:xfrm>
              <a:off x="-3319415" y="4145790"/>
              <a:ext cx="2944682" cy="794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To scale or drag the video, go to the tab </a:t>
              </a:r>
              <a:br>
                <a:rPr lang="en-GB" sz="1200" b="0" i="0" u="none" strike="noStrike" cap="none">
                  <a:solidFill>
                    <a:srgbClr val="000000"/>
                  </a:solidFill>
                  <a:latin typeface="Calibri"/>
                  <a:ea typeface="Calibri"/>
                  <a:cs typeface="Calibri"/>
                  <a:sym typeface="Calibri"/>
                </a:rPr>
              </a:br>
              <a:r>
                <a:rPr lang="en-GB" sz="1200" b="1" i="0" u="none" strike="noStrike" cap="none">
                  <a:solidFill>
                    <a:srgbClr val="000000"/>
                  </a:solidFill>
                  <a:latin typeface="Calibri"/>
                  <a:ea typeface="Calibri"/>
                  <a:cs typeface="Calibri"/>
                  <a:sym typeface="Calibri"/>
                </a:rPr>
                <a:t>‘Video Tools - Format’</a:t>
              </a:r>
              <a:r>
                <a:rPr lang="en-GB" sz="1200" b="0" i="0" u="none" strike="noStrike" cap="none">
                  <a:solidFill>
                    <a:srgbClr val="000000"/>
                  </a:solidFill>
                  <a:latin typeface="Calibri"/>
                  <a:ea typeface="Calibri"/>
                  <a:cs typeface="Calibri"/>
                  <a:sym typeface="Calibri"/>
                </a:rPr>
                <a:t> and click on</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button </a:t>
              </a:r>
              <a:r>
                <a:rPr lang="en-GB" sz="1200" b="1" i="0" u="none" strike="noStrike" cap="none">
                  <a:solidFill>
                    <a:srgbClr val="000000"/>
                  </a:solidFill>
                  <a:latin typeface="Calibri"/>
                  <a:ea typeface="Calibri"/>
                  <a:cs typeface="Calibri"/>
                  <a:sym typeface="Calibri"/>
                </a:rPr>
                <a:t>‘Crop’</a:t>
              </a:r>
              <a:r>
                <a:rPr lang="en-GB" sz="1200" b="0" i="0" u="none" strike="noStrike" cap="none">
                  <a:solidFill>
                    <a:srgbClr val="000000"/>
                  </a:solidFill>
                  <a:latin typeface="Calibri"/>
                  <a:ea typeface="Calibri"/>
                  <a:cs typeface="Calibri"/>
                  <a:sym typeface="Calibri"/>
                </a:rPr>
                <a:t>. Scale the video itself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spheres and scale the video frame with</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the brackets.</a:t>
              </a:r>
              <a:endParaRPr/>
            </a:p>
          </p:txBody>
        </p:sp>
        <p:grpSp>
          <p:nvGrpSpPr>
            <p:cNvPr id="2868" name="Google Shape;2868;p105"/>
            <p:cNvGrpSpPr/>
            <p:nvPr/>
          </p:nvGrpSpPr>
          <p:grpSpPr>
            <a:xfrm>
              <a:off x="-3449237" y="5047414"/>
              <a:ext cx="622283" cy="612919"/>
              <a:chOff x="12617641" y="3403239"/>
              <a:chExt cx="752963" cy="741634"/>
            </a:xfrm>
          </p:grpSpPr>
          <p:grpSp>
            <p:nvGrpSpPr>
              <p:cNvPr id="2869" name="Google Shape;2869;p105"/>
              <p:cNvGrpSpPr/>
              <p:nvPr/>
            </p:nvGrpSpPr>
            <p:grpSpPr>
              <a:xfrm>
                <a:off x="12771550" y="3403239"/>
                <a:ext cx="467156" cy="448491"/>
                <a:chOff x="12782177" y="3403239"/>
                <a:chExt cx="467156" cy="448491"/>
              </a:xfrm>
            </p:grpSpPr>
            <p:grpSp>
              <p:nvGrpSpPr>
                <p:cNvPr id="2870" name="Google Shape;2870;p105"/>
                <p:cNvGrpSpPr/>
                <p:nvPr/>
              </p:nvGrpSpPr>
              <p:grpSpPr>
                <a:xfrm>
                  <a:off x="12782177" y="3403239"/>
                  <a:ext cx="412972" cy="396132"/>
                  <a:chOff x="13554906" y="3320109"/>
                  <a:chExt cx="443912" cy="425811"/>
                </a:xfrm>
              </p:grpSpPr>
              <p:grpSp>
                <p:nvGrpSpPr>
                  <p:cNvPr id="2871" name="Google Shape;2871;p105"/>
                  <p:cNvGrpSpPr/>
                  <p:nvPr/>
                </p:nvGrpSpPr>
                <p:grpSpPr>
                  <a:xfrm>
                    <a:off x="13554906" y="3320109"/>
                    <a:ext cx="443912" cy="425811"/>
                    <a:chOff x="12909684" y="1276143"/>
                    <a:chExt cx="443912" cy="425811"/>
                  </a:xfrm>
                </p:grpSpPr>
                <p:sp>
                  <p:nvSpPr>
                    <p:cNvPr id="2872" name="Google Shape;2872;p105"/>
                    <p:cNvSpPr/>
                    <p:nvPr/>
                  </p:nvSpPr>
                  <p:spPr>
                    <a:xfrm>
                      <a:off x="12909684" y="1276143"/>
                      <a:ext cx="443912" cy="425811"/>
                    </a:xfrm>
                    <a:prstGeom prst="rect">
                      <a:avLst/>
                    </a:prstGeom>
                    <a:noFill/>
                    <a:ln w="12700" cap="flat" cmpd="sng">
                      <a:solidFill>
                        <a:srgbClr val="818181"/>
                      </a:solidFill>
                      <a:prstDash val="dash"/>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873" name="Google Shape;2873;p105"/>
                    <p:cNvSpPr/>
                    <p:nvPr/>
                  </p:nvSpPr>
                  <p:spPr>
                    <a:xfrm>
                      <a:off x="12909684" y="1276143"/>
                      <a:ext cx="261629" cy="257807"/>
                    </a:xfrm>
                    <a:prstGeom prst="rect">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874" name="Google Shape;2874;p105"/>
                    <p:cNvSpPr/>
                    <p:nvPr/>
                  </p:nvSpPr>
                  <p:spPr>
                    <a:xfrm>
                      <a:off x="13069071" y="1308711"/>
                      <a:ext cx="72188" cy="72188"/>
                    </a:xfrm>
                    <a:prstGeom prst="ellipse">
                      <a:avLst/>
                    </a:prstGeom>
                    <a:solidFill>
                      <a:srgbClr val="ECC67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pic>
                <p:nvPicPr>
                  <p:cNvPr id="2875" name="Google Shape;2875;p105"/>
                  <p:cNvPicPr preferRelativeResize="0"/>
                  <p:nvPr/>
                </p:nvPicPr>
                <p:blipFill rotWithShape="1">
                  <a:blip r:embed="rId3">
                    <a:alphaModFix/>
                  </a:blip>
                  <a:srcRect/>
                  <a:stretch/>
                </p:blipFill>
                <p:spPr>
                  <a:xfrm>
                    <a:off x="13567296" y="3424992"/>
                    <a:ext cx="173367" cy="140220"/>
                  </a:xfrm>
                  <a:prstGeom prst="rect">
                    <a:avLst/>
                  </a:prstGeom>
                  <a:noFill/>
                  <a:ln>
                    <a:noFill/>
                  </a:ln>
                </p:spPr>
              </p:pic>
              <p:pic>
                <p:nvPicPr>
                  <p:cNvPr id="2876" name="Google Shape;2876;p105"/>
                  <p:cNvPicPr preferRelativeResize="0"/>
                  <p:nvPr/>
                </p:nvPicPr>
                <p:blipFill rotWithShape="1">
                  <a:blip r:embed="rId3">
                    <a:alphaModFix/>
                  </a:blip>
                  <a:srcRect/>
                  <a:stretch/>
                </p:blipFill>
                <p:spPr>
                  <a:xfrm flipH="1">
                    <a:off x="13635599" y="3453788"/>
                    <a:ext cx="173367" cy="111424"/>
                  </a:xfrm>
                  <a:prstGeom prst="rect">
                    <a:avLst/>
                  </a:prstGeom>
                  <a:noFill/>
                  <a:ln>
                    <a:noFill/>
                  </a:ln>
                </p:spPr>
              </p:pic>
            </p:grpSp>
            <p:grpSp>
              <p:nvGrpSpPr>
                <p:cNvPr id="2877" name="Google Shape;2877;p105"/>
                <p:cNvGrpSpPr/>
                <p:nvPr/>
              </p:nvGrpSpPr>
              <p:grpSpPr>
                <a:xfrm>
                  <a:off x="13103513" y="3705268"/>
                  <a:ext cx="145820" cy="146462"/>
                  <a:chOff x="13096169" y="3602278"/>
                  <a:chExt cx="145820" cy="146462"/>
                </a:xfrm>
              </p:grpSpPr>
              <p:sp>
                <p:nvSpPr>
                  <p:cNvPr id="2878" name="Google Shape;2878;p105"/>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879" name="Google Shape;2879;p105"/>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880" name="Google Shape;2880;p105"/>
                <p:cNvGrpSpPr/>
                <p:nvPr/>
              </p:nvGrpSpPr>
              <p:grpSpPr>
                <a:xfrm rot="10800000">
                  <a:off x="13061402" y="3665637"/>
                  <a:ext cx="145820" cy="146462"/>
                  <a:chOff x="13096169" y="3602278"/>
                  <a:chExt cx="145820" cy="146462"/>
                </a:xfrm>
              </p:grpSpPr>
              <p:sp>
                <p:nvSpPr>
                  <p:cNvPr id="2881" name="Google Shape;2881;p105"/>
                  <p:cNvSpPr/>
                  <p:nvPr/>
                </p:nvSpPr>
                <p:spPr>
                  <a:xfrm>
                    <a:off x="13096169" y="3602278"/>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882" name="Google Shape;2882;p105"/>
                  <p:cNvSpPr/>
                  <p:nvPr/>
                </p:nvSpPr>
                <p:spPr>
                  <a:xfrm rot="5400000">
                    <a:off x="13037453" y="3661636"/>
                    <a:ext cx="145820" cy="28388"/>
                  </a:xfrm>
                  <a:prstGeom prst="rect">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sp>
            <p:nvSpPr>
              <p:cNvPr id="2883" name="Google Shape;2883;p105"/>
              <p:cNvSpPr/>
              <p:nvPr/>
            </p:nvSpPr>
            <p:spPr>
              <a:xfrm>
                <a:off x="12617641" y="3889890"/>
                <a:ext cx="752963" cy="16117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GB" sz="900" b="0">
                    <a:solidFill>
                      <a:srgbClr val="211F26"/>
                    </a:solidFill>
                    <a:latin typeface="Calibri"/>
                    <a:ea typeface="Calibri"/>
                    <a:cs typeface="Calibri"/>
                    <a:sym typeface="Calibri"/>
                  </a:rPr>
                  <a:t>Crop</a:t>
                </a:r>
                <a:endParaRPr/>
              </a:p>
            </p:txBody>
          </p:sp>
          <p:sp>
            <p:nvSpPr>
              <p:cNvPr id="2884" name="Google Shape;2884;p105"/>
              <p:cNvSpPr/>
              <p:nvPr/>
            </p:nvSpPr>
            <p:spPr>
              <a:xfrm rot="10800000">
                <a:off x="12950688" y="4093726"/>
                <a:ext cx="86866" cy="51147"/>
              </a:xfrm>
              <a:prstGeom prst="triangle">
                <a:avLst>
                  <a:gd name="adj" fmla="val 50000"/>
                </a:avLst>
              </a:prstGeom>
              <a:solidFill>
                <a:srgbClr val="81818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885" name="Google Shape;2885;p105"/>
            <p:cNvSpPr/>
            <p:nvPr/>
          </p:nvSpPr>
          <p:spPr>
            <a:xfrm>
              <a:off x="-3316836" y="3119689"/>
              <a:ext cx="1239216" cy="719917"/>
            </a:xfrm>
            <a:prstGeom prst="rect">
              <a:avLst/>
            </a:prstGeom>
            <a:solidFill>
              <a:srgbClr val="ECECEC"/>
            </a:solidFill>
            <a:ln w="12700" cap="flat" cmpd="sng">
              <a:solidFill>
                <a:srgbClr val="D3D3D3"/>
              </a:solidFill>
              <a:prstDash val="solid"/>
              <a:miter lim="800000"/>
              <a:headEnd type="none" w="sm" len="sm"/>
              <a:tailEnd type="none" w="sm" len="sm"/>
            </a:ln>
          </p:spPr>
          <p:txBody>
            <a:bodyPr spcFirstLastPara="1" wrap="square" lIns="72000" tIns="0" rIns="0" bIns="0" anchor="ctr" anchorCtr="0">
              <a:noAutofit/>
            </a:bodyPr>
            <a:lstStyle/>
            <a:p>
              <a:pPr marL="0" marR="0" lvl="0" indent="0" algn="l" rtl="0">
                <a:spcBef>
                  <a:spcPts val="0"/>
                </a:spcBef>
                <a:spcAft>
                  <a:spcPts val="0"/>
                </a:spcAft>
                <a:buNone/>
              </a:pPr>
              <a:endParaRPr sz="1000" b="0" i="1">
                <a:solidFill>
                  <a:srgbClr val="211F26"/>
                </a:solidFill>
                <a:latin typeface="Calibri"/>
                <a:ea typeface="Calibri"/>
                <a:cs typeface="Calibri"/>
                <a:sym typeface="Calibri"/>
              </a:endParaRPr>
            </a:p>
          </p:txBody>
        </p:sp>
        <p:grpSp>
          <p:nvGrpSpPr>
            <p:cNvPr id="2886" name="Google Shape;2886;p105"/>
            <p:cNvGrpSpPr/>
            <p:nvPr/>
          </p:nvGrpSpPr>
          <p:grpSpPr>
            <a:xfrm>
              <a:off x="-2485819" y="3399207"/>
              <a:ext cx="1222990" cy="563933"/>
              <a:chOff x="-2485819" y="3399207"/>
              <a:chExt cx="1222990" cy="563933"/>
            </a:xfrm>
          </p:grpSpPr>
          <p:sp>
            <p:nvSpPr>
              <p:cNvPr id="2887" name="Google Shape;2887;p105"/>
              <p:cNvSpPr/>
              <p:nvPr/>
            </p:nvSpPr>
            <p:spPr>
              <a:xfrm>
                <a:off x="-2485819" y="3399207"/>
                <a:ext cx="1176476" cy="504851"/>
              </a:xfrm>
              <a:prstGeom prst="rect">
                <a:avLst/>
              </a:prstGeom>
              <a:solidFill>
                <a:schemeClr val="lt1"/>
              </a:solidFill>
              <a:ln w="12700" cap="flat" cmpd="sng">
                <a:solidFill>
                  <a:srgbClr val="D1D1D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888" name="Google Shape;2888;p105"/>
              <p:cNvSpPr/>
              <p:nvPr/>
            </p:nvSpPr>
            <p:spPr>
              <a:xfrm>
                <a:off x="-2479584" y="3652838"/>
                <a:ext cx="1164007" cy="246701"/>
              </a:xfrm>
              <a:prstGeom prst="rect">
                <a:avLst/>
              </a:prstGeom>
              <a:solidFill>
                <a:srgbClr val="FCE4DC"/>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2889" name="Google Shape;2889;p105"/>
              <p:cNvGrpSpPr/>
              <p:nvPr/>
            </p:nvGrpSpPr>
            <p:grpSpPr>
              <a:xfrm>
                <a:off x="-2403869" y="3460544"/>
                <a:ext cx="155951" cy="131922"/>
                <a:chOff x="12968836" y="3354170"/>
                <a:chExt cx="404806" cy="342433"/>
              </a:xfrm>
            </p:grpSpPr>
            <p:sp>
              <p:nvSpPr>
                <p:cNvPr id="2890" name="Google Shape;2890;p105"/>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891" name="Google Shape;2891;p105"/>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892" name="Google Shape;2892;p105"/>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893" name="Google Shape;2893;p105"/>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894" name="Google Shape;2894;p105"/>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895" name="Google Shape;2895;p105"/>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2896" name="Google Shape;2896;p105"/>
              <p:cNvGrpSpPr/>
              <p:nvPr/>
            </p:nvGrpSpPr>
            <p:grpSpPr>
              <a:xfrm>
                <a:off x="-2463904" y="3680944"/>
                <a:ext cx="207219" cy="237490"/>
                <a:chOff x="12835752" y="3926551"/>
                <a:chExt cx="537889" cy="616458"/>
              </a:xfrm>
            </p:grpSpPr>
            <p:grpSp>
              <p:nvGrpSpPr>
                <p:cNvPr id="2897" name="Google Shape;2897;p105"/>
                <p:cNvGrpSpPr/>
                <p:nvPr/>
              </p:nvGrpSpPr>
              <p:grpSpPr>
                <a:xfrm>
                  <a:off x="13000382" y="4006891"/>
                  <a:ext cx="373259" cy="315747"/>
                  <a:chOff x="12968836" y="3354170"/>
                  <a:chExt cx="404806" cy="342433"/>
                </a:xfrm>
              </p:grpSpPr>
              <p:sp>
                <p:nvSpPr>
                  <p:cNvPr id="2898" name="Google Shape;2898;p105"/>
                  <p:cNvSpPr/>
                  <p:nvPr/>
                </p:nvSpPr>
                <p:spPr>
                  <a:xfrm>
                    <a:off x="12968836" y="3354170"/>
                    <a:ext cx="404806" cy="342433"/>
                  </a:xfrm>
                  <a:prstGeom prst="roundRect">
                    <a:avLst>
                      <a:gd name="adj" fmla="val 2911"/>
                    </a:avLst>
                  </a:prstGeom>
                  <a:solidFill>
                    <a:schemeClr val="lt1"/>
                  </a:solidFill>
                  <a:ln w="12700" cap="flat" cmpd="sng">
                    <a:solidFill>
                      <a:srgbClr val="818181"/>
                    </a:solidFill>
                    <a:prstDash val="solid"/>
                    <a:miter lim="800000"/>
                    <a:headEnd type="none" w="sm" len="sm"/>
                    <a:tailEnd type="none" w="sm" len="sm"/>
                  </a:ln>
                </p:spPr>
                <p:txBody>
                  <a:bodyPr spcFirstLastPara="1" wrap="square" lIns="108000" tIns="0" rIns="0" bIns="0" anchor="ctr" anchorCtr="0">
                    <a:noAutofit/>
                  </a:bodyPr>
                  <a:lstStyle/>
                  <a:p>
                    <a:pPr marL="0" marR="0" lvl="0" indent="0" algn="l" rtl="0">
                      <a:lnSpc>
                        <a:spcPct val="90000"/>
                      </a:lnSpc>
                      <a:spcBef>
                        <a:spcPts val="0"/>
                      </a:spcBef>
                      <a:spcAft>
                        <a:spcPts val="0"/>
                      </a:spcAft>
                      <a:buNone/>
                    </a:pPr>
                    <a:endParaRPr sz="800" b="0">
                      <a:solidFill>
                        <a:srgbClr val="211F26"/>
                      </a:solidFill>
                      <a:latin typeface="Calibri"/>
                      <a:ea typeface="Calibri"/>
                      <a:cs typeface="Calibri"/>
                      <a:sym typeface="Calibri"/>
                    </a:endParaRPr>
                  </a:p>
                </p:txBody>
              </p:sp>
              <p:sp>
                <p:nvSpPr>
                  <p:cNvPr id="2899" name="Google Shape;2899;p105"/>
                  <p:cNvSpPr/>
                  <p:nvPr/>
                </p:nvSpPr>
                <p:spPr>
                  <a:xfrm>
                    <a:off x="13025180" y="3401181"/>
                    <a:ext cx="305213" cy="41563"/>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00" name="Google Shape;2900;p105"/>
                  <p:cNvSpPr/>
                  <p:nvPr/>
                </p:nvSpPr>
                <p:spPr>
                  <a:xfrm>
                    <a:off x="13025181" y="3471575"/>
                    <a:ext cx="118778" cy="181691"/>
                  </a:xfrm>
                  <a:prstGeom prst="rect">
                    <a:avLst/>
                  </a:prstGeom>
                  <a:solidFill>
                    <a:srgbClr val="D1D1D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01" name="Google Shape;2901;p105"/>
                  <p:cNvSpPr/>
                  <p:nvPr/>
                </p:nvSpPr>
                <p:spPr>
                  <a:xfrm>
                    <a:off x="13180812" y="3481982"/>
                    <a:ext cx="13527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02" name="Google Shape;2902;p105"/>
                  <p:cNvSpPr/>
                  <p:nvPr/>
                </p:nvSpPr>
                <p:spPr>
                  <a:xfrm>
                    <a:off x="13180812" y="3554800"/>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sp>
                <p:nvSpPr>
                  <p:cNvPr id="2903" name="Google Shape;2903;p105"/>
                  <p:cNvSpPr/>
                  <p:nvPr/>
                </p:nvSpPr>
                <p:spPr>
                  <a:xfrm>
                    <a:off x="13180812" y="3627618"/>
                    <a:ext cx="69418" cy="21328"/>
                  </a:xfrm>
                  <a:prstGeom prst="rect">
                    <a:avLst/>
                  </a:prstGeom>
                  <a:solidFill>
                    <a:srgbClr val="B2B2B2"/>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sp>
              <p:nvSpPr>
                <p:cNvPr id="2904" name="Google Shape;2904;p105"/>
                <p:cNvSpPr/>
                <p:nvPr/>
              </p:nvSpPr>
              <p:spPr>
                <a:xfrm rot="-3962925">
                  <a:off x="12776155" y="4115270"/>
                  <a:ext cx="568367" cy="239021"/>
                </a:xfrm>
                <a:prstGeom prst="arc">
                  <a:avLst>
                    <a:gd name="adj1" fmla="val 15959368"/>
                    <a:gd name="adj2" fmla="val 1354623"/>
                  </a:avLst>
                </a:prstGeom>
                <a:noFill/>
                <a:ln w="19050" cap="flat" cmpd="sng">
                  <a:solidFill>
                    <a:srgbClr val="4D82B8"/>
                  </a:solidFill>
                  <a:prstDash val="solid"/>
                  <a:round/>
                  <a:headEnd type="stealth" w="med" len="med"/>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2905" name="Google Shape;2905;p105"/>
              <p:cNvSpPr txBox="1"/>
              <p:nvPr/>
            </p:nvSpPr>
            <p:spPr>
              <a:xfrm>
                <a:off x="-2245455" y="3460544"/>
                <a:ext cx="896116" cy="134709"/>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Layout</a:t>
                </a:r>
                <a:endParaRPr/>
              </a:p>
            </p:txBody>
          </p:sp>
          <p:sp>
            <p:nvSpPr>
              <p:cNvPr id="2906" name="Google Shape;2906;p105"/>
              <p:cNvSpPr txBox="1"/>
              <p:nvPr/>
            </p:nvSpPr>
            <p:spPr>
              <a:xfrm>
                <a:off x="-2258884" y="3712980"/>
                <a:ext cx="909545" cy="12641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900" b="0">
                    <a:solidFill>
                      <a:srgbClr val="211F26"/>
                    </a:solidFill>
                    <a:latin typeface="Calibri"/>
                    <a:ea typeface="Calibri"/>
                    <a:cs typeface="Calibri"/>
                    <a:sym typeface="Calibri"/>
                  </a:rPr>
                  <a:t>Reset slide</a:t>
                </a:r>
                <a:endParaRPr/>
              </a:p>
            </p:txBody>
          </p:sp>
          <p:sp>
            <p:nvSpPr>
              <p:cNvPr id="2907" name="Google Shape;2907;p105"/>
              <p:cNvSpPr/>
              <p:nvPr/>
            </p:nvSpPr>
            <p:spPr>
              <a:xfrm>
                <a:off x="-1360391" y="3783140"/>
                <a:ext cx="97562" cy="180000"/>
              </a:xfrm>
              <a:custGeom>
                <a:avLst/>
                <a:gdLst/>
                <a:ahLst/>
                <a:cxnLst/>
                <a:rect l="l" t="t" r="r" b="b"/>
                <a:pathLst>
                  <a:path w="880280" h="1624084"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lt1"/>
              </a:solidFill>
              <a:ln w="12700" cap="flat" cmpd="sng">
                <a:solidFill>
                  <a:srgbClr val="000000"/>
                </a:solidFill>
                <a:prstDash val="solid"/>
                <a:miter lim="800000"/>
                <a:headEnd type="none" w="sm" len="sm"/>
                <a:tailEnd type="none" w="sm" len="sm"/>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grpSp>
        <p:grpSp>
          <p:nvGrpSpPr>
            <p:cNvPr id="2908" name="Google Shape;2908;p105"/>
            <p:cNvGrpSpPr/>
            <p:nvPr/>
          </p:nvGrpSpPr>
          <p:grpSpPr>
            <a:xfrm>
              <a:off x="-3310781" y="1231352"/>
              <a:ext cx="311450" cy="313414"/>
              <a:chOff x="-3310781" y="1231352"/>
              <a:chExt cx="311450" cy="313414"/>
            </a:xfrm>
          </p:grpSpPr>
          <p:sp>
            <p:nvSpPr>
              <p:cNvPr id="2909" name="Google Shape;2909;p105"/>
              <p:cNvSpPr/>
              <p:nvPr/>
            </p:nvSpPr>
            <p:spPr>
              <a:xfrm>
                <a:off x="-3310781" y="1231352"/>
                <a:ext cx="308978" cy="308977"/>
              </a:xfrm>
              <a:prstGeom prst="rect">
                <a:avLst/>
              </a:prstGeom>
              <a:solidFill>
                <a:schemeClr val="lt1"/>
              </a:solidFill>
              <a:ln w="12700" cap="flat" cmpd="sng">
                <a:solidFill>
                  <a:srgbClr val="6C6C6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sp>
            <p:nvSpPr>
              <p:cNvPr id="2910" name="Google Shape;2910;p105"/>
              <p:cNvSpPr/>
              <p:nvPr/>
            </p:nvSpPr>
            <p:spPr>
              <a:xfrm>
                <a:off x="-3308309" y="1231352"/>
                <a:ext cx="308978" cy="46965"/>
              </a:xfrm>
              <a:custGeom>
                <a:avLst/>
                <a:gdLst/>
                <a:ahLst/>
                <a:cxnLst/>
                <a:rect l="l" t="t" r="r" b="b"/>
                <a:pathLst>
                  <a:path w="1360714" h="206829" extrusionOk="0">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sp>
            <p:nvSpPr>
              <p:cNvPr id="2911" name="Google Shape;2911;p105"/>
              <p:cNvSpPr/>
              <p:nvPr/>
            </p:nvSpPr>
            <p:spPr>
              <a:xfrm>
                <a:off x="-3309640" y="1497801"/>
                <a:ext cx="308978" cy="46965"/>
              </a:xfrm>
              <a:custGeom>
                <a:avLst/>
                <a:gdLst/>
                <a:ahLst/>
                <a:cxnLst/>
                <a:rect l="l" t="t" r="r" b="b"/>
                <a:pathLst>
                  <a:path w="1360714" h="206829" extrusionOk="0">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11F26"/>
                  </a:solidFill>
                  <a:latin typeface="Calibri"/>
                  <a:ea typeface="Calibri"/>
                  <a:cs typeface="Calibri"/>
                  <a:sym typeface="Calibri"/>
                </a:endParaRPr>
              </a:p>
            </p:txBody>
          </p:sp>
        </p:grpSp>
        <p:sp>
          <p:nvSpPr>
            <p:cNvPr id="2912" name="Google Shape;2912;p105"/>
            <p:cNvSpPr/>
            <p:nvPr/>
          </p:nvSpPr>
          <p:spPr>
            <a:xfrm>
              <a:off x="-3786164" y="5852351"/>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2913" name="Google Shape;2913;p105"/>
            <p:cNvGrpSpPr/>
            <p:nvPr/>
          </p:nvGrpSpPr>
          <p:grpSpPr>
            <a:xfrm>
              <a:off x="-376736" y="5681302"/>
              <a:ext cx="283685" cy="283685"/>
              <a:chOff x="-510741" y="5913713"/>
              <a:chExt cx="267555" cy="267555"/>
            </a:xfrm>
          </p:grpSpPr>
          <p:sp>
            <p:nvSpPr>
              <p:cNvPr id="2914" name="Google Shape;2914;p105"/>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2915" name="Google Shape;2915;p105"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2916" name="Google Shape;2916;p105"/>
            <p:cNvGrpSpPr/>
            <p:nvPr/>
          </p:nvGrpSpPr>
          <p:grpSpPr>
            <a:xfrm>
              <a:off x="-938434" y="5989728"/>
              <a:ext cx="627798" cy="576693"/>
              <a:chOff x="-938434" y="4570310"/>
              <a:chExt cx="627798" cy="576693"/>
            </a:xfrm>
          </p:grpSpPr>
          <p:grpSp>
            <p:nvGrpSpPr>
              <p:cNvPr id="2917" name="Google Shape;2917;p105"/>
              <p:cNvGrpSpPr/>
              <p:nvPr/>
            </p:nvGrpSpPr>
            <p:grpSpPr>
              <a:xfrm>
                <a:off x="-716116" y="4570310"/>
                <a:ext cx="169778" cy="242385"/>
                <a:chOff x="4768" y="2783"/>
                <a:chExt cx="788" cy="1125"/>
              </a:xfrm>
            </p:grpSpPr>
            <p:sp>
              <p:nvSpPr>
                <p:cNvPr id="2918" name="Google Shape;2918;p105"/>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919" name="Google Shape;2919;p105"/>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2920" name="Google Shape;2920;p105"/>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2921" name="Google Shape;2921;p105"/>
              <p:cNvSpPr txBox="1"/>
              <p:nvPr/>
            </p:nvSpPr>
            <p:spPr>
              <a:xfrm>
                <a:off x="-938434" y="4824764"/>
                <a:ext cx="627798" cy="32223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65"/>
          <p:cNvSpPr txBox="1">
            <a:spLocks noGrp="1"/>
          </p:cNvSpPr>
          <p:nvPr>
            <p:ph type="title"/>
          </p:nvPr>
        </p:nvSpPr>
        <p:spPr>
          <a:xfrm>
            <a:off x="718666" y="722454"/>
            <a:ext cx="10752610" cy="323409"/>
          </a:xfrm>
          <a:prstGeom prst="rect">
            <a:avLst/>
          </a:prstGeom>
          <a:noFill/>
          <a:ln>
            <a:noFill/>
          </a:ln>
        </p:spPr>
        <p:txBody>
          <a:bodyPr spcFirstLastPara="1" wrap="square" lIns="0" tIns="0" rIns="0" bIns="378000" anchor="t" anchorCtr="0">
            <a:noAutofit/>
          </a:bodyPr>
          <a:lstStyle>
            <a:lvl1pPr marR="0" lvl="0" algn="l" rtl="0">
              <a:lnSpc>
                <a:spcPct val="100000"/>
              </a:lnSpc>
              <a:spcBef>
                <a:spcPts val="0"/>
              </a:spcBef>
              <a:spcAft>
                <a:spcPts val="0"/>
              </a:spcAft>
              <a:buClr>
                <a:schemeClr val="dk2"/>
              </a:buClr>
              <a:buSzPts val="3600"/>
              <a:buFont typeface="Arial"/>
              <a:buNone/>
              <a:defRPr sz="3600" b="1"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5"/>
          <p:cNvSpPr txBox="1">
            <a:spLocks noGrp="1"/>
          </p:cNvSpPr>
          <p:nvPr>
            <p:ph type="body" idx="1"/>
          </p:nvPr>
        </p:nvSpPr>
        <p:spPr>
          <a:xfrm>
            <a:off x="719138" y="1563938"/>
            <a:ext cx="10752137" cy="4433419"/>
          </a:xfrm>
          <a:prstGeom prst="rect">
            <a:avLst/>
          </a:prstGeom>
          <a:noFill/>
          <a:ln>
            <a:noFill/>
          </a:ln>
        </p:spPr>
        <p:txBody>
          <a:bodyPr spcFirstLastPara="1" wrap="square" lIns="0" tIns="0" rIns="0" bIns="0" anchor="t" anchorCtr="0">
            <a:noAutofit/>
          </a:bodyPr>
          <a:lstStyle>
            <a:lvl1pPr marL="457200" marR="0" lvl="0" indent="-381000" algn="l" rtl="0">
              <a:lnSpc>
                <a:spcPct val="90000"/>
              </a:lnSpc>
              <a:spcBef>
                <a:spcPts val="600"/>
              </a:spcBef>
              <a:spcAft>
                <a:spcPts val="0"/>
              </a:spcAft>
              <a:buClr>
                <a:schemeClr val="accent1"/>
              </a:buClr>
              <a:buSzPts val="2400"/>
              <a:buFont typeface="Arial"/>
              <a:buChar char="•"/>
              <a:defRPr sz="2000" b="0" i="0" u="none" strike="noStrike" cap="none">
                <a:solidFill>
                  <a:schemeClr val="dk2"/>
                </a:solidFill>
                <a:latin typeface="Arial"/>
                <a:ea typeface="Arial"/>
                <a:cs typeface="Arial"/>
                <a:sym typeface="Arial"/>
              </a:defRPr>
            </a:lvl1pPr>
            <a:lvl2pPr marL="914400" marR="0" lvl="1" indent="-381000" algn="l" rtl="0">
              <a:lnSpc>
                <a:spcPct val="90000"/>
              </a:lnSpc>
              <a:spcBef>
                <a:spcPts val="600"/>
              </a:spcBef>
              <a:spcAft>
                <a:spcPts val="0"/>
              </a:spcAft>
              <a:buClr>
                <a:schemeClr val="accent1"/>
              </a:buClr>
              <a:buSzPts val="2400"/>
              <a:buFont typeface="Arial"/>
              <a:buChar char="•"/>
              <a:defRPr sz="2000" b="0" i="0" u="none" strike="noStrike" cap="none">
                <a:solidFill>
                  <a:schemeClr val="dk2"/>
                </a:solidFill>
                <a:latin typeface="Arial"/>
                <a:ea typeface="Arial"/>
                <a:cs typeface="Arial"/>
                <a:sym typeface="Arial"/>
              </a:defRPr>
            </a:lvl2pPr>
            <a:lvl3pPr marL="1371600" marR="0" lvl="2" indent="-228600" algn="l" rtl="0">
              <a:lnSpc>
                <a:spcPct val="90000"/>
              </a:lnSpc>
              <a:spcBef>
                <a:spcPts val="600"/>
              </a:spcBef>
              <a:spcAft>
                <a:spcPts val="0"/>
              </a:spcAft>
              <a:buClr>
                <a:schemeClr val="accent3"/>
              </a:buClr>
              <a:buSzPts val="2000"/>
              <a:buFont typeface="Quattrocento Sans"/>
              <a:buNone/>
              <a:defRPr sz="2000" b="0" i="0" u="none" strike="noStrike" cap="none">
                <a:solidFill>
                  <a:schemeClr val="dk2"/>
                </a:solidFill>
                <a:latin typeface="Arial"/>
                <a:ea typeface="Arial"/>
                <a:cs typeface="Arial"/>
                <a:sym typeface="Arial"/>
              </a:defRPr>
            </a:lvl3pPr>
            <a:lvl4pPr marL="1828800" marR="0" lvl="3" indent="-228600" algn="l" rtl="0">
              <a:lnSpc>
                <a:spcPct val="90000"/>
              </a:lnSpc>
              <a:spcBef>
                <a:spcPts val="600"/>
              </a:spcBef>
              <a:spcAft>
                <a:spcPts val="0"/>
              </a:spcAft>
              <a:buClr>
                <a:schemeClr val="dk2"/>
              </a:buClr>
              <a:buSzPts val="3600"/>
              <a:buFont typeface="Arial"/>
              <a:buNone/>
              <a:defRPr sz="3600" b="1" i="0" u="none" strike="noStrike" cap="none">
                <a:solidFill>
                  <a:schemeClr val="dk2"/>
                </a:solidFill>
                <a:latin typeface="Arial"/>
                <a:ea typeface="Arial"/>
                <a:cs typeface="Arial"/>
                <a:sym typeface="Arial"/>
              </a:defRPr>
            </a:lvl4pPr>
            <a:lvl5pPr marL="2286000" marR="0" lvl="4" indent="-228600" algn="l" rtl="0">
              <a:lnSpc>
                <a:spcPct val="90000"/>
              </a:lnSpc>
              <a:spcBef>
                <a:spcPts val="600"/>
              </a:spcBef>
              <a:spcAft>
                <a:spcPts val="0"/>
              </a:spcAft>
              <a:buClr>
                <a:schemeClr val="accent1"/>
              </a:buClr>
              <a:buSzPts val="2400"/>
              <a:buFont typeface="Arial"/>
              <a:buNone/>
              <a:defRPr sz="2400" b="0" i="0" u="none" strike="noStrike" cap="none">
                <a:solidFill>
                  <a:schemeClr val="accent1"/>
                </a:solidFill>
                <a:latin typeface="Arial"/>
                <a:ea typeface="Arial"/>
                <a:cs typeface="Arial"/>
                <a:sym typeface="Arial"/>
              </a:defRPr>
            </a:lvl5pPr>
            <a:lvl6pPr marL="2743200" marR="0" lvl="5" indent="-228600" algn="l" rtl="0">
              <a:lnSpc>
                <a:spcPct val="90000"/>
              </a:lnSpc>
              <a:spcBef>
                <a:spcPts val="600"/>
              </a:spcBef>
              <a:spcAft>
                <a:spcPts val="0"/>
              </a:spcAft>
              <a:buClr>
                <a:schemeClr val="accent1"/>
              </a:buClr>
              <a:buSzPts val="2000"/>
              <a:buFont typeface="Arial"/>
              <a:buNone/>
              <a:defRPr sz="2000" b="0" i="0" u="none" strike="noStrike" cap="none">
                <a:solidFill>
                  <a:schemeClr val="dk1"/>
                </a:solidFill>
                <a:latin typeface="Arial"/>
                <a:ea typeface="Arial"/>
                <a:cs typeface="Arial"/>
                <a:sym typeface="Arial"/>
              </a:defRPr>
            </a:lvl6pPr>
            <a:lvl7pPr marL="3200400" marR="0" lvl="6" indent="-355600" algn="l" rtl="0">
              <a:lnSpc>
                <a:spcPct val="90000"/>
              </a:lnSpc>
              <a:spcBef>
                <a:spcPts val="600"/>
              </a:spcBef>
              <a:spcAft>
                <a:spcPts val="0"/>
              </a:spcAft>
              <a:buClr>
                <a:schemeClr val="accent1"/>
              </a:buClr>
              <a:buSzPts val="2000"/>
              <a:buFont typeface="Arial"/>
              <a:buAutoNum type="arabicPeriod"/>
              <a:defRPr sz="2000" b="0" i="0" u="none" strike="noStrike" cap="none">
                <a:solidFill>
                  <a:schemeClr val="dk1"/>
                </a:solidFill>
                <a:latin typeface="Arial"/>
                <a:ea typeface="Arial"/>
                <a:cs typeface="Arial"/>
                <a:sym typeface="Arial"/>
              </a:defRPr>
            </a:lvl7pPr>
            <a:lvl8pPr marL="3657600" marR="0" lvl="7" indent="-355600" algn="l" rtl="0">
              <a:lnSpc>
                <a:spcPct val="90000"/>
              </a:lnSpc>
              <a:spcBef>
                <a:spcPts val="600"/>
              </a:spcBef>
              <a:spcAft>
                <a:spcPts val="0"/>
              </a:spcAft>
              <a:buClr>
                <a:schemeClr val="accent1"/>
              </a:buClr>
              <a:buSzPts val="2000"/>
              <a:buFont typeface="Arial"/>
              <a:buAutoNum type="alphaLcPeriod"/>
              <a:defRPr sz="2000" b="0" i="0" u="none" strike="noStrike" cap="none">
                <a:solidFill>
                  <a:schemeClr val="dk1"/>
                </a:solidFill>
                <a:latin typeface="Arial"/>
                <a:ea typeface="Arial"/>
                <a:cs typeface="Arial"/>
                <a:sym typeface="Arial"/>
              </a:defRPr>
            </a:lvl8pPr>
            <a:lvl9pPr marL="4114800" marR="0" lvl="8" indent="-228600" algn="l" rtl="0">
              <a:lnSpc>
                <a:spcPct val="90000"/>
              </a:lnSpc>
              <a:spcBef>
                <a:spcPts val="600"/>
              </a:spcBef>
              <a:spcAft>
                <a:spcPts val="600"/>
              </a:spcAft>
              <a:buClr>
                <a:schemeClr val="accent1"/>
              </a:buClr>
              <a:buSzPts val="1600"/>
              <a:buFont typeface="Arial"/>
              <a:buNone/>
              <a:defRPr sz="1600" b="0" i="1" u="none" strike="noStrike" cap="none">
                <a:solidFill>
                  <a:schemeClr val="dk1"/>
                </a:solidFill>
                <a:latin typeface="Arial"/>
                <a:ea typeface="Arial"/>
                <a:cs typeface="Arial"/>
                <a:sym typeface="Arial"/>
              </a:defRPr>
            </a:lvl9pPr>
          </a:lstStyle>
          <a:p>
            <a:endParaRPr/>
          </a:p>
        </p:txBody>
      </p:sp>
      <p:sp>
        <p:nvSpPr>
          <p:cNvPr id="12" name="Google Shape;12;p65"/>
          <p:cNvSpPr txBox="1"/>
          <p:nvPr/>
        </p:nvSpPr>
        <p:spPr>
          <a:xfrm>
            <a:off x="0" y="-637132"/>
            <a:ext cx="565861" cy="169277"/>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GB" sz="1100" b="0" i="0" u="none" strike="noStrike" cap="none">
                <a:solidFill>
                  <a:schemeClr val="accent1"/>
                </a:solidFill>
                <a:latin typeface="Arial"/>
                <a:ea typeface="Arial"/>
                <a:cs typeface="Arial"/>
                <a:sym typeface="Arial"/>
              </a:rPr>
              <a:t>LAYOUT</a:t>
            </a:r>
            <a:endParaRPr/>
          </a:p>
        </p:txBody>
      </p:sp>
      <p:sp>
        <p:nvSpPr>
          <p:cNvPr id="13" name="Google Shape;13;p65"/>
          <p:cNvSpPr txBox="1">
            <a:spLocks noGrp="1"/>
          </p:cNvSpPr>
          <p:nvPr>
            <p:ph type="dt" idx="10"/>
          </p:nvPr>
        </p:nvSpPr>
        <p:spPr>
          <a:xfrm>
            <a:off x="10146569" y="6405669"/>
            <a:ext cx="766235" cy="184666"/>
          </a:xfrm>
          <a:prstGeom prst="rect">
            <a:avLst/>
          </a:prstGeom>
          <a:noFill/>
          <a:ln>
            <a:noFill/>
          </a:ln>
        </p:spPr>
        <p:txBody>
          <a:bodyPr spcFirstLastPara="1" wrap="square" lIns="0" tIns="0" rIns="0" bIns="0" anchor="ctr" anchorCtr="0">
            <a:spAutoFit/>
          </a:bodyPr>
          <a:lstStyle>
            <a:lvl1pPr marR="0" lvl="0" algn="r" rtl="0">
              <a:spcBef>
                <a:spcPts val="0"/>
              </a:spcBef>
              <a:spcAft>
                <a:spcPts val="0"/>
              </a:spcAft>
              <a:buSzPts val="1400"/>
              <a:buNone/>
              <a:defRPr sz="12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65"/>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lvl1pPr marL="0" marR="0" lvl="0" indent="0" algn="r" rtl="0">
              <a:spcBef>
                <a:spcPts val="0"/>
              </a:spcBef>
              <a:buNone/>
              <a:defRPr sz="1200" b="1" i="0" u="none" strike="noStrike" cap="none">
                <a:solidFill>
                  <a:schemeClr val="dk2"/>
                </a:solidFill>
                <a:latin typeface="Arial"/>
                <a:ea typeface="Arial"/>
                <a:cs typeface="Arial"/>
                <a:sym typeface="Arial"/>
              </a:defRPr>
            </a:lvl1pPr>
            <a:lvl2pPr marL="0" marR="0" lvl="1" indent="0" algn="r" rtl="0">
              <a:spcBef>
                <a:spcPts val="0"/>
              </a:spcBef>
              <a:buNone/>
              <a:defRPr sz="1200" b="1" i="0" u="none" strike="noStrike" cap="none">
                <a:solidFill>
                  <a:schemeClr val="dk2"/>
                </a:solidFill>
                <a:latin typeface="Arial"/>
                <a:ea typeface="Arial"/>
                <a:cs typeface="Arial"/>
                <a:sym typeface="Arial"/>
              </a:defRPr>
            </a:lvl2pPr>
            <a:lvl3pPr marL="0" marR="0" lvl="2" indent="0" algn="r" rtl="0">
              <a:spcBef>
                <a:spcPts val="0"/>
              </a:spcBef>
              <a:buNone/>
              <a:defRPr sz="1200" b="1" i="0" u="none" strike="noStrike" cap="none">
                <a:solidFill>
                  <a:schemeClr val="dk2"/>
                </a:solidFill>
                <a:latin typeface="Arial"/>
                <a:ea typeface="Arial"/>
                <a:cs typeface="Arial"/>
                <a:sym typeface="Arial"/>
              </a:defRPr>
            </a:lvl3pPr>
            <a:lvl4pPr marL="0" marR="0" lvl="3" indent="0" algn="r" rtl="0">
              <a:spcBef>
                <a:spcPts val="0"/>
              </a:spcBef>
              <a:buNone/>
              <a:defRPr sz="1200" b="1" i="0" u="none" strike="noStrike" cap="none">
                <a:solidFill>
                  <a:schemeClr val="dk2"/>
                </a:solidFill>
                <a:latin typeface="Arial"/>
                <a:ea typeface="Arial"/>
                <a:cs typeface="Arial"/>
                <a:sym typeface="Arial"/>
              </a:defRPr>
            </a:lvl4pPr>
            <a:lvl5pPr marL="0" marR="0" lvl="4" indent="0" algn="r" rtl="0">
              <a:spcBef>
                <a:spcPts val="0"/>
              </a:spcBef>
              <a:buNone/>
              <a:defRPr sz="1200" b="1" i="0" u="none" strike="noStrike" cap="none">
                <a:solidFill>
                  <a:schemeClr val="dk2"/>
                </a:solidFill>
                <a:latin typeface="Arial"/>
                <a:ea typeface="Arial"/>
                <a:cs typeface="Arial"/>
                <a:sym typeface="Arial"/>
              </a:defRPr>
            </a:lvl5pPr>
            <a:lvl6pPr marL="0" marR="0" lvl="5" indent="0" algn="r" rtl="0">
              <a:spcBef>
                <a:spcPts val="0"/>
              </a:spcBef>
              <a:buNone/>
              <a:defRPr sz="1200" b="1" i="0" u="none" strike="noStrike" cap="none">
                <a:solidFill>
                  <a:schemeClr val="dk2"/>
                </a:solidFill>
                <a:latin typeface="Arial"/>
                <a:ea typeface="Arial"/>
                <a:cs typeface="Arial"/>
                <a:sym typeface="Arial"/>
              </a:defRPr>
            </a:lvl6pPr>
            <a:lvl7pPr marL="0" marR="0" lvl="6" indent="0" algn="r" rtl="0">
              <a:spcBef>
                <a:spcPts val="0"/>
              </a:spcBef>
              <a:buNone/>
              <a:defRPr sz="1200" b="1" i="0" u="none" strike="noStrike" cap="none">
                <a:solidFill>
                  <a:schemeClr val="dk2"/>
                </a:solidFill>
                <a:latin typeface="Arial"/>
                <a:ea typeface="Arial"/>
                <a:cs typeface="Arial"/>
                <a:sym typeface="Arial"/>
              </a:defRPr>
            </a:lvl7pPr>
            <a:lvl8pPr marL="0" marR="0" lvl="7" indent="0" algn="r" rtl="0">
              <a:spcBef>
                <a:spcPts val="0"/>
              </a:spcBef>
              <a:buNone/>
              <a:defRPr sz="1200" b="1" i="0" u="none" strike="noStrike" cap="none">
                <a:solidFill>
                  <a:schemeClr val="dk2"/>
                </a:solidFill>
                <a:latin typeface="Arial"/>
                <a:ea typeface="Arial"/>
                <a:cs typeface="Arial"/>
                <a:sym typeface="Arial"/>
              </a:defRPr>
            </a:lvl8pPr>
            <a:lvl9pPr marL="0" marR="0" lvl="8" indent="0" algn="r" rtl="0">
              <a:spcBef>
                <a:spcPts val="0"/>
              </a:spcBef>
              <a:buNone/>
              <a:defRPr sz="1200" b="1"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65"/>
          <p:cNvSpPr txBox="1"/>
          <p:nvPr/>
        </p:nvSpPr>
        <p:spPr>
          <a:xfrm>
            <a:off x="10912804" y="-1278897"/>
            <a:ext cx="1279196" cy="169277"/>
          </a:xfrm>
          <a:prstGeom prst="rect">
            <a:avLst/>
          </a:prstGeom>
          <a:noFill/>
          <a:ln>
            <a:noFill/>
          </a:ln>
        </p:spPr>
        <p:txBody>
          <a:bodyPr spcFirstLastPara="1" wrap="square" lIns="0" tIns="0" rIns="0" bIns="0" anchor="b" anchorCtr="0">
            <a:spAutoFit/>
          </a:bodyPr>
          <a:lstStyle/>
          <a:p>
            <a:pPr marL="0" marR="0" lvl="0" indent="0" algn="r" rtl="0">
              <a:spcBef>
                <a:spcPts val="0"/>
              </a:spcBef>
              <a:spcAft>
                <a:spcPts val="0"/>
              </a:spcAft>
              <a:buNone/>
            </a:pPr>
            <a:r>
              <a:rPr lang="en-GB" sz="1100" b="0" i="0" u="none" strike="noStrike" cap="none">
                <a:solidFill>
                  <a:schemeClr val="accent1"/>
                </a:solidFill>
                <a:latin typeface="Arial"/>
                <a:ea typeface="Arial"/>
                <a:cs typeface="Arial"/>
                <a:sym typeface="Arial"/>
              </a:rPr>
              <a:t>PRIMARY COLORS</a:t>
            </a:r>
            <a:endParaRPr/>
          </a:p>
        </p:txBody>
      </p:sp>
      <p:grpSp>
        <p:nvGrpSpPr>
          <p:cNvPr id="16" name="Google Shape;16;p65"/>
          <p:cNvGrpSpPr/>
          <p:nvPr/>
        </p:nvGrpSpPr>
        <p:grpSpPr>
          <a:xfrm>
            <a:off x="11552188" y="-1016102"/>
            <a:ext cx="639812" cy="180000"/>
            <a:chOff x="11552188" y="-1016102"/>
            <a:chExt cx="639812" cy="180000"/>
          </a:xfrm>
        </p:grpSpPr>
        <p:sp>
          <p:nvSpPr>
            <p:cNvPr id="17" name="Google Shape;17;p65"/>
            <p:cNvSpPr/>
            <p:nvPr/>
          </p:nvSpPr>
          <p:spPr>
            <a:xfrm>
              <a:off x="12012000" y="-1016102"/>
              <a:ext cx="180000" cy="180000"/>
            </a:xfrm>
            <a:prstGeom prst="rect">
              <a:avLst/>
            </a:prstGeom>
            <a:solidFill>
              <a:schemeClr val="dk2"/>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18" name="Google Shape;18;p65"/>
            <p:cNvSpPr/>
            <p:nvPr/>
          </p:nvSpPr>
          <p:spPr>
            <a:xfrm>
              <a:off x="11782094" y="-1016102"/>
              <a:ext cx="180000" cy="180000"/>
            </a:xfrm>
            <a:prstGeom prst="rect">
              <a:avLst/>
            </a:prstGeom>
            <a:solidFill>
              <a:schemeClr val="lt1"/>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19" name="Google Shape;19;p65"/>
            <p:cNvSpPr/>
            <p:nvPr/>
          </p:nvSpPr>
          <p:spPr>
            <a:xfrm>
              <a:off x="11552188" y="-1016102"/>
              <a:ext cx="180000" cy="180000"/>
            </a:xfrm>
            <a:prstGeom prst="rect">
              <a:avLst/>
            </a:prstGeom>
            <a:solidFill>
              <a:schemeClr val="accent1"/>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grpSp>
      <p:sp>
        <p:nvSpPr>
          <p:cNvPr id="20" name="Google Shape;20;p65"/>
          <p:cNvSpPr txBox="1"/>
          <p:nvPr/>
        </p:nvSpPr>
        <p:spPr>
          <a:xfrm>
            <a:off x="10659528" y="-674002"/>
            <a:ext cx="1532472" cy="169277"/>
          </a:xfrm>
          <a:prstGeom prst="rect">
            <a:avLst/>
          </a:prstGeom>
          <a:noFill/>
          <a:ln>
            <a:noFill/>
          </a:ln>
        </p:spPr>
        <p:txBody>
          <a:bodyPr spcFirstLastPara="1" wrap="square" lIns="0" tIns="0" rIns="0" bIns="0" anchor="b" anchorCtr="0">
            <a:spAutoFit/>
          </a:bodyPr>
          <a:lstStyle/>
          <a:p>
            <a:pPr marL="0" marR="0" lvl="0" indent="0" algn="r" rtl="0">
              <a:spcBef>
                <a:spcPts val="0"/>
              </a:spcBef>
              <a:spcAft>
                <a:spcPts val="0"/>
              </a:spcAft>
              <a:buNone/>
            </a:pPr>
            <a:r>
              <a:rPr lang="en-GB" sz="1100" b="0" i="0" u="none" strike="noStrike" cap="none">
                <a:solidFill>
                  <a:schemeClr val="accent1"/>
                </a:solidFill>
                <a:latin typeface="Arial"/>
                <a:ea typeface="Arial"/>
                <a:cs typeface="Arial"/>
                <a:sym typeface="Arial"/>
              </a:rPr>
              <a:t>SECONDARY COLORS</a:t>
            </a:r>
            <a:endParaRPr/>
          </a:p>
        </p:txBody>
      </p:sp>
      <p:grpSp>
        <p:nvGrpSpPr>
          <p:cNvPr id="21" name="Google Shape;21;p65"/>
          <p:cNvGrpSpPr/>
          <p:nvPr/>
        </p:nvGrpSpPr>
        <p:grpSpPr>
          <a:xfrm>
            <a:off x="9687884" y="-411207"/>
            <a:ext cx="2504116" cy="180000"/>
            <a:chOff x="9687884" y="-411207"/>
            <a:chExt cx="2504116" cy="180000"/>
          </a:xfrm>
        </p:grpSpPr>
        <p:sp>
          <p:nvSpPr>
            <p:cNvPr id="22" name="Google Shape;22;p65"/>
            <p:cNvSpPr/>
            <p:nvPr/>
          </p:nvSpPr>
          <p:spPr>
            <a:xfrm>
              <a:off x="12012000" y="-411207"/>
              <a:ext cx="180000" cy="180000"/>
            </a:xfrm>
            <a:prstGeom prst="rect">
              <a:avLst/>
            </a:prstGeom>
            <a:solidFill>
              <a:srgbClr val="009B77"/>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3" name="Google Shape;23;p65"/>
            <p:cNvSpPr/>
            <p:nvPr/>
          </p:nvSpPr>
          <p:spPr>
            <a:xfrm>
              <a:off x="11782094" y="-411207"/>
              <a:ext cx="180000" cy="180000"/>
            </a:xfrm>
            <a:prstGeom prst="rect">
              <a:avLst/>
            </a:prstGeom>
            <a:solidFill>
              <a:srgbClr val="6CC24A"/>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4" name="Google Shape;24;p65"/>
            <p:cNvSpPr/>
            <p:nvPr/>
          </p:nvSpPr>
          <p:spPr>
            <a:xfrm>
              <a:off x="11552188" y="-411207"/>
              <a:ext cx="180000" cy="180000"/>
            </a:xfrm>
            <a:prstGeom prst="rect">
              <a:avLst/>
            </a:prstGeom>
            <a:solidFill>
              <a:srgbClr val="FFB81C"/>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5" name="Google Shape;25;p65"/>
            <p:cNvSpPr/>
            <p:nvPr/>
          </p:nvSpPr>
          <p:spPr>
            <a:xfrm>
              <a:off x="11316018" y="-411207"/>
              <a:ext cx="180000" cy="180000"/>
            </a:xfrm>
            <a:prstGeom prst="rect">
              <a:avLst/>
            </a:prstGeom>
            <a:solidFill>
              <a:srgbClr val="EC6842"/>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6" name="Google Shape;26;p65"/>
            <p:cNvSpPr/>
            <p:nvPr/>
          </p:nvSpPr>
          <p:spPr>
            <a:xfrm>
              <a:off x="11086112" y="-411207"/>
              <a:ext cx="180000" cy="180000"/>
            </a:xfrm>
            <a:prstGeom prst="rect">
              <a:avLst/>
            </a:prstGeom>
            <a:solidFill>
              <a:srgbClr val="E03C31"/>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7" name="Google Shape;27;p65"/>
            <p:cNvSpPr/>
            <p:nvPr/>
          </p:nvSpPr>
          <p:spPr>
            <a:xfrm>
              <a:off x="10856206" y="-411207"/>
              <a:ext cx="180000" cy="180000"/>
            </a:xfrm>
            <a:prstGeom prst="rect">
              <a:avLst/>
            </a:prstGeom>
            <a:solidFill>
              <a:srgbClr val="A50034"/>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8" name="Google Shape;28;p65"/>
            <p:cNvSpPr/>
            <p:nvPr/>
          </p:nvSpPr>
          <p:spPr>
            <a:xfrm>
              <a:off x="10620036" y="-411207"/>
              <a:ext cx="180000" cy="180000"/>
            </a:xfrm>
            <a:prstGeom prst="rect">
              <a:avLst/>
            </a:prstGeom>
            <a:solidFill>
              <a:srgbClr val="EF60A3"/>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29" name="Google Shape;29;p65"/>
            <p:cNvSpPr/>
            <p:nvPr/>
          </p:nvSpPr>
          <p:spPr>
            <a:xfrm>
              <a:off x="10383866" y="-411207"/>
              <a:ext cx="180000" cy="180000"/>
            </a:xfrm>
            <a:prstGeom prst="rect">
              <a:avLst/>
            </a:prstGeom>
            <a:solidFill>
              <a:srgbClr val="6F1D77"/>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30" name="Google Shape;30;p65"/>
            <p:cNvSpPr/>
            <p:nvPr/>
          </p:nvSpPr>
          <p:spPr>
            <a:xfrm>
              <a:off x="10153960" y="-411207"/>
              <a:ext cx="180000" cy="180000"/>
            </a:xfrm>
            <a:prstGeom prst="rect">
              <a:avLst/>
            </a:prstGeom>
            <a:solidFill>
              <a:srgbClr val="0076C2"/>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31" name="Google Shape;31;p65"/>
            <p:cNvSpPr/>
            <p:nvPr/>
          </p:nvSpPr>
          <p:spPr>
            <a:xfrm>
              <a:off x="9924054" y="-411207"/>
              <a:ext cx="180000" cy="180000"/>
            </a:xfrm>
            <a:prstGeom prst="rect">
              <a:avLst/>
            </a:prstGeom>
            <a:solidFill>
              <a:srgbClr val="00B8C8"/>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sp>
          <p:nvSpPr>
            <p:cNvPr id="32" name="Google Shape;32;p65"/>
            <p:cNvSpPr/>
            <p:nvPr/>
          </p:nvSpPr>
          <p:spPr>
            <a:xfrm>
              <a:off x="9687884" y="-411207"/>
              <a:ext cx="180000" cy="180000"/>
            </a:xfrm>
            <a:prstGeom prst="rect">
              <a:avLst/>
            </a:prstGeom>
            <a:solidFill>
              <a:srgbClr val="0C2340"/>
            </a:solidFill>
            <a:ln w="12700" cap="flat" cmpd="sng">
              <a:solidFill>
                <a:schemeClr val="lt2"/>
              </a:solidFill>
              <a:prstDash val="solid"/>
              <a:miter lim="800000"/>
              <a:headEnd type="none" w="sm" len="sm"/>
              <a:tailEnd type="none" w="sm" len="sm"/>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b="0" i="0" u="none" strike="noStrike" cap="none">
                <a:solidFill>
                  <a:schemeClr val="lt1"/>
                </a:solidFill>
                <a:latin typeface="Arial"/>
                <a:ea typeface="Arial"/>
                <a:cs typeface="Arial"/>
                <a:sym typeface="Arial"/>
              </a:endParaRPr>
            </a:p>
          </p:txBody>
        </p:sp>
      </p:grpSp>
      <p:grpSp>
        <p:nvGrpSpPr>
          <p:cNvPr id="33" name="Google Shape;33;p65"/>
          <p:cNvGrpSpPr/>
          <p:nvPr/>
        </p:nvGrpSpPr>
        <p:grpSpPr>
          <a:xfrm>
            <a:off x="721079" y="6216736"/>
            <a:ext cx="961200" cy="381600"/>
            <a:chOff x="2807303" y="2354764"/>
            <a:chExt cx="944974" cy="368527"/>
          </a:xfrm>
        </p:grpSpPr>
        <p:sp>
          <p:nvSpPr>
            <p:cNvPr id="34" name="Google Shape;34;p65"/>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 name="Google Shape;35;p65"/>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 name="Google Shape;36;p65"/>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65"/>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65"/>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65"/>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65"/>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65"/>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986">
          <p15:clr>
            <a:srgbClr val="5ACBF0"/>
          </p15:clr>
        </p15:guide>
        <p15:guide id="2" pos="453">
          <p15:clr>
            <a:srgbClr val="5ACBF0"/>
          </p15:clr>
        </p15:guide>
        <p15:guide id="3" orient="horz" pos="3780">
          <p15:clr>
            <a:srgbClr val="5ACBF0"/>
          </p15:clr>
        </p15:guide>
        <p15:guide id="4" pos="7226">
          <p15:clr>
            <a:srgbClr val="5ACBF0"/>
          </p15:clr>
        </p15:guide>
        <p15:guide id="5" orient="horz" pos="453">
          <p15:clr>
            <a:srgbClr val="5ACBF0"/>
          </p15:clr>
        </p15:guide>
        <p15:guide id="6" orient="horz" pos="659">
          <p15:clr>
            <a:srgbClr val="5ACBF0"/>
          </p15:clr>
        </p15:guide>
        <p15:guide id="7" orient="horz" pos="4032">
          <p15:clr>
            <a:srgbClr val="A4A3A4"/>
          </p15:clr>
        </p15:guide>
        <p15:guide id="8" pos="7680">
          <p15:clr>
            <a:srgbClr val="F26B43"/>
          </p15:clr>
        </p15:guide>
        <p15:guide id="9" orient="horz" pos="4320">
          <p15:clr>
            <a:srgbClr val="F26B43"/>
          </p15:clr>
        </p15:guide>
        <p15:guide id="10" orient="horz" pos="4151">
          <p15:clr>
            <a:srgbClr val="A4A3A4"/>
          </p15:clr>
        </p15:guide>
        <p15:guide id="11">
          <p15:clr>
            <a:srgbClr val="F26B43"/>
          </p15:clr>
        </p15:guide>
        <p15:guide id="12" orient="horz">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2.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26"/>
        <p:cNvGrpSpPr/>
        <p:nvPr/>
      </p:nvGrpSpPr>
      <p:grpSpPr>
        <a:xfrm>
          <a:off x="0" y="0"/>
          <a:ext cx="0" cy="0"/>
          <a:chOff x="0" y="0"/>
          <a:chExt cx="0" cy="0"/>
        </a:xfrm>
      </p:grpSpPr>
      <p:sp>
        <p:nvSpPr>
          <p:cNvPr id="2927" name="Google Shape;2927;p1"/>
          <p:cNvSpPr txBox="1">
            <a:spLocks noGrp="1"/>
          </p:cNvSpPr>
          <p:nvPr>
            <p:ph type="title"/>
          </p:nvPr>
        </p:nvSpPr>
        <p:spPr>
          <a:xfrm>
            <a:off x="0" y="-429019"/>
            <a:ext cx="1989968" cy="276999"/>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Title slide + image</a:t>
            </a:r>
            <a:endParaRPr/>
          </a:p>
        </p:txBody>
      </p:sp>
      <p:sp>
        <p:nvSpPr>
          <p:cNvPr id="2928" name="Google Shape;2928;p1"/>
          <p:cNvSpPr txBox="1">
            <a:spLocks noGrp="1"/>
          </p:cNvSpPr>
          <p:nvPr>
            <p:ph type="body" idx="1"/>
          </p:nvPr>
        </p:nvSpPr>
        <p:spPr>
          <a:xfrm>
            <a:off x="719113" y="3722637"/>
            <a:ext cx="5865600" cy="1539300"/>
          </a:xfrm>
          <a:prstGeom prst="rect">
            <a:avLst/>
          </a:prstGeom>
          <a:noFill/>
          <a:ln>
            <a:noFill/>
          </a:ln>
        </p:spPr>
        <p:txBody>
          <a:bodyPr spcFirstLastPara="1" wrap="square" lIns="0" tIns="0" rIns="0" bIns="0" anchor="b" anchorCtr="0">
            <a:spAutoFit/>
          </a:bodyPr>
          <a:lstStyle/>
          <a:p>
            <a:pPr marL="0" lvl="0" indent="0" algn="l" rtl="0">
              <a:lnSpc>
                <a:spcPct val="108333"/>
              </a:lnSpc>
              <a:spcBef>
                <a:spcPts val="0"/>
              </a:spcBef>
              <a:spcAft>
                <a:spcPts val="0"/>
              </a:spcAft>
              <a:buSzPts val="5760"/>
              <a:buNone/>
            </a:pPr>
            <a:r>
              <a:rPr lang="en-GB"/>
              <a:t>KBE Informal Knowledge Model</a:t>
            </a:r>
            <a:endParaRPr/>
          </a:p>
        </p:txBody>
      </p:sp>
      <p:sp>
        <p:nvSpPr>
          <p:cNvPr id="2929" name="Google Shape;2929;p1"/>
          <p:cNvSpPr txBox="1">
            <a:spLocks noGrp="1"/>
          </p:cNvSpPr>
          <p:nvPr>
            <p:ph type="body" idx="2"/>
          </p:nvPr>
        </p:nvSpPr>
        <p:spPr>
          <a:xfrm>
            <a:off x="719137" y="5404234"/>
            <a:ext cx="5871541"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2880"/>
              <a:buFont typeface="Arial"/>
              <a:buNone/>
            </a:pPr>
            <a:r>
              <a:rPr lang="en-GB"/>
              <a:t>Arnesh Kochar| Arnav Kochar</a:t>
            </a:r>
            <a:endParaRPr/>
          </a:p>
        </p:txBody>
      </p:sp>
      <p:sp>
        <p:nvSpPr>
          <p:cNvPr id="2930" name="Google Shape;2930;p1"/>
          <p:cNvSpPr txBox="1">
            <a:spLocks noGrp="1"/>
          </p:cNvSpPr>
          <p:nvPr>
            <p:ph type="dt" idx="10"/>
          </p:nvPr>
        </p:nvSpPr>
        <p:spPr>
          <a:xfrm>
            <a:off x="719137" y="5813671"/>
            <a:ext cx="766235" cy="184666"/>
          </a:xfrm>
          <a:prstGeom prst="rect">
            <a:avLst/>
          </a:prstGeom>
          <a:noFill/>
          <a:ln>
            <a:noFill/>
          </a:ln>
        </p:spPr>
        <p:txBody>
          <a:bodyPr spcFirstLastPara="1" wrap="square" lIns="0" tIns="0" rIns="0" bIns="0" anchor="ctr" anchorCtr="0">
            <a:spAutoFit/>
          </a:bodyPr>
          <a:lstStyle/>
          <a:p>
            <a:pPr marL="0" lvl="0" indent="0" algn="l" rtl="0">
              <a:spcBef>
                <a:spcPts val="0"/>
              </a:spcBef>
              <a:spcAft>
                <a:spcPts val="0"/>
              </a:spcAft>
              <a:buNone/>
            </a:pPr>
            <a:r>
              <a:rPr lang="en-GB"/>
              <a:t>20-05-26</a:t>
            </a:r>
            <a:endParaRPr/>
          </a:p>
        </p:txBody>
      </p:sp>
      <p:pic>
        <p:nvPicPr>
          <p:cNvPr id="2931" name="Google Shape;2931;p1" descr="image11.jpeg"/>
          <p:cNvPicPr preferRelativeResize="0">
            <a:picLocks noGrp="1"/>
          </p:cNvPicPr>
          <p:nvPr>
            <p:ph type="pic" idx="3"/>
          </p:nvPr>
        </p:nvPicPr>
        <p:blipFill rotWithShape="1">
          <a:blip r:embed="rId3">
            <a:alphaModFix/>
          </a:blip>
          <a:srcRect l="16710" r="16710"/>
          <a:stretch/>
        </p:blipFill>
        <p:spPr>
          <a:xfrm>
            <a:off x="7308357" y="0"/>
            <a:ext cx="4883643" cy="6858000"/>
          </a:xfrm>
          <a:prstGeom prst="rect">
            <a:avLst/>
          </a:prstGeom>
          <a:solidFill>
            <a:srgbClr val="D8D8D8"/>
          </a:solid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35"/>
        <p:cNvGrpSpPr/>
        <p:nvPr/>
      </p:nvGrpSpPr>
      <p:grpSpPr>
        <a:xfrm>
          <a:off x="0" y="0"/>
          <a:ext cx="0" cy="0"/>
          <a:chOff x="0" y="0"/>
          <a:chExt cx="0" cy="0"/>
        </a:xfrm>
      </p:grpSpPr>
      <p:grpSp>
        <p:nvGrpSpPr>
          <p:cNvPr id="2936" name="Google Shape;2936;p3"/>
          <p:cNvGrpSpPr/>
          <p:nvPr/>
        </p:nvGrpSpPr>
        <p:grpSpPr>
          <a:xfrm>
            <a:off x="718666" y="3860219"/>
            <a:ext cx="2012913" cy="2174487"/>
            <a:chOff x="718666" y="3860219"/>
            <a:chExt cx="2012913" cy="2174487"/>
          </a:xfrm>
        </p:grpSpPr>
        <p:sp>
          <p:nvSpPr>
            <p:cNvPr id="2937" name="Google Shape;2937;p3"/>
            <p:cNvSpPr/>
            <p:nvPr/>
          </p:nvSpPr>
          <p:spPr>
            <a:xfrm>
              <a:off x="719138" y="3860219"/>
              <a:ext cx="2006020" cy="2140531"/>
            </a:xfrm>
            <a:prstGeom prst="rect">
              <a:avLst/>
            </a:prstGeom>
            <a:solidFill>
              <a:srgbClr val="0076C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38" name="Google Shape;2938;p3"/>
            <p:cNvSpPr txBox="1"/>
            <p:nvPr/>
          </p:nvSpPr>
          <p:spPr>
            <a:xfrm>
              <a:off x="718666" y="4682066"/>
              <a:ext cx="2006491" cy="1352640"/>
            </a:xfrm>
            <a:prstGeom prst="rect">
              <a:avLst/>
            </a:prstGeom>
            <a:noFill/>
            <a:ln>
              <a:noFill/>
            </a:ln>
          </p:spPr>
          <p:txBody>
            <a:bodyPr spcFirstLastPara="1" wrap="square" lIns="180000" tIns="0" rIns="180000" bIns="0" anchor="t" anchorCtr="0">
              <a:noAutofit/>
            </a:bodyPr>
            <a:lstStyle/>
            <a:p>
              <a:pPr marL="0" marR="0" lvl="0" indent="0" algn="l" rtl="0">
                <a:lnSpc>
                  <a:spcPct val="90000"/>
                </a:lnSpc>
                <a:spcBef>
                  <a:spcPts val="0"/>
                </a:spcBef>
                <a:spcAft>
                  <a:spcPts val="0"/>
                </a:spcAft>
                <a:buClr>
                  <a:schemeClr val="accent1"/>
                </a:buClr>
                <a:buSzPts val="2400"/>
                <a:buFont typeface="Arial"/>
                <a:buNone/>
              </a:pPr>
              <a:r>
                <a:rPr lang="en-GB" sz="2000">
                  <a:solidFill>
                    <a:schemeClr val="lt1"/>
                  </a:solidFill>
                </a:rPr>
                <a:t>Balloonet</a:t>
              </a:r>
              <a:endParaRPr/>
            </a:p>
          </p:txBody>
        </p:sp>
        <p:sp>
          <p:nvSpPr>
            <p:cNvPr id="2939" name="Google Shape;2939;p3"/>
            <p:cNvSpPr txBox="1"/>
            <p:nvPr/>
          </p:nvSpPr>
          <p:spPr>
            <a:xfrm>
              <a:off x="725179" y="4091569"/>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6</a:t>
              </a:r>
              <a:endParaRPr/>
            </a:p>
          </p:txBody>
        </p:sp>
        <p:cxnSp>
          <p:nvCxnSpPr>
            <p:cNvPr id="2940" name="Google Shape;2940;p3"/>
            <p:cNvCxnSpPr/>
            <p:nvPr/>
          </p:nvCxnSpPr>
          <p:spPr>
            <a:xfrm>
              <a:off x="902208" y="4441720"/>
              <a:ext cx="288000" cy="0"/>
            </a:xfrm>
            <a:prstGeom prst="straightConnector1">
              <a:avLst/>
            </a:prstGeom>
            <a:noFill/>
            <a:ln w="12700" cap="rnd" cmpd="sng">
              <a:solidFill>
                <a:schemeClr val="lt1"/>
              </a:solidFill>
              <a:prstDash val="solid"/>
              <a:round/>
              <a:headEnd type="none" w="sm" len="sm"/>
              <a:tailEnd type="none" w="sm" len="sm"/>
            </a:ln>
          </p:spPr>
        </p:cxnSp>
      </p:grpSp>
      <p:grpSp>
        <p:nvGrpSpPr>
          <p:cNvPr id="2941" name="Google Shape;2941;p3"/>
          <p:cNvGrpSpPr/>
          <p:nvPr/>
        </p:nvGrpSpPr>
        <p:grpSpPr>
          <a:xfrm>
            <a:off x="2904082" y="3860219"/>
            <a:ext cx="2012913" cy="2174487"/>
            <a:chOff x="2904082" y="3860219"/>
            <a:chExt cx="2012913" cy="2174487"/>
          </a:xfrm>
        </p:grpSpPr>
        <p:sp>
          <p:nvSpPr>
            <p:cNvPr id="2942" name="Google Shape;2942;p3"/>
            <p:cNvSpPr/>
            <p:nvPr/>
          </p:nvSpPr>
          <p:spPr>
            <a:xfrm>
              <a:off x="2904554" y="3860219"/>
              <a:ext cx="2006020" cy="2140531"/>
            </a:xfrm>
            <a:prstGeom prst="rect">
              <a:avLst/>
            </a:pr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43" name="Google Shape;2943;p3"/>
            <p:cNvSpPr txBox="1"/>
            <p:nvPr/>
          </p:nvSpPr>
          <p:spPr>
            <a:xfrm>
              <a:off x="2904082" y="4682066"/>
              <a:ext cx="2006491" cy="1352640"/>
            </a:xfrm>
            <a:prstGeom prst="rect">
              <a:avLst/>
            </a:prstGeom>
            <a:noFill/>
            <a:ln>
              <a:noFill/>
            </a:ln>
          </p:spPr>
          <p:txBody>
            <a:bodyPr spcFirstLastPara="1" wrap="square" lIns="180000" tIns="0" rIns="180000" bIns="0" anchor="t" anchorCtr="0">
              <a:noAutofit/>
            </a:bodyPr>
            <a:lstStyle/>
            <a:p>
              <a:pPr marL="0" lvl="0" indent="0" algn="l" rtl="0">
                <a:lnSpc>
                  <a:spcPct val="90000"/>
                </a:lnSpc>
                <a:spcBef>
                  <a:spcPts val="0"/>
                </a:spcBef>
                <a:spcAft>
                  <a:spcPts val="0"/>
                </a:spcAft>
                <a:buClr>
                  <a:schemeClr val="accent1"/>
                </a:buClr>
                <a:buSzPts val="2400"/>
                <a:buFont typeface="Arial"/>
                <a:buNone/>
              </a:pPr>
              <a:r>
                <a:rPr lang="en-GB" sz="2000">
                  <a:solidFill>
                    <a:schemeClr val="lt1"/>
                  </a:solidFill>
                </a:rPr>
                <a:t>Payload support structure</a:t>
              </a:r>
              <a:endParaRPr/>
            </a:p>
          </p:txBody>
        </p:sp>
        <p:sp>
          <p:nvSpPr>
            <p:cNvPr id="2944" name="Google Shape;2944;p3"/>
            <p:cNvSpPr txBox="1"/>
            <p:nvPr/>
          </p:nvSpPr>
          <p:spPr>
            <a:xfrm>
              <a:off x="2910595" y="4091569"/>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7</a:t>
              </a:r>
              <a:endParaRPr/>
            </a:p>
          </p:txBody>
        </p:sp>
        <p:cxnSp>
          <p:nvCxnSpPr>
            <p:cNvPr id="2945" name="Google Shape;2945;p3"/>
            <p:cNvCxnSpPr/>
            <p:nvPr/>
          </p:nvCxnSpPr>
          <p:spPr>
            <a:xfrm>
              <a:off x="3087624" y="4441720"/>
              <a:ext cx="288000" cy="0"/>
            </a:xfrm>
            <a:prstGeom prst="straightConnector1">
              <a:avLst/>
            </a:prstGeom>
            <a:noFill/>
            <a:ln w="12700" cap="rnd" cmpd="sng">
              <a:solidFill>
                <a:schemeClr val="lt1"/>
              </a:solidFill>
              <a:prstDash val="solid"/>
              <a:round/>
              <a:headEnd type="none" w="sm" len="sm"/>
              <a:tailEnd type="none" w="sm" len="sm"/>
            </a:ln>
          </p:spPr>
        </p:cxnSp>
      </p:grpSp>
      <p:grpSp>
        <p:nvGrpSpPr>
          <p:cNvPr id="2946" name="Google Shape;2946;p3"/>
          <p:cNvGrpSpPr/>
          <p:nvPr/>
        </p:nvGrpSpPr>
        <p:grpSpPr>
          <a:xfrm>
            <a:off x="5089498" y="3860219"/>
            <a:ext cx="2012913" cy="2174487"/>
            <a:chOff x="5089498" y="3860219"/>
            <a:chExt cx="2012913" cy="2174487"/>
          </a:xfrm>
        </p:grpSpPr>
        <p:sp>
          <p:nvSpPr>
            <p:cNvPr id="2947" name="Google Shape;2947;p3"/>
            <p:cNvSpPr/>
            <p:nvPr/>
          </p:nvSpPr>
          <p:spPr>
            <a:xfrm>
              <a:off x="5089970" y="3860219"/>
              <a:ext cx="2006020" cy="2140531"/>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48" name="Google Shape;2948;p3"/>
            <p:cNvSpPr txBox="1"/>
            <p:nvPr/>
          </p:nvSpPr>
          <p:spPr>
            <a:xfrm>
              <a:off x="5089498" y="4682066"/>
              <a:ext cx="2006491" cy="1352640"/>
            </a:xfrm>
            <a:prstGeom prst="rect">
              <a:avLst/>
            </a:prstGeom>
            <a:noFill/>
            <a:ln>
              <a:noFill/>
            </a:ln>
          </p:spPr>
          <p:txBody>
            <a:bodyPr spcFirstLastPara="1" wrap="square" lIns="180000" tIns="0" rIns="180000" bIns="0" anchor="t" anchorCtr="0">
              <a:noAutofit/>
            </a:bodyPr>
            <a:lstStyle/>
            <a:p>
              <a:pPr marL="0" marR="0" lvl="0" indent="0" algn="l" rtl="0">
                <a:lnSpc>
                  <a:spcPct val="90000"/>
                </a:lnSpc>
                <a:spcBef>
                  <a:spcPts val="0"/>
                </a:spcBef>
                <a:spcAft>
                  <a:spcPts val="0"/>
                </a:spcAft>
                <a:buClr>
                  <a:schemeClr val="accent1"/>
                </a:buClr>
                <a:buSzPts val="2400"/>
                <a:buFont typeface="Arial"/>
                <a:buNone/>
              </a:pPr>
              <a:r>
                <a:rPr lang="en-GB" sz="2000">
                  <a:solidFill>
                    <a:schemeClr val="lt1"/>
                  </a:solidFill>
                </a:rPr>
                <a:t>Payload</a:t>
              </a:r>
              <a:endParaRPr/>
            </a:p>
          </p:txBody>
        </p:sp>
        <p:sp>
          <p:nvSpPr>
            <p:cNvPr id="2949" name="Google Shape;2949;p3"/>
            <p:cNvSpPr txBox="1"/>
            <p:nvPr/>
          </p:nvSpPr>
          <p:spPr>
            <a:xfrm>
              <a:off x="5096011" y="4091569"/>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8</a:t>
              </a:r>
              <a:endParaRPr/>
            </a:p>
          </p:txBody>
        </p:sp>
        <p:cxnSp>
          <p:nvCxnSpPr>
            <p:cNvPr id="2950" name="Google Shape;2950;p3"/>
            <p:cNvCxnSpPr/>
            <p:nvPr/>
          </p:nvCxnSpPr>
          <p:spPr>
            <a:xfrm>
              <a:off x="5273040" y="4441720"/>
              <a:ext cx="288000" cy="0"/>
            </a:xfrm>
            <a:prstGeom prst="straightConnector1">
              <a:avLst/>
            </a:prstGeom>
            <a:noFill/>
            <a:ln w="12700" cap="rnd" cmpd="sng">
              <a:solidFill>
                <a:schemeClr val="lt1"/>
              </a:solidFill>
              <a:prstDash val="solid"/>
              <a:round/>
              <a:headEnd type="none" w="sm" len="sm"/>
              <a:tailEnd type="none" w="sm" len="sm"/>
            </a:ln>
          </p:spPr>
        </p:cxnSp>
      </p:grpSp>
      <p:sp>
        <p:nvSpPr>
          <p:cNvPr id="2951" name="Google Shape;2951;p3"/>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2952" name="Google Shape;2952;p3"/>
          <p:cNvSpPr txBox="1">
            <a:spLocks noGrp="1"/>
          </p:cNvSpPr>
          <p:nvPr>
            <p:ph type="title"/>
          </p:nvPr>
        </p:nvSpPr>
        <p:spPr>
          <a:xfrm>
            <a:off x="718675" y="722450"/>
            <a:ext cx="10752600" cy="520200"/>
          </a:xfrm>
          <a:prstGeom prst="rect">
            <a:avLst/>
          </a:prstGeom>
          <a:noFill/>
          <a:ln>
            <a:noFill/>
          </a:ln>
        </p:spPr>
        <p:txBody>
          <a:bodyPr spcFirstLastPara="1" wrap="square" lIns="0" tIns="0" rIns="0" bIns="378000" anchor="t" anchorCtr="0">
            <a:noAutofit/>
          </a:bodyPr>
          <a:lstStyle/>
          <a:p>
            <a:pPr marL="0" lvl="0" indent="0" algn="l" rtl="0">
              <a:lnSpc>
                <a:spcPct val="100000"/>
              </a:lnSpc>
              <a:spcBef>
                <a:spcPts val="0"/>
              </a:spcBef>
              <a:spcAft>
                <a:spcPts val="0"/>
              </a:spcAft>
              <a:buClr>
                <a:schemeClr val="dk2"/>
              </a:buClr>
              <a:buSzPts val="3600"/>
              <a:buFont typeface="Arial"/>
              <a:buNone/>
            </a:pPr>
            <a:r>
              <a:rPr lang="en-GB"/>
              <a:t>Components Modelled and Optimized</a:t>
            </a:r>
            <a:endParaRPr/>
          </a:p>
        </p:txBody>
      </p:sp>
      <p:grpSp>
        <p:nvGrpSpPr>
          <p:cNvPr id="2953" name="Google Shape;2953;p3"/>
          <p:cNvGrpSpPr/>
          <p:nvPr/>
        </p:nvGrpSpPr>
        <p:grpSpPr>
          <a:xfrm>
            <a:off x="718666" y="1565276"/>
            <a:ext cx="2012913" cy="2126314"/>
            <a:chOff x="718666" y="1565276"/>
            <a:chExt cx="2012913" cy="2126314"/>
          </a:xfrm>
        </p:grpSpPr>
        <p:sp>
          <p:nvSpPr>
            <p:cNvPr id="2954" name="Google Shape;2954;p3"/>
            <p:cNvSpPr/>
            <p:nvPr/>
          </p:nvSpPr>
          <p:spPr>
            <a:xfrm>
              <a:off x="719138" y="1565276"/>
              <a:ext cx="2006020" cy="2126314"/>
            </a:xfrm>
            <a:prstGeom prst="rect">
              <a:avLst/>
            </a:pr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55" name="Google Shape;2955;p3"/>
            <p:cNvSpPr/>
            <p:nvPr/>
          </p:nvSpPr>
          <p:spPr>
            <a:xfrm>
              <a:off x="719138" y="1565276"/>
              <a:ext cx="2006021" cy="1981445"/>
            </a:xfrm>
            <a:custGeom>
              <a:avLst/>
              <a:gdLst/>
              <a:ahLst/>
              <a:cxnLst/>
              <a:rect l="l" t="t" r="r" b="b"/>
              <a:pathLst>
                <a:path w="2006021" h="1981445" extrusionOk="0">
                  <a:moveTo>
                    <a:pt x="0" y="0"/>
                  </a:moveTo>
                  <a:lnTo>
                    <a:pt x="2006021" y="0"/>
                  </a:lnTo>
                  <a:lnTo>
                    <a:pt x="2006021" y="1118642"/>
                  </a:lnTo>
                  <a:lnTo>
                    <a:pt x="1688285" y="1238305"/>
                  </a:lnTo>
                  <a:cubicBezTo>
                    <a:pt x="1359035" y="1366872"/>
                    <a:pt x="1034782" y="1503021"/>
                    <a:pt x="716556" y="1648311"/>
                  </a:cubicBezTo>
                  <a:cubicBezTo>
                    <a:pt x="508259" y="1743533"/>
                    <a:pt x="274769" y="1851087"/>
                    <a:pt x="20598" y="1971611"/>
                  </a:cubicBezTo>
                  <a:lnTo>
                    <a:pt x="0" y="1981445"/>
                  </a:lnTo>
                  <a:close/>
                </a:path>
              </a:pathLst>
            </a:custGeom>
            <a:solidFill>
              <a:schemeClr val="lt1">
                <a:alpha val="25098"/>
              </a:schemeClr>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56" name="Google Shape;2956;p3"/>
            <p:cNvSpPr txBox="1"/>
            <p:nvPr/>
          </p:nvSpPr>
          <p:spPr>
            <a:xfrm>
              <a:off x="718666" y="2387123"/>
              <a:ext cx="2006491" cy="1304465"/>
            </a:xfrm>
            <a:prstGeom prst="rect">
              <a:avLst/>
            </a:prstGeom>
            <a:noFill/>
            <a:ln>
              <a:noFill/>
            </a:ln>
          </p:spPr>
          <p:txBody>
            <a:bodyPr spcFirstLastPara="1" wrap="square" lIns="180000" tIns="0" rIns="180000" bIns="0" anchor="t" anchorCtr="0">
              <a:noAutofit/>
            </a:bodyPr>
            <a:lstStyle/>
            <a:p>
              <a:pPr marL="0" marR="0" lvl="0" indent="0" algn="l" rtl="0">
                <a:lnSpc>
                  <a:spcPct val="90000"/>
                </a:lnSpc>
                <a:spcBef>
                  <a:spcPts val="0"/>
                </a:spcBef>
                <a:spcAft>
                  <a:spcPts val="0"/>
                </a:spcAft>
                <a:buClr>
                  <a:schemeClr val="accent1"/>
                </a:buClr>
                <a:buSzPts val="2400"/>
                <a:buFont typeface="Arial"/>
                <a:buNone/>
              </a:pPr>
              <a:r>
                <a:rPr lang="en-GB" sz="2000">
                  <a:solidFill>
                    <a:schemeClr val="lt1"/>
                  </a:solidFill>
                </a:rPr>
                <a:t>Outer Envelope</a:t>
              </a:r>
              <a:endParaRPr/>
            </a:p>
          </p:txBody>
        </p:sp>
        <p:sp>
          <p:nvSpPr>
            <p:cNvPr id="2957" name="Google Shape;2957;p3"/>
            <p:cNvSpPr txBox="1"/>
            <p:nvPr/>
          </p:nvSpPr>
          <p:spPr>
            <a:xfrm>
              <a:off x="725179" y="1796626"/>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1</a:t>
              </a:r>
              <a:endParaRPr/>
            </a:p>
          </p:txBody>
        </p:sp>
        <p:cxnSp>
          <p:nvCxnSpPr>
            <p:cNvPr id="2958" name="Google Shape;2958;p3"/>
            <p:cNvCxnSpPr/>
            <p:nvPr/>
          </p:nvCxnSpPr>
          <p:spPr>
            <a:xfrm>
              <a:off x="902208" y="2146777"/>
              <a:ext cx="288000" cy="0"/>
            </a:xfrm>
            <a:prstGeom prst="straightConnector1">
              <a:avLst/>
            </a:prstGeom>
            <a:noFill/>
            <a:ln w="12700" cap="rnd" cmpd="sng">
              <a:solidFill>
                <a:schemeClr val="lt1"/>
              </a:solidFill>
              <a:prstDash val="solid"/>
              <a:round/>
              <a:headEnd type="none" w="sm" len="sm"/>
              <a:tailEnd type="none" w="sm" len="sm"/>
            </a:ln>
          </p:spPr>
        </p:cxnSp>
      </p:grpSp>
      <p:grpSp>
        <p:nvGrpSpPr>
          <p:cNvPr id="2959" name="Google Shape;2959;p3"/>
          <p:cNvGrpSpPr/>
          <p:nvPr/>
        </p:nvGrpSpPr>
        <p:grpSpPr>
          <a:xfrm>
            <a:off x="2904082" y="1565276"/>
            <a:ext cx="2012913" cy="2126314"/>
            <a:chOff x="2904082" y="1565276"/>
            <a:chExt cx="2012913" cy="2126314"/>
          </a:xfrm>
        </p:grpSpPr>
        <p:sp>
          <p:nvSpPr>
            <p:cNvPr id="2960" name="Google Shape;2960;p3"/>
            <p:cNvSpPr/>
            <p:nvPr/>
          </p:nvSpPr>
          <p:spPr>
            <a:xfrm>
              <a:off x="2904554" y="1565276"/>
              <a:ext cx="2006020" cy="2126314"/>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61" name="Google Shape;2961;p3"/>
            <p:cNvSpPr/>
            <p:nvPr/>
          </p:nvSpPr>
          <p:spPr>
            <a:xfrm>
              <a:off x="2904556" y="1565276"/>
              <a:ext cx="2006019" cy="1051080"/>
            </a:xfrm>
            <a:custGeom>
              <a:avLst/>
              <a:gdLst/>
              <a:ahLst/>
              <a:cxnLst/>
              <a:rect l="l" t="t" r="r" b="b"/>
              <a:pathLst>
                <a:path w="2006019" h="1051080" extrusionOk="0">
                  <a:moveTo>
                    <a:pt x="0" y="0"/>
                  </a:moveTo>
                  <a:lnTo>
                    <a:pt x="2006019" y="0"/>
                  </a:lnTo>
                  <a:lnTo>
                    <a:pt x="2006019" y="407746"/>
                  </a:lnTo>
                  <a:lnTo>
                    <a:pt x="1530053" y="545388"/>
                  </a:lnTo>
                  <a:cubicBezTo>
                    <a:pt x="1012399" y="702117"/>
                    <a:pt x="501340" y="868880"/>
                    <a:pt x="359" y="1050944"/>
                  </a:cubicBezTo>
                  <a:lnTo>
                    <a:pt x="0" y="1051080"/>
                  </a:lnTo>
                  <a:close/>
                </a:path>
              </a:pathLst>
            </a:custGeom>
            <a:solidFill>
              <a:schemeClr val="lt1">
                <a:alpha val="25098"/>
              </a:schemeClr>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62" name="Google Shape;2962;p3"/>
            <p:cNvSpPr txBox="1"/>
            <p:nvPr/>
          </p:nvSpPr>
          <p:spPr>
            <a:xfrm>
              <a:off x="2904082" y="2387123"/>
              <a:ext cx="2006491" cy="1304466"/>
            </a:xfrm>
            <a:prstGeom prst="rect">
              <a:avLst/>
            </a:prstGeom>
            <a:noFill/>
            <a:ln>
              <a:noFill/>
            </a:ln>
          </p:spPr>
          <p:txBody>
            <a:bodyPr spcFirstLastPara="1" wrap="square" lIns="180000" tIns="0" rIns="180000" bIns="0" anchor="t" anchorCtr="0">
              <a:noAutofit/>
            </a:bodyPr>
            <a:lstStyle/>
            <a:p>
              <a:pPr marL="0" marR="0" lvl="0" indent="0" algn="l" rtl="0">
                <a:lnSpc>
                  <a:spcPct val="90000"/>
                </a:lnSpc>
                <a:spcBef>
                  <a:spcPts val="0"/>
                </a:spcBef>
                <a:spcAft>
                  <a:spcPts val="0"/>
                </a:spcAft>
                <a:buClr>
                  <a:schemeClr val="accent1"/>
                </a:buClr>
                <a:buSzPts val="2400"/>
                <a:buFont typeface="Arial"/>
                <a:buNone/>
              </a:pPr>
              <a:r>
                <a:rPr lang="en-GB" sz="2000">
                  <a:solidFill>
                    <a:schemeClr val="lt1"/>
                  </a:solidFill>
                </a:rPr>
                <a:t>Solar Panel distribution</a:t>
              </a:r>
              <a:endParaRPr/>
            </a:p>
          </p:txBody>
        </p:sp>
        <p:sp>
          <p:nvSpPr>
            <p:cNvPr id="2963" name="Google Shape;2963;p3"/>
            <p:cNvSpPr txBox="1"/>
            <p:nvPr/>
          </p:nvSpPr>
          <p:spPr>
            <a:xfrm>
              <a:off x="2910595" y="1796626"/>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2</a:t>
              </a:r>
              <a:endParaRPr/>
            </a:p>
          </p:txBody>
        </p:sp>
        <p:cxnSp>
          <p:nvCxnSpPr>
            <p:cNvPr id="2964" name="Google Shape;2964;p3"/>
            <p:cNvCxnSpPr/>
            <p:nvPr/>
          </p:nvCxnSpPr>
          <p:spPr>
            <a:xfrm>
              <a:off x="3087624" y="2146777"/>
              <a:ext cx="288000" cy="0"/>
            </a:xfrm>
            <a:prstGeom prst="straightConnector1">
              <a:avLst/>
            </a:prstGeom>
            <a:noFill/>
            <a:ln w="12700" cap="rnd" cmpd="sng">
              <a:solidFill>
                <a:schemeClr val="lt1"/>
              </a:solidFill>
              <a:prstDash val="solid"/>
              <a:round/>
              <a:headEnd type="none" w="sm" len="sm"/>
              <a:tailEnd type="none" w="sm" len="sm"/>
            </a:ln>
          </p:spPr>
        </p:cxnSp>
      </p:grpSp>
      <p:grpSp>
        <p:nvGrpSpPr>
          <p:cNvPr id="2965" name="Google Shape;2965;p3"/>
          <p:cNvGrpSpPr/>
          <p:nvPr/>
        </p:nvGrpSpPr>
        <p:grpSpPr>
          <a:xfrm>
            <a:off x="5089498" y="1565276"/>
            <a:ext cx="2012913" cy="2126314"/>
            <a:chOff x="5089498" y="1565276"/>
            <a:chExt cx="2012913" cy="2126314"/>
          </a:xfrm>
        </p:grpSpPr>
        <p:sp>
          <p:nvSpPr>
            <p:cNvPr id="2966" name="Google Shape;2966;p3"/>
            <p:cNvSpPr/>
            <p:nvPr/>
          </p:nvSpPr>
          <p:spPr>
            <a:xfrm>
              <a:off x="5089970" y="1565276"/>
              <a:ext cx="2006020" cy="2126314"/>
            </a:xfrm>
            <a:prstGeom prst="rect">
              <a:avLst/>
            </a:prstGeom>
            <a:solidFill>
              <a:srgbClr val="0076C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67" name="Google Shape;2967;p3"/>
            <p:cNvSpPr/>
            <p:nvPr/>
          </p:nvSpPr>
          <p:spPr>
            <a:xfrm>
              <a:off x="5089971" y="1565276"/>
              <a:ext cx="1291947" cy="355868"/>
            </a:xfrm>
            <a:custGeom>
              <a:avLst/>
              <a:gdLst/>
              <a:ahLst/>
              <a:cxnLst/>
              <a:rect l="l" t="t" r="r" b="b"/>
              <a:pathLst>
                <a:path w="1291947" h="355868" extrusionOk="0">
                  <a:moveTo>
                    <a:pt x="0" y="0"/>
                  </a:moveTo>
                  <a:lnTo>
                    <a:pt x="1291947" y="0"/>
                  </a:lnTo>
                  <a:lnTo>
                    <a:pt x="387707" y="243750"/>
                  </a:lnTo>
                  <a:lnTo>
                    <a:pt x="0" y="355868"/>
                  </a:lnTo>
                  <a:close/>
                </a:path>
              </a:pathLst>
            </a:custGeom>
            <a:solidFill>
              <a:schemeClr val="lt1">
                <a:alpha val="25098"/>
              </a:schemeClr>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68" name="Google Shape;2968;p3"/>
            <p:cNvSpPr txBox="1"/>
            <p:nvPr/>
          </p:nvSpPr>
          <p:spPr>
            <a:xfrm>
              <a:off x="5089498" y="2387123"/>
              <a:ext cx="2006491" cy="1304467"/>
            </a:xfrm>
            <a:prstGeom prst="rect">
              <a:avLst/>
            </a:prstGeom>
            <a:noFill/>
            <a:ln>
              <a:noFill/>
            </a:ln>
          </p:spPr>
          <p:txBody>
            <a:bodyPr spcFirstLastPara="1" wrap="square" lIns="180000" tIns="0" rIns="180000" bIns="0" anchor="t" anchorCtr="0">
              <a:noAutofit/>
            </a:bodyPr>
            <a:lstStyle/>
            <a:p>
              <a:pPr marL="0" marR="0" lvl="0" indent="0" algn="l" rtl="0">
                <a:lnSpc>
                  <a:spcPct val="90000"/>
                </a:lnSpc>
                <a:spcBef>
                  <a:spcPts val="0"/>
                </a:spcBef>
                <a:spcAft>
                  <a:spcPts val="0"/>
                </a:spcAft>
                <a:buClr>
                  <a:schemeClr val="accent1"/>
                </a:buClr>
                <a:buSzPts val="2400"/>
                <a:buFont typeface="Arial"/>
                <a:buNone/>
              </a:pPr>
              <a:endParaRPr/>
            </a:p>
          </p:txBody>
        </p:sp>
        <p:sp>
          <p:nvSpPr>
            <p:cNvPr id="2969" name="Google Shape;2969;p3"/>
            <p:cNvSpPr txBox="1"/>
            <p:nvPr/>
          </p:nvSpPr>
          <p:spPr>
            <a:xfrm>
              <a:off x="5096011" y="1796626"/>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3</a:t>
              </a:r>
              <a:endParaRPr/>
            </a:p>
          </p:txBody>
        </p:sp>
        <p:cxnSp>
          <p:nvCxnSpPr>
            <p:cNvPr id="2970" name="Google Shape;2970;p3"/>
            <p:cNvCxnSpPr/>
            <p:nvPr/>
          </p:nvCxnSpPr>
          <p:spPr>
            <a:xfrm>
              <a:off x="5273040" y="2146777"/>
              <a:ext cx="288000" cy="0"/>
            </a:xfrm>
            <a:prstGeom prst="straightConnector1">
              <a:avLst/>
            </a:prstGeom>
            <a:noFill/>
            <a:ln w="12700" cap="rnd" cmpd="sng">
              <a:solidFill>
                <a:schemeClr val="lt1"/>
              </a:solidFill>
              <a:prstDash val="solid"/>
              <a:round/>
              <a:headEnd type="none" w="sm" len="sm"/>
              <a:tailEnd type="none" w="sm" len="sm"/>
            </a:ln>
          </p:spPr>
        </p:cxnSp>
      </p:grpSp>
      <p:grpSp>
        <p:nvGrpSpPr>
          <p:cNvPr id="2971" name="Google Shape;2971;p3"/>
          <p:cNvGrpSpPr/>
          <p:nvPr/>
        </p:nvGrpSpPr>
        <p:grpSpPr>
          <a:xfrm>
            <a:off x="7274914" y="1565276"/>
            <a:ext cx="2012913" cy="2126314"/>
            <a:chOff x="7274914" y="1565276"/>
            <a:chExt cx="2012913" cy="2126314"/>
          </a:xfrm>
        </p:grpSpPr>
        <p:sp>
          <p:nvSpPr>
            <p:cNvPr id="2972" name="Google Shape;2972;p3"/>
            <p:cNvSpPr/>
            <p:nvPr/>
          </p:nvSpPr>
          <p:spPr>
            <a:xfrm>
              <a:off x="7275386" y="1565276"/>
              <a:ext cx="2006020" cy="2126314"/>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73" name="Google Shape;2973;p3"/>
            <p:cNvSpPr txBox="1"/>
            <p:nvPr/>
          </p:nvSpPr>
          <p:spPr>
            <a:xfrm>
              <a:off x="7274914" y="2387123"/>
              <a:ext cx="2006491" cy="1304467"/>
            </a:xfrm>
            <a:prstGeom prst="rect">
              <a:avLst/>
            </a:prstGeom>
            <a:noFill/>
            <a:ln>
              <a:noFill/>
            </a:ln>
          </p:spPr>
          <p:txBody>
            <a:bodyPr spcFirstLastPara="1" wrap="square" lIns="180000" tIns="0" rIns="180000" bIns="0" anchor="t" anchorCtr="0">
              <a:noAutofit/>
            </a:bodyPr>
            <a:lstStyle/>
            <a:p>
              <a:pPr marL="0" lvl="0" indent="0" algn="l" rtl="0">
                <a:lnSpc>
                  <a:spcPct val="90000"/>
                </a:lnSpc>
                <a:spcBef>
                  <a:spcPts val="0"/>
                </a:spcBef>
                <a:spcAft>
                  <a:spcPts val="0"/>
                </a:spcAft>
                <a:buClr>
                  <a:schemeClr val="accent1"/>
                </a:buClr>
                <a:buSzPts val="2400"/>
                <a:buFont typeface="Arial"/>
                <a:buNone/>
              </a:pPr>
              <a:r>
                <a:rPr lang="en-GB" sz="2000">
                  <a:solidFill>
                    <a:schemeClr val="lt1"/>
                  </a:solidFill>
                </a:rPr>
                <a:t>Propulsion support structure</a:t>
              </a:r>
              <a:endParaRPr/>
            </a:p>
          </p:txBody>
        </p:sp>
        <p:sp>
          <p:nvSpPr>
            <p:cNvPr id="2974" name="Google Shape;2974;p3"/>
            <p:cNvSpPr txBox="1"/>
            <p:nvPr/>
          </p:nvSpPr>
          <p:spPr>
            <a:xfrm>
              <a:off x="7281427" y="1796626"/>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4</a:t>
              </a:r>
              <a:endParaRPr/>
            </a:p>
          </p:txBody>
        </p:sp>
        <p:cxnSp>
          <p:nvCxnSpPr>
            <p:cNvPr id="2975" name="Google Shape;2975;p3"/>
            <p:cNvCxnSpPr/>
            <p:nvPr/>
          </p:nvCxnSpPr>
          <p:spPr>
            <a:xfrm>
              <a:off x="7458456" y="2146777"/>
              <a:ext cx="288000" cy="0"/>
            </a:xfrm>
            <a:prstGeom prst="straightConnector1">
              <a:avLst/>
            </a:prstGeom>
            <a:noFill/>
            <a:ln w="12700" cap="rnd" cmpd="sng">
              <a:solidFill>
                <a:schemeClr val="lt1"/>
              </a:solidFill>
              <a:prstDash val="solid"/>
              <a:round/>
              <a:headEnd type="none" w="sm" len="sm"/>
              <a:tailEnd type="none" w="sm" len="sm"/>
            </a:ln>
          </p:spPr>
        </p:cxnSp>
      </p:grpSp>
      <p:grpSp>
        <p:nvGrpSpPr>
          <p:cNvPr id="2976" name="Google Shape;2976;p3"/>
          <p:cNvGrpSpPr/>
          <p:nvPr/>
        </p:nvGrpSpPr>
        <p:grpSpPr>
          <a:xfrm>
            <a:off x="9456883" y="1565276"/>
            <a:ext cx="2009939" cy="2126314"/>
            <a:chOff x="9456883" y="1565276"/>
            <a:chExt cx="2009939" cy="2126314"/>
          </a:xfrm>
        </p:grpSpPr>
        <p:sp>
          <p:nvSpPr>
            <p:cNvPr id="2977" name="Google Shape;2977;p3"/>
            <p:cNvSpPr/>
            <p:nvPr/>
          </p:nvSpPr>
          <p:spPr>
            <a:xfrm>
              <a:off x="9456883" y="1565276"/>
              <a:ext cx="2006020" cy="2126314"/>
            </a:xfrm>
            <a:prstGeom prst="rect">
              <a:avLst/>
            </a:prstGeom>
            <a:solidFill>
              <a:srgbClr val="00B8C8"/>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78" name="Google Shape;2978;p3"/>
            <p:cNvSpPr/>
            <p:nvPr/>
          </p:nvSpPr>
          <p:spPr>
            <a:xfrm>
              <a:off x="10724352" y="3136553"/>
              <a:ext cx="742470" cy="555037"/>
            </a:xfrm>
            <a:custGeom>
              <a:avLst/>
              <a:gdLst/>
              <a:ahLst/>
              <a:cxnLst/>
              <a:rect l="l" t="t" r="r" b="b"/>
              <a:pathLst>
                <a:path w="742470" h="555037" extrusionOk="0">
                  <a:moveTo>
                    <a:pt x="742470" y="0"/>
                  </a:moveTo>
                  <a:lnTo>
                    <a:pt x="742470" y="555037"/>
                  </a:lnTo>
                  <a:lnTo>
                    <a:pt x="0" y="555037"/>
                  </a:lnTo>
                  <a:lnTo>
                    <a:pt x="323385" y="310047"/>
                  </a:lnTo>
                  <a:close/>
                </a:path>
              </a:pathLst>
            </a:custGeom>
            <a:solidFill>
              <a:schemeClr val="lt1">
                <a:alpha val="25098"/>
              </a:schemeClr>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79" name="Google Shape;2979;p3"/>
            <p:cNvSpPr txBox="1"/>
            <p:nvPr/>
          </p:nvSpPr>
          <p:spPr>
            <a:xfrm>
              <a:off x="9460330" y="2387123"/>
              <a:ext cx="2006491" cy="1304467"/>
            </a:xfrm>
            <a:prstGeom prst="rect">
              <a:avLst/>
            </a:prstGeom>
            <a:noFill/>
            <a:ln>
              <a:noFill/>
            </a:ln>
          </p:spPr>
          <p:txBody>
            <a:bodyPr spcFirstLastPara="1" wrap="square" lIns="180000" tIns="0" rIns="180000" bIns="0" anchor="t" anchorCtr="0">
              <a:noAutofit/>
            </a:bodyPr>
            <a:lstStyle/>
            <a:p>
              <a:pPr marL="0" lvl="0" indent="0" algn="l" rtl="0">
                <a:lnSpc>
                  <a:spcPct val="90000"/>
                </a:lnSpc>
                <a:spcBef>
                  <a:spcPts val="0"/>
                </a:spcBef>
                <a:spcAft>
                  <a:spcPts val="0"/>
                </a:spcAft>
                <a:buClr>
                  <a:schemeClr val="accent1"/>
                </a:buClr>
                <a:buSzPts val="2400"/>
                <a:buFont typeface="Arial"/>
                <a:buNone/>
              </a:pPr>
              <a:r>
                <a:rPr lang="en-GB" sz="2000">
                  <a:solidFill>
                    <a:schemeClr val="lt1"/>
                  </a:solidFill>
                </a:rPr>
                <a:t>Battery sizing</a:t>
              </a:r>
              <a:endParaRPr sz="2000">
                <a:solidFill>
                  <a:schemeClr val="lt1"/>
                </a:solidFill>
              </a:endParaRPr>
            </a:p>
          </p:txBody>
        </p:sp>
        <p:sp>
          <p:nvSpPr>
            <p:cNvPr id="2980" name="Google Shape;2980;p3"/>
            <p:cNvSpPr txBox="1"/>
            <p:nvPr/>
          </p:nvSpPr>
          <p:spPr>
            <a:xfrm>
              <a:off x="9460330" y="1796626"/>
              <a:ext cx="2006400" cy="277200"/>
            </a:xfrm>
            <a:prstGeom prst="rect">
              <a:avLst/>
            </a:prstGeom>
            <a:noFill/>
            <a:ln>
              <a:noFill/>
            </a:ln>
          </p:spPr>
          <p:txBody>
            <a:bodyPr spcFirstLastPara="1" wrap="square" lIns="180000" tIns="0" rIns="180000" bIns="0" anchor="b" anchorCtr="0">
              <a:spAutoFit/>
            </a:bodyPr>
            <a:lstStyle/>
            <a:p>
              <a:pPr marL="0" marR="0" lvl="0" indent="0" algn="l" rtl="0">
                <a:lnSpc>
                  <a:spcPct val="90000"/>
                </a:lnSpc>
                <a:spcBef>
                  <a:spcPts val="0"/>
                </a:spcBef>
                <a:spcAft>
                  <a:spcPts val="0"/>
                </a:spcAft>
                <a:buClr>
                  <a:schemeClr val="accent1"/>
                </a:buClr>
                <a:buSzPts val="2400"/>
                <a:buFont typeface="Arial"/>
                <a:buNone/>
              </a:pPr>
              <a:r>
                <a:rPr lang="en-GB" sz="2000" b="0" i="0">
                  <a:solidFill>
                    <a:schemeClr val="lt1"/>
                  </a:solidFill>
                  <a:latin typeface="Arial"/>
                  <a:ea typeface="Arial"/>
                  <a:cs typeface="Arial"/>
                  <a:sym typeface="Arial"/>
                </a:rPr>
                <a:t>0</a:t>
              </a:r>
              <a:r>
                <a:rPr lang="en-GB" sz="2000">
                  <a:solidFill>
                    <a:schemeClr val="lt1"/>
                  </a:solidFill>
                </a:rPr>
                <a:t>5</a:t>
              </a:r>
              <a:endParaRPr/>
            </a:p>
          </p:txBody>
        </p:sp>
        <p:cxnSp>
          <p:nvCxnSpPr>
            <p:cNvPr id="2981" name="Google Shape;2981;p3"/>
            <p:cNvCxnSpPr/>
            <p:nvPr/>
          </p:nvCxnSpPr>
          <p:spPr>
            <a:xfrm>
              <a:off x="9643872" y="2146777"/>
              <a:ext cx="288000" cy="0"/>
            </a:xfrm>
            <a:prstGeom prst="straightConnector1">
              <a:avLst/>
            </a:prstGeom>
            <a:noFill/>
            <a:ln w="12700" cap="rnd" cmpd="sng">
              <a:solidFill>
                <a:schemeClr val="lt1"/>
              </a:solidFill>
              <a:prstDash val="solid"/>
              <a:round/>
              <a:headEnd type="none" w="sm" len="sm"/>
              <a:tailEnd type="none" w="sm" len="sm"/>
            </a:ln>
          </p:spPr>
        </p:cxnSp>
      </p:grpSp>
      <p:sp>
        <p:nvSpPr>
          <p:cNvPr id="2982" name="Google Shape;2982;p3"/>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2</a:t>
            </a:fld>
            <a:endParaRPr/>
          </a:p>
        </p:txBody>
      </p:sp>
      <p:sp>
        <p:nvSpPr>
          <p:cNvPr id="2983" name="Google Shape;2983;p3"/>
          <p:cNvSpPr txBox="1"/>
          <p:nvPr/>
        </p:nvSpPr>
        <p:spPr>
          <a:xfrm>
            <a:off x="5162425" y="2258975"/>
            <a:ext cx="18636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a:solidFill>
                  <a:schemeClr val="lt1"/>
                </a:solidFill>
              </a:rPr>
              <a:t>Propulsion system sizing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2988" name="Google Shape;2988;p4"/>
          <p:cNvSpPr txBox="1">
            <a:spLocks noGrp="1"/>
          </p:cNvSpPr>
          <p:nvPr>
            <p:ph type="title"/>
          </p:nvPr>
        </p:nvSpPr>
        <p:spPr>
          <a:xfrm>
            <a:off x="0" y="-429019"/>
            <a:ext cx="1782539" cy="276999"/>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Chapter | dark mode</a:t>
            </a:r>
            <a:endParaRPr/>
          </a:p>
        </p:txBody>
      </p:sp>
      <p:sp>
        <p:nvSpPr>
          <p:cNvPr id="2989" name="Google Shape;2989;p4"/>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2990" name="Google Shape;2990;p4"/>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3</a:t>
            </a:fld>
            <a:endParaRPr/>
          </a:p>
        </p:txBody>
      </p:sp>
      <p:sp>
        <p:nvSpPr>
          <p:cNvPr id="2991" name="Google Shape;2991;p4"/>
          <p:cNvSpPr/>
          <p:nvPr/>
        </p:nvSpPr>
        <p:spPr>
          <a:xfrm>
            <a:off x="3818238" y="719138"/>
            <a:ext cx="7651524" cy="5281612"/>
          </a:xfrm>
          <a:prstGeom prst="rect">
            <a:avLst/>
          </a:prstGeom>
          <a:solidFill>
            <a:schemeClr val="accent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grpSp>
        <p:nvGrpSpPr>
          <p:cNvPr id="2992" name="Google Shape;2992;p4"/>
          <p:cNvGrpSpPr/>
          <p:nvPr/>
        </p:nvGrpSpPr>
        <p:grpSpPr>
          <a:xfrm>
            <a:off x="719138" y="1565275"/>
            <a:ext cx="4005803" cy="2251756"/>
            <a:chOff x="719138" y="1565275"/>
            <a:chExt cx="5348870" cy="3006725"/>
          </a:xfrm>
        </p:grpSpPr>
        <p:sp>
          <p:nvSpPr>
            <p:cNvPr id="2993" name="Google Shape;2993;p4"/>
            <p:cNvSpPr/>
            <p:nvPr/>
          </p:nvSpPr>
          <p:spPr>
            <a:xfrm>
              <a:off x="719138" y="1565275"/>
              <a:ext cx="5348870" cy="3006725"/>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2994" name="Google Shape;2994;p4"/>
            <p:cNvSpPr/>
            <p:nvPr/>
          </p:nvSpPr>
          <p:spPr>
            <a:xfrm>
              <a:off x="719138" y="1565275"/>
              <a:ext cx="5348870" cy="3006089"/>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grpSp>
      <p:sp>
        <p:nvSpPr>
          <p:cNvPr id="2995" name="Google Shape;2995;p4"/>
          <p:cNvSpPr txBox="1"/>
          <p:nvPr/>
        </p:nvSpPr>
        <p:spPr>
          <a:xfrm>
            <a:off x="5439883" y="2766258"/>
            <a:ext cx="5288700" cy="7389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accent1"/>
              </a:buClr>
              <a:buSzPts val="5760"/>
              <a:buFont typeface="Arial"/>
              <a:buNone/>
            </a:pPr>
            <a:r>
              <a:rPr lang="en-GB" sz="4800" b="1">
                <a:solidFill>
                  <a:schemeClr val="lt1"/>
                </a:solidFill>
              </a:rPr>
              <a:t>Outer Envelope</a:t>
            </a:r>
            <a:endParaRPr/>
          </a:p>
        </p:txBody>
      </p:sp>
      <p:sp>
        <p:nvSpPr>
          <p:cNvPr id="2996" name="Google Shape;2996;p4"/>
          <p:cNvSpPr txBox="1"/>
          <p:nvPr/>
        </p:nvSpPr>
        <p:spPr>
          <a:xfrm>
            <a:off x="1467775" y="2026350"/>
            <a:ext cx="1938600" cy="14223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accent1"/>
              </a:buClr>
              <a:buSzPts val="11520"/>
              <a:buFont typeface="Arial"/>
              <a:buNone/>
            </a:pPr>
            <a:r>
              <a:rPr lang="en-GB" sz="9600" b="0" i="0" cap="none">
                <a:solidFill>
                  <a:schemeClr val="lt1"/>
                </a:solidFill>
                <a:latin typeface="Arial"/>
                <a:ea typeface="Arial"/>
                <a:cs typeface="Arial"/>
                <a:sym typeface="Arial"/>
              </a:rPr>
              <a:t>0</a:t>
            </a:r>
            <a:r>
              <a:rPr lang="en-GB" sz="9600">
                <a:solidFill>
                  <a:schemeClr val="lt1"/>
                </a:solidFill>
              </a:rPr>
              <a:t>1</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00"/>
        <p:cNvGrpSpPr/>
        <p:nvPr/>
      </p:nvGrpSpPr>
      <p:grpSpPr>
        <a:xfrm>
          <a:off x="0" y="0"/>
          <a:ext cx="0" cy="0"/>
          <a:chOff x="0" y="0"/>
          <a:chExt cx="0" cy="0"/>
        </a:xfrm>
      </p:grpSpPr>
      <p:sp>
        <p:nvSpPr>
          <p:cNvPr id="3001" name="Google Shape;3001;p17"/>
          <p:cNvSpPr txBox="1">
            <a:spLocks noGrp="1"/>
          </p:cNvSpPr>
          <p:nvPr>
            <p:ph type="title"/>
          </p:nvPr>
        </p:nvSpPr>
        <p:spPr>
          <a:xfrm>
            <a:off x="0" y="-429019"/>
            <a:ext cx="1179810" cy="276999"/>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Quote</a:t>
            </a:r>
            <a:endParaRPr/>
          </a:p>
        </p:txBody>
      </p:sp>
      <p:sp>
        <p:nvSpPr>
          <p:cNvPr id="3002" name="Google Shape;3002;p17"/>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003" name="Google Shape;3003;p17"/>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4</a:t>
            </a:fld>
            <a:endParaRPr/>
          </a:p>
        </p:txBody>
      </p:sp>
      <p:sp>
        <p:nvSpPr>
          <p:cNvPr id="3004" name="Google Shape;3004;p17"/>
          <p:cNvSpPr txBox="1"/>
          <p:nvPr/>
        </p:nvSpPr>
        <p:spPr>
          <a:xfrm>
            <a:off x="719150" y="1729775"/>
            <a:ext cx="5051100" cy="1980000"/>
          </a:xfrm>
          <a:prstGeom prst="rect">
            <a:avLst/>
          </a:prstGeom>
          <a:solidFill>
            <a:schemeClr val="accent1"/>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005" name="Google Shape;3005;p17"/>
          <p:cNvSpPr txBox="1"/>
          <p:nvPr/>
        </p:nvSpPr>
        <p:spPr>
          <a:xfrm>
            <a:off x="719150" y="3933738"/>
            <a:ext cx="5051100" cy="1036500"/>
          </a:xfrm>
          <a:prstGeom prst="rect">
            <a:avLst/>
          </a:prstGeom>
          <a:solidFill>
            <a:srgbClr val="00B8C8"/>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006" name="Google Shape;3006;p17"/>
          <p:cNvSpPr txBox="1"/>
          <p:nvPr/>
        </p:nvSpPr>
        <p:spPr>
          <a:xfrm>
            <a:off x="719150" y="418625"/>
            <a:ext cx="72882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500" b="1">
                <a:solidFill>
                  <a:schemeClr val="dk2"/>
                </a:solidFill>
              </a:rPr>
              <a:t>Design Variables</a:t>
            </a:r>
            <a:endParaRPr sz="2500" b="1">
              <a:solidFill>
                <a:schemeClr val="dk2"/>
              </a:solidFill>
            </a:endParaRPr>
          </a:p>
        </p:txBody>
      </p:sp>
      <p:sp>
        <p:nvSpPr>
          <p:cNvPr id="3007" name="Google Shape;3007;p17"/>
          <p:cNvSpPr txBox="1"/>
          <p:nvPr/>
        </p:nvSpPr>
        <p:spPr>
          <a:xfrm>
            <a:off x="783650" y="1862713"/>
            <a:ext cx="4922100" cy="1847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Envelope Outer Radius</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Primarily controlled by required lift based on overall weight</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Needs to be larger than minimum based on solar panel area</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Affects Aerodynamic drag</a:t>
            </a:r>
            <a:endParaRPr sz="2000">
              <a:solidFill>
                <a:schemeClr val="lt1"/>
              </a:solidFill>
            </a:endParaRPr>
          </a:p>
        </p:txBody>
      </p:sp>
      <p:sp>
        <p:nvSpPr>
          <p:cNvPr id="3008" name="Google Shape;3008;p17"/>
          <p:cNvSpPr txBox="1"/>
          <p:nvPr/>
        </p:nvSpPr>
        <p:spPr>
          <a:xfrm>
            <a:off x="848150" y="4082363"/>
            <a:ext cx="4922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Envelope Thickness</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User-defined</a:t>
            </a:r>
            <a:endParaRPr>
              <a:solidFill>
                <a:schemeClr val="lt1"/>
              </a:solidFill>
            </a:endParaRPr>
          </a:p>
        </p:txBody>
      </p:sp>
      <p:pic>
        <p:nvPicPr>
          <p:cNvPr id="3009" name="Google Shape;3009;p17"/>
          <p:cNvPicPr preferRelativeResize="0"/>
          <p:nvPr/>
        </p:nvPicPr>
        <p:blipFill>
          <a:blip r:embed="rId3">
            <a:alphaModFix/>
          </a:blip>
          <a:stretch>
            <a:fillRect/>
          </a:stretch>
        </p:blipFill>
        <p:spPr>
          <a:xfrm>
            <a:off x="8007350" y="257725"/>
            <a:ext cx="3447050" cy="2907500"/>
          </a:xfrm>
          <a:prstGeom prst="rect">
            <a:avLst/>
          </a:prstGeom>
          <a:noFill/>
          <a:ln>
            <a:noFill/>
          </a:ln>
        </p:spPr>
      </p:pic>
      <p:pic>
        <p:nvPicPr>
          <p:cNvPr id="3010" name="Google Shape;3010;p17"/>
          <p:cNvPicPr preferRelativeResize="0"/>
          <p:nvPr/>
        </p:nvPicPr>
        <p:blipFill>
          <a:blip r:embed="rId4">
            <a:alphaModFix/>
          </a:blip>
          <a:stretch>
            <a:fillRect/>
          </a:stretch>
        </p:blipFill>
        <p:spPr>
          <a:xfrm>
            <a:off x="5979225" y="3221903"/>
            <a:ext cx="3447050" cy="302782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14"/>
        <p:cNvGrpSpPr/>
        <p:nvPr/>
      </p:nvGrpSpPr>
      <p:grpSpPr>
        <a:xfrm>
          <a:off x="0" y="0"/>
          <a:ext cx="0" cy="0"/>
          <a:chOff x="0" y="0"/>
          <a:chExt cx="0" cy="0"/>
        </a:xfrm>
      </p:grpSpPr>
      <p:grpSp>
        <p:nvGrpSpPr>
          <p:cNvPr id="3015" name="Google Shape;3015;p6"/>
          <p:cNvGrpSpPr/>
          <p:nvPr/>
        </p:nvGrpSpPr>
        <p:grpSpPr>
          <a:xfrm>
            <a:off x="721079" y="6216736"/>
            <a:ext cx="961200" cy="381600"/>
            <a:chOff x="2807303" y="2354764"/>
            <a:chExt cx="944974" cy="368527"/>
          </a:xfrm>
        </p:grpSpPr>
        <p:sp>
          <p:nvSpPr>
            <p:cNvPr id="3016" name="Google Shape;3016;p6"/>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17" name="Google Shape;3017;p6"/>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18" name="Google Shape;3018;p6"/>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19" name="Google Shape;3019;p6"/>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0" name="Google Shape;3020;p6"/>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1" name="Google Shape;3021;p6"/>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2" name="Google Shape;3022;p6"/>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023" name="Google Shape;3023;p6"/>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24" name="Google Shape;3024;p6"/>
          <p:cNvSpPr txBox="1">
            <a:spLocks noGrp="1"/>
          </p:cNvSpPr>
          <p:nvPr>
            <p:ph type="title"/>
          </p:nvPr>
        </p:nvSpPr>
        <p:spPr>
          <a:xfrm>
            <a:off x="0" y="-429012"/>
            <a:ext cx="1795363" cy="276999"/>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025" name="Google Shape;3025;p6"/>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026" name="Google Shape;3026;p6"/>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5</a:t>
            </a:fld>
            <a:endParaRPr/>
          </a:p>
        </p:txBody>
      </p:sp>
      <p:sp>
        <p:nvSpPr>
          <p:cNvPr id="3027" name="Google Shape;3027;p6"/>
          <p:cNvSpPr txBox="1"/>
          <p:nvPr/>
        </p:nvSpPr>
        <p:spPr>
          <a:xfrm>
            <a:off x="5217926" y="112052"/>
            <a:ext cx="6710100" cy="7389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4800" b="1">
                <a:solidFill>
                  <a:schemeClr val="lt1"/>
                </a:solidFill>
              </a:rPr>
              <a:t>Buoyancy Relations</a:t>
            </a:r>
            <a:endParaRPr/>
          </a:p>
        </p:txBody>
      </p:sp>
      <p:sp>
        <p:nvSpPr>
          <p:cNvPr id="3028" name="Google Shape;3028;p6"/>
          <p:cNvSpPr txBox="1"/>
          <p:nvPr/>
        </p:nvSpPr>
        <p:spPr>
          <a:xfrm>
            <a:off x="5214475" y="899124"/>
            <a:ext cx="6717000" cy="540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1"/>
              </a:buClr>
              <a:buSzPts val="2880"/>
              <a:buFont typeface="Arial"/>
              <a:buNone/>
            </a:pPr>
            <a:r>
              <a:rPr lang="en-GB" sz="1300" b="1" u="sng">
                <a:solidFill>
                  <a:schemeClr val="dk1"/>
                </a:solidFill>
              </a:rPr>
              <a:t>Primary source:</a:t>
            </a:r>
            <a:r>
              <a:rPr lang="en-GB" sz="1300" b="1">
                <a:solidFill>
                  <a:schemeClr val="dk1"/>
                </a:solidFill>
              </a:rPr>
              <a:t> J. G. Leishman, </a:t>
            </a:r>
            <a:r>
              <a:rPr lang="en-GB" sz="1300" b="1" i="1">
                <a:solidFill>
                  <a:schemeClr val="dk1"/>
                </a:solidFill>
              </a:rPr>
              <a:t>Introduction to Aerospace Flight Vehicles</a:t>
            </a:r>
            <a:r>
              <a:rPr lang="en-GB" sz="1300" b="1">
                <a:solidFill>
                  <a:schemeClr val="dk1"/>
                </a:solidFill>
              </a:rPr>
              <a:t>. Daytona Beach, FL, USA: Embry-Riddle Aeronautical University, 2023. doi:10.15394/eaglepub.202 </a:t>
            </a:r>
            <a:endParaRPr sz="1600" b="1"/>
          </a:p>
        </p:txBody>
      </p:sp>
      <p:sp>
        <p:nvSpPr>
          <p:cNvPr id="3029" name="Google Shape;3029;p6"/>
          <p:cNvSpPr txBox="1"/>
          <p:nvPr/>
        </p:nvSpPr>
        <p:spPr>
          <a:xfrm>
            <a:off x="4557325" y="1705989"/>
            <a:ext cx="7370700" cy="44331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1"/>
              </a:buClr>
              <a:buSzPts val="2000"/>
              <a:buFont typeface="Arial"/>
              <a:buChar char="●"/>
            </a:pPr>
            <a:r>
              <a:rPr lang="en-GB" sz="2000">
                <a:solidFill>
                  <a:schemeClr val="dk1"/>
                </a:solidFill>
              </a:rPr>
              <a:t>Use ambiance to model ISA atmosphere to get pressure, temperature, and air density as a function of altitude.</a:t>
            </a:r>
            <a:endParaRPr sz="2000">
              <a:solidFill>
                <a:schemeClr val="dk1"/>
              </a:solidFill>
            </a:endParaRPr>
          </a:p>
          <a:p>
            <a:pPr marL="457200" marR="0" lvl="0" indent="-355600" algn="just" rtl="0">
              <a:lnSpc>
                <a:spcPct val="90000"/>
              </a:lnSpc>
              <a:spcBef>
                <a:spcPts val="0"/>
              </a:spcBef>
              <a:spcAft>
                <a:spcPts val="0"/>
              </a:spcAft>
              <a:buClr>
                <a:schemeClr val="dk1"/>
              </a:buClr>
              <a:buSzPts val="2000"/>
              <a:buFont typeface="Arial"/>
              <a:buChar char="●"/>
            </a:pPr>
            <a:r>
              <a:rPr lang="en-GB" sz="2000">
                <a:solidFill>
                  <a:schemeClr val="dk1"/>
                </a:solidFill>
              </a:rPr>
              <a:t>Lifting gas density was calculated assuming ideal gas scaling. It uses the atmospheric pressure and temperature at the given altitude.</a:t>
            </a:r>
            <a:endParaRPr sz="2000">
              <a:solidFill>
                <a:schemeClr val="dk1"/>
              </a:solidFill>
            </a:endParaRPr>
          </a:p>
          <a:p>
            <a:pPr marL="0" marR="0" lvl="0" indent="0" algn="just" rtl="0">
              <a:lnSpc>
                <a:spcPct val="90000"/>
              </a:lnSpc>
              <a:spcBef>
                <a:spcPts val="0"/>
              </a:spcBef>
              <a:spcAft>
                <a:spcPts val="0"/>
              </a:spcAft>
              <a:buNone/>
            </a:pPr>
            <a:endParaRPr sz="2000">
              <a:solidFill>
                <a:schemeClr val="dk1"/>
              </a:solidFill>
            </a:endParaRPr>
          </a:p>
          <a:p>
            <a:pPr marL="0" marR="0" lvl="0" indent="0" algn="just" rtl="0">
              <a:lnSpc>
                <a:spcPct val="90000"/>
              </a:lnSpc>
              <a:spcBef>
                <a:spcPts val="0"/>
              </a:spcBef>
              <a:spcAft>
                <a:spcPts val="0"/>
              </a:spcAft>
              <a:buNone/>
            </a:pPr>
            <a:endParaRPr sz="2000">
              <a:solidFill>
                <a:schemeClr val="dk1"/>
              </a:solidFill>
            </a:endParaRPr>
          </a:p>
          <a:p>
            <a:pPr marL="0" marR="0" lvl="0" indent="0" algn="just" rtl="0">
              <a:lnSpc>
                <a:spcPct val="90000"/>
              </a:lnSpc>
              <a:spcBef>
                <a:spcPts val="0"/>
              </a:spcBef>
              <a:spcAft>
                <a:spcPts val="0"/>
              </a:spcAft>
              <a:buNone/>
            </a:pPr>
            <a:endParaRPr sz="2000">
              <a:solidFill>
                <a:schemeClr val="dk1"/>
              </a:solidFill>
            </a:endParaRPr>
          </a:p>
          <a:p>
            <a:pPr marL="457200" marR="0" lvl="0" indent="-355600" algn="just" rtl="0">
              <a:lnSpc>
                <a:spcPct val="90000"/>
              </a:lnSpc>
              <a:spcBef>
                <a:spcPts val="0"/>
              </a:spcBef>
              <a:spcAft>
                <a:spcPts val="0"/>
              </a:spcAft>
              <a:buClr>
                <a:schemeClr val="dk1"/>
              </a:buClr>
              <a:buSzPts val="2000"/>
              <a:buChar char="●"/>
            </a:pPr>
            <a:r>
              <a:rPr lang="en-GB" sz="2000">
                <a:solidFill>
                  <a:schemeClr val="dk1"/>
                </a:solidFill>
              </a:rPr>
              <a:t>Calculate available interior volume using envelope radius, thickness and ballonet volume fraction.</a:t>
            </a:r>
            <a:endParaRPr sz="2000">
              <a:solidFill>
                <a:schemeClr val="dk1"/>
              </a:solidFill>
            </a:endParaRPr>
          </a:p>
          <a:p>
            <a:pPr marL="457200" marR="0" lvl="0" indent="-355600" algn="just" rtl="0">
              <a:lnSpc>
                <a:spcPct val="90000"/>
              </a:lnSpc>
              <a:spcBef>
                <a:spcPts val="0"/>
              </a:spcBef>
              <a:spcAft>
                <a:spcPts val="0"/>
              </a:spcAft>
              <a:buClr>
                <a:schemeClr val="dk1"/>
              </a:buClr>
              <a:buSzPts val="2000"/>
              <a:buChar char="●"/>
            </a:pPr>
            <a:r>
              <a:rPr lang="en-GB" sz="2000">
                <a:solidFill>
                  <a:schemeClr val="dk1"/>
                </a:solidFill>
              </a:rPr>
              <a:t>Calculate buoyancy force and condition for neutral buoyancy (used to calculate achievable altitude):</a:t>
            </a:r>
            <a:endParaRPr sz="2000">
              <a:solidFill>
                <a:schemeClr val="dk1"/>
              </a:solidFill>
            </a:endParaRPr>
          </a:p>
          <a:p>
            <a:pPr marL="0" marR="0" lvl="0" indent="0" algn="just" rtl="0">
              <a:lnSpc>
                <a:spcPct val="90000"/>
              </a:lnSpc>
              <a:spcBef>
                <a:spcPts val="0"/>
              </a:spcBef>
              <a:spcAft>
                <a:spcPts val="0"/>
              </a:spcAft>
              <a:buNone/>
            </a:pPr>
            <a:endParaRPr sz="2000">
              <a:solidFill>
                <a:schemeClr val="dk1"/>
              </a:solidFill>
            </a:endParaRPr>
          </a:p>
          <a:p>
            <a:pPr marL="0" marR="0" lvl="0" indent="0" algn="just" rtl="0">
              <a:lnSpc>
                <a:spcPct val="90000"/>
              </a:lnSpc>
              <a:spcBef>
                <a:spcPts val="0"/>
              </a:spcBef>
              <a:spcAft>
                <a:spcPts val="0"/>
              </a:spcAft>
              <a:buNone/>
            </a:pPr>
            <a:endParaRPr sz="2000">
              <a:solidFill>
                <a:schemeClr val="dk1"/>
              </a:solidFill>
            </a:endParaRPr>
          </a:p>
          <a:p>
            <a:pPr marL="0" marR="0" lvl="0" indent="0" algn="just" rtl="0">
              <a:lnSpc>
                <a:spcPct val="90000"/>
              </a:lnSpc>
              <a:spcBef>
                <a:spcPts val="0"/>
              </a:spcBef>
              <a:spcAft>
                <a:spcPts val="0"/>
              </a:spcAft>
              <a:buNone/>
            </a:pPr>
            <a:endParaRPr sz="2000">
              <a:solidFill>
                <a:schemeClr val="dk1"/>
              </a:solidFill>
            </a:endParaRPr>
          </a:p>
          <a:p>
            <a:pPr marL="457200" marR="0" lvl="0" indent="-355600" algn="just" rtl="0">
              <a:lnSpc>
                <a:spcPct val="90000"/>
              </a:lnSpc>
              <a:spcBef>
                <a:spcPts val="0"/>
              </a:spcBef>
              <a:spcAft>
                <a:spcPts val="0"/>
              </a:spcAft>
              <a:buClr>
                <a:srgbClr val="FF0000"/>
              </a:buClr>
              <a:buSzPts val="2000"/>
              <a:buChar char="●"/>
            </a:pPr>
            <a:r>
              <a:rPr lang="en-GB" sz="2000">
                <a:solidFill>
                  <a:srgbClr val="FF0000"/>
                </a:solidFill>
              </a:rPr>
              <a:t>Pressure ceiling and structural stress</a:t>
            </a:r>
            <a:endParaRPr sz="2000">
              <a:solidFill>
                <a:srgbClr val="FF0000"/>
              </a:solidFill>
            </a:endParaRPr>
          </a:p>
        </p:txBody>
      </p:sp>
      <p:grpSp>
        <p:nvGrpSpPr>
          <p:cNvPr id="3030" name="Google Shape;3030;p6"/>
          <p:cNvGrpSpPr/>
          <p:nvPr/>
        </p:nvGrpSpPr>
        <p:grpSpPr>
          <a:xfrm>
            <a:off x="12377595" y="0"/>
            <a:ext cx="3693386" cy="5359349"/>
            <a:chOff x="-3786437" y="0"/>
            <a:chExt cx="3693386" cy="5359349"/>
          </a:xfrm>
        </p:grpSpPr>
        <p:sp>
          <p:nvSpPr>
            <p:cNvPr id="3031" name="Google Shape;3031;p6"/>
            <p:cNvSpPr/>
            <p:nvPr/>
          </p:nvSpPr>
          <p:spPr>
            <a:xfrm>
              <a:off x="-3786165" y="0"/>
              <a:ext cx="3593091" cy="4641338"/>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032" name="Google Shape;3032;p6"/>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033" name="Google Shape;3033;p6"/>
            <p:cNvSpPr/>
            <p:nvPr/>
          </p:nvSpPr>
          <p:spPr>
            <a:xfrm>
              <a:off x="-3319415" y="1837484"/>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034" name="Google Shape;3034;p6"/>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035" name="Google Shape;3035;p6"/>
            <p:cNvSpPr/>
            <p:nvPr/>
          </p:nvSpPr>
          <p:spPr>
            <a:xfrm>
              <a:off x="-3604183" y="1196113"/>
              <a:ext cx="3229047" cy="45922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036" name="Google Shape;3036;p6"/>
            <p:cNvSpPr/>
            <p:nvPr/>
          </p:nvSpPr>
          <p:spPr>
            <a:xfrm>
              <a:off x="-3319415" y="2128873"/>
              <a:ext cx="294922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037" name="Google Shape;3037;p6"/>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038" name="Google Shape;3038;p6"/>
            <p:cNvSpPr/>
            <p:nvPr/>
          </p:nvSpPr>
          <p:spPr>
            <a:xfrm>
              <a:off x="-3319415" y="2420262"/>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039" name="Google Shape;3039;p6"/>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040" name="Google Shape;3040;p6"/>
            <p:cNvSpPr/>
            <p:nvPr/>
          </p:nvSpPr>
          <p:spPr>
            <a:xfrm>
              <a:off x="-3319415" y="2711651"/>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041" name="Google Shape;3041;p6"/>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042" name="Google Shape;3042;p6"/>
            <p:cNvSpPr/>
            <p:nvPr/>
          </p:nvSpPr>
          <p:spPr>
            <a:xfrm>
              <a:off x="-3319415" y="3003040"/>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043" name="Google Shape;3043;p6"/>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044" name="Google Shape;3044;p6"/>
            <p:cNvSpPr/>
            <p:nvPr/>
          </p:nvSpPr>
          <p:spPr>
            <a:xfrm>
              <a:off x="-3319415" y="3585818"/>
              <a:ext cx="294922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045" name="Google Shape;3045;p6"/>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046" name="Google Shape;3046;p6"/>
            <p:cNvSpPr/>
            <p:nvPr/>
          </p:nvSpPr>
          <p:spPr>
            <a:xfrm>
              <a:off x="-3325830" y="3877207"/>
              <a:ext cx="294922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047" name="Google Shape;3047;p6"/>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048" name="Google Shape;3048;p6"/>
            <p:cNvSpPr/>
            <p:nvPr/>
          </p:nvSpPr>
          <p:spPr>
            <a:xfrm>
              <a:off x="-3319415" y="4168594"/>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049" name="Google Shape;3049;p6"/>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050" name="Google Shape;3050;p6"/>
            <p:cNvSpPr/>
            <p:nvPr/>
          </p:nvSpPr>
          <p:spPr>
            <a:xfrm>
              <a:off x="-3319415" y="3294429"/>
              <a:ext cx="294922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051" name="Google Shape;3051;p6"/>
            <p:cNvSpPr/>
            <p:nvPr/>
          </p:nvSpPr>
          <p:spPr>
            <a:xfrm>
              <a:off x="-3786437" y="4531349"/>
              <a:ext cx="3593637"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052" name="Google Shape;3052;p6"/>
            <p:cNvGrpSpPr/>
            <p:nvPr/>
          </p:nvGrpSpPr>
          <p:grpSpPr>
            <a:xfrm>
              <a:off x="-376736" y="4400186"/>
              <a:ext cx="283685" cy="283685"/>
              <a:chOff x="-510741" y="5913713"/>
              <a:chExt cx="267555" cy="267555"/>
            </a:xfrm>
          </p:grpSpPr>
          <p:sp>
            <p:nvSpPr>
              <p:cNvPr id="3053" name="Google Shape;3053;p6"/>
              <p:cNvSpPr/>
              <p:nvPr/>
            </p:nvSpPr>
            <p:spPr>
              <a:xfrm>
                <a:off x="-491853" y="5932072"/>
                <a:ext cx="230835" cy="230835"/>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054" name="Google Shape;3054;p6" descr="Informatie"/>
              <p:cNvSpPr/>
              <p:nvPr/>
            </p:nvSpPr>
            <p:spPr>
              <a:xfrm>
                <a:off x="-510741" y="5913713"/>
                <a:ext cx="267555" cy="267555"/>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055" name="Google Shape;3055;p6"/>
            <p:cNvGrpSpPr/>
            <p:nvPr/>
          </p:nvGrpSpPr>
          <p:grpSpPr>
            <a:xfrm>
              <a:off x="-3605171" y="458674"/>
              <a:ext cx="3234311" cy="558875"/>
              <a:chOff x="-3605171" y="458674"/>
              <a:chExt cx="3234311" cy="558875"/>
            </a:xfrm>
          </p:grpSpPr>
          <p:sp>
            <p:nvSpPr>
              <p:cNvPr id="3056" name="Google Shape;3056;p6"/>
              <p:cNvSpPr/>
              <p:nvPr/>
            </p:nvSpPr>
            <p:spPr>
              <a:xfrm>
                <a:off x="-3604183" y="458674"/>
                <a:ext cx="393459" cy="184058"/>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057" name="Google Shape;3057;p6"/>
              <p:cNvSpPr/>
              <p:nvPr/>
            </p:nvSpPr>
            <p:spPr>
              <a:xfrm>
                <a:off x="-3599184" y="621345"/>
                <a:ext cx="383782" cy="27171"/>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058" name="Google Shape;3058;p6"/>
              <p:cNvGrpSpPr/>
              <p:nvPr/>
            </p:nvGrpSpPr>
            <p:grpSpPr>
              <a:xfrm>
                <a:off x="-3386247" y="830871"/>
                <a:ext cx="139423" cy="109566"/>
                <a:chOff x="-2866744" y="827071"/>
                <a:chExt cx="168701" cy="132575"/>
              </a:xfrm>
            </p:grpSpPr>
            <p:grpSp>
              <p:nvGrpSpPr>
                <p:cNvPr id="3059" name="Google Shape;3059;p6"/>
                <p:cNvGrpSpPr/>
                <p:nvPr/>
              </p:nvGrpSpPr>
              <p:grpSpPr>
                <a:xfrm>
                  <a:off x="-2866744" y="827071"/>
                  <a:ext cx="168701" cy="132575"/>
                  <a:chOff x="-2866744" y="827071"/>
                  <a:chExt cx="168701" cy="132575"/>
                </a:xfrm>
              </p:grpSpPr>
              <p:cxnSp>
                <p:nvCxnSpPr>
                  <p:cNvPr id="3060" name="Google Shape;3060;p6"/>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61" name="Google Shape;3061;p6"/>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62" name="Google Shape;3062;p6"/>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63" name="Google Shape;3063;p6"/>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64" name="Google Shape;3064;p6"/>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065" name="Google Shape;3065;p6"/>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066" name="Google Shape;3066;p6"/>
              <p:cNvGrpSpPr/>
              <p:nvPr/>
            </p:nvGrpSpPr>
            <p:grpSpPr>
              <a:xfrm>
                <a:off x="-3605171" y="830871"/>
                <a:ext cx="139423" cy="109566"/>
                <a:chOff x="-2866744" y="518074"/>
                <a:chExt cx="168701" cy="132575"/>
              </a:xfrm>
            </p:grpSpPr>
            <p:grpSp>
              <p:nvGrpSpPr>
                <p:cNvPr id="3067" name="Google Shape;3067;p6"/>
                <p:cNvGrpSpPr/>
                <p:nvPr/>
              </p:nvGrpSpPr>
              <p:grpSpPr>
                <a:xfrm>
                  <a:off x="-2866744" y="518074"/>
                  <a:ext cx="168701" cy="132575"/>
                  <a:chOff x="-2866744" y="518074"/>
                  <a:chExt cx="168701" cy="132575"/>
                </a:xfrm>
              </p:grpSpPr>
              <p:cxnSp>
                <p:nvCxnSpPr>
                  <p:cNvPr id="3068" name="Google Shape;3068;p6"/>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69" name="Google Shape;3069;p6"/>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70" name="Google Shape;3070;p6"/>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71" name="Google Shape;3071;p6"/>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72" name="Google Shape;3072;p6"/>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073" name="Google Shape;3073;p6"/>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074" name="Google Shape;3074;p6"/>
              <p:cNvCxnSpPr/>
              <p:nvPr/>
            </p:nvCxnSpPr>
            <p:spPr>
              <a:xfrm rot="10800000" flipH="1">
                <a:off x="-3459956" y="588169"/>
                <a:ext cx="547687" cy="219076"/>
              </a:xfrm>
              <a:prstGeom prst="straightConnector1">
                <a:avLst/>
              </a:prstGeom>
              <a:noFill/>
              <a:ln w="19050" cap="rnd" cmpd="sng">
                <a:solidFill>
                  <a:schemeClr val="accent1"/>
                </a:solidFill>
                <a:prstDash val="solid"/>
                <a:round/>
                <a:headEnd type="oval" w="med" len="med"/>
                <a:tailEnd type="none" w="sm" len="sm"/>
              </a:ln>
            </p:spPr>
          </p:cxnSp>
          <p:cxnSp>
            <p:nvCxnSpPr>
              <p:cNvPr id="3075" name="Google Shape;3075;p6"/>
              <p:cNvCxnSpPr/>
              <p:nvPr/>
            </p:nvCxnSpPr>
            <p:spPr>
              <a:xfrm>
                <a:off x="-3224213" y="828675"/>
                <a:ext cx="319088" cy="0"/>
              </a:xfrm>
              <a:prstGeom prst="straightConnector1">
                <a:avLst/>
              </a:prstGeom>
              <a:noFill/>
              <a:ln w="19050" cap="rnd" cmpd="sng">
                <a:solidFill>
                  <a:schemeClr val="accent1"/>
                </a:solidFill>
                <a:prstDash val="solid"/>
                <a:round/>
                <a:headEnd type="oval" w="med" len="med"/>
                <a:tailEnd type="none" w="sm" len="sm"/>
              </a:ln>
            </p:spPr>
          </p:cxnSp>
          <p:sp>
            <p:nvSpPr>
              <p:cNvPr id="3076" name="Google Shape;3076;p6"/>
              <p:cNvSpPr/>
              <p:nvPr/>
            </p:nvSpPr>
            <p:spPr>
              <a:xfrm>
                <a:off x="-2559903" y="512179"/>
                <a:ext cx="2189042" cy="151083"/>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077" name="Google Shape;3077;p6"/>
              <p:cNvSpPr/>
              <p:nvPr/>
            </p:nvSpPr>
            <p:spPr>
              <a:xfrm>
                <a:off x="-2559903" y="819562"/>
                <a:ext cx="2189043" cy="14220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078" name="Google Shape;3078;p6"/>
              <p:cNvGrpSpPr/>
              <p:nvPr/>
            </p:nvGrpSpPr>
            <p:grpSpPr>
              <a:xfrm>
                <a:off x="-2916763" y="769168"/>
                <a:ext cx="268738" cy="248381"/>
                <a:chOff x="-2916763" y="769168"/>
                <a:chExt cx="268738" cy="248381"/>
              </a:xfrm>
            </p:grpSpPr>
            <p:sp>
              <p:nvSpPr>
                <p:cNvPr id="3079" name="Google Shape;3079;p6"/>
                <p:cNvSpPr/>
                <p:nvPr/>
              </p:nvSpPr>
              <p:spPr>
                <a:xfrm>
                  <a:off x="-2916763" y="769168"/>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080" name="Google Shape;3080;p6"/>
                <p:cNvGrpSpPr/>
                <p:nvPr/>
              </p:nvGrpSpPr>
              <p:grpSpPr>
                <a:xfrm>
                  <a:off x="-2866744" y="827071"/>
                  <a:ext cx="168701" cy="132575"/>
                  <a:chOff x="-2866744" y="827071"/>
                  <a:chExt cx="168701" cy="132575"/>
                </a:xfrm>
              </p:grpSpPr>
              <p:cxnSp>
                <p:nvCxnSpPr>
                  <p:cNvPr id="3081" name="Google Shape;3081;p6"/>
                  <p:cNvCxnSpPr/>
                  <p:nvPr/>
                </p:nvCxnSpPr>
                <p:spPr>
                  <a:xfrm>
                    <a:off x="-2866744" y="827071"/>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82" name="Google Shape;3082;p6"/>
                  <p:cNvCxnSpPr/>
                  <p:nvPr/>
                </p:nvCxnSpPr>
                <p:spPr>
                  <a:xfrm>
                    <a:off x="-2866744" y="959646"/>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83" name="Google Shape;3083;p6"/>
                  <p:cNvCxnSpPr/>
                  <p:nvPr/>
                </p:nvCxnSpPr>
                <p:spPr>
                  <a:xfrm>
                    <a:off x="-2773990" y="926503"/>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84" name="Google Shape;3084;p6"/>
                  <p:cNvCxnSpPr/>
                  <p:nvPr/>
                </p:nvCxnSpPr>
                <p:spPr>
                  <a:xfrm>
                    <a:off x="-2773990" y="893359"/>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85" name="Google Shape;3085;p6"/>
                  <p:cNvCxnSpPr/>
                  <p:nvPr/>
                </p:nvCxnSpPr>
                <p:spPr>
                  <a:xfrm>
                    <a:off x="-2773990" y="860215"/>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086" name="Google Shape;3086;p6"/>
                <p:cNvSpPr/>
                <p:nvPr/>
              </p:nvSpPr>
              <p:spPr>
                <a:xfrm>
                  <a:off x="-2866744" y="858737"/>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087" name="Google Shape;3087;p6"/>
              <p:cNvGrpSpPr/>
              <p:nvPr/>
            </p:nvGrpSpPr>
            <p:grpSpPr>
              <a:xfrm>
                <a:off x="-2916763" y="460171"/>
                <a:ext cx="268738" cy="248381"/>
                <a:chOff x="-2916763" y="460171"/>
                <a:chExt cx="268738" cy="248381"/>
              </a:xfrm>
            </p:grpSpPr>
            <p:sp>
              <p:nvSpPr>
                <p:cNvPr id="3088" name="Google Shape;3088;p6"/>
                <p:cNvSpPr/>
                <p:nvPr/>
              </p:nvSpPr>
              <p:spPr>
                <a:xfrm>
                  <a:off x="-2916763" y="460171"/>
                  <a:ext cx="268738" cy="248381"/>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089" name="Google Shape;3089;p6"/>
                <p:cNvGrpSpPr/>
                <p:nvPr/>
              </p:nvGrpSpPr>
              <p:grpSpPr>
                <a:xfrm>
                  <a:off x="-2866744" y="518074"/>
                  <a:ext cx="168701" cy="132575"/>
                  <a:chOff x="-2866744" y="518074"/>
                  <a:chExt cx="168701" cy="132575"/>
                </a:xfrm>
              </p:grpSpPr>
              <p:cxnSp>
                <p:nvCxnSpPr>
                  <p:cNvPr id="3090" name="Google Shape;3090;p6"/>
                  <p:cNvCxnSpPr/>
                  <p:nvPr/>
                </p:nvCxnSpPr>
                <p:spPr>
                  <a:xfrm>
                    <a:off x="-2866744" y="518074"/>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91" name="Google Shape;3091;p6"/>
                  <p:cNvCxnSpPr/>
                  <p:nvPr/>
                </p:nvCxnSpPr>
                <p:spPr>
                  <a:xfrm>
                    <a:off x="-2866744" y="650649"/>
                    <a:ext cx="168701"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92" name="Google Shape;3092;p6"/>
                  <p:cNvCxnSpPr/>
                  <p:nvPr/>
                </p:nvCxnSpPr>
                <p:spPr>
                  <a:xfrm>
                    <a:off x="-2773990" y="617506"/>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93" name="Google Shape;3093;p6"/>
                  <p:cNvCxnSpPr/>
                  <p:nvPr/>
                </p:nvCxnSpPr>
                <p:spPr>
                  <a:xfrm>
                    <a:off x="-2773990" y="584362"/>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094" name="Google Shape;3094;p6"/>
                  <p:cNvCxnSpPr/>
                  <p:nvPr/>
                </p:nvCxnSpPr>
                <p:spPr>
                  <a:xfrm>
                    <a:off x="-2773990" y="551218"/>
                    <a:ext cx="75947"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095" name="Google Shape;3095;p6"/>
                <p:cNvSpPr/>
                <p:nvPr/>
              </p:nvSpPr>
              <p:spPr>
                <a:xfrm flipH="1">
                  <a:off x="-2866744" y="549740"/>
                  <a:ext cx="70676" cy="67902"/>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096" name="Google Shape;3096;p6"/>
            <p:cNvGrpSpPr/>
            <p:nvPr/>
          </p:nvGrpSpPr>
          <p:grpSpPr>
            <a:xfrm>
              <a:off x="-938434" y="4663037"/>
              <a:ext cx="627798" cy="576693"/>
              <a:chOff x="-1753862" y="6112775"/>
              <a:chExt cx="759635" cy="697798"/>
            </a:xfrm>
          </p:grpSpPr>
          <p:grpSp>
            <p:nvGrpSpPr>
              <p:cNvPr id="3097" name="Google Shape;3097;p6"/>
              <p:cNvGrpSpPr/>
              <p:nvPr/>
            </p:nvGrpSpPr>
            <p:grpSpPr>
              <a:xfrm>
                <a:off x="-1484858" y="6112775"/>
                <a:ext cx="205431" cy="293286"/>
                <a:chOff x="4768" y="2783"/>
                <a:chExt cx="788" cy="1125"/>
              </a:xfrm>
            </p:grpSpPr>
            <p:sp>
              <p:nvSpPr>
                <p:cNvPr id="3098" name="Google Shape;3098;p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099" name="Google Shape;3099;p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100" name="Google Shape;3100;p6"/>
                <p:cNvSpPr/>
                <p:nvPr/>
              </p:nvSpPr>
              <p:spPr>
                <a:xfrm>
                  <a:off x="4768" y="2783"/>
                  <a:ext cx="788" cy="966"/>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101" name="Google Shape;3101;p6"/>
              <p:cNvSpPr txBox="1"/>
              <p:nvPr/>
            </p:nvSpPr>
            <p:spPr>
              <a:xfrm>
                <a:off x="-1753862" y="6420664"/>
                <a:ext cx="759635" cy="389909"/>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pic>
        <p:nvPicPr>
          <p:cNvPr id="3102" name="Google Shape;3102;p6"/>
          <p:cNvPicPr preferRelativeResize="0"/>
          <p:nvPr/>
        </p:nvPicPr>
        <p:blipFill>
          <a:blip r:embed="rId3">
            <a:alphaModFix/>
          </a:blip>
          <a:stretch>
            <a:fillRect/>
          </a:stretch>
        </p:blipFill>
        <p:spPr>
          <a:xfrm>
            <a:off x="7338600" y="3289875"/>
            <a:ext cx="2020425" cy="549850"/>
          </a:xfrm>
          <a:prstGeom prst="rect">
            <a:avLst/>
          </a:prstGeom>
          <a:noFill/>
          <a:ln>
            <a:noFill/>
          </a:ln>
        </p:spPr>
      </p:pic>
      <p:pic>
        <p:nvPicPr>
          <p:cNvPr id="3103" name="Google Shape;3103;p6"/>
          <p:cNvPicPr preferRelativeResize="0"/>
          <p:nvPr/>
        </p:nvPicPr>
        <p:blipFill>
          <a:blip r:embed="rId4">
            <a:alphaModFix/>
          </a:blip>
          <a:stretch>
            <a:fillRect/>
          </a:stretch>
        </p:blipFill>
        <p:spPr>
          <a:xfrm>
            <a:off x="5790875" y="5081438"/>
            <a:ext cx="1200150" cy="447675"/>
          </a:xfrm>
          <a:prstGeom prst="rect">
            <a:avLst/>
          </a:prstGeom>
          <a:noFill/>
          <a:ln>
            <a:noFill/>
          </a:ln>
        </p:spPr>
      </p:pic>
      <p:pic>
        <p:nvPicPr>
          <p:cNvPr id="3104" name="Google Shape;3104;p6"/>
          <p:cNvPicPr preferRelativeResize="0"/>
          <p:nvPr/>
        </p:nvPicPr>
        <p:blipFill>
          <a:blip r:embed="rId5">
            <a:alphaModFix/>
          </a:blip>
          <a:stretch>
            <a:fillRect/>
          </a:stretch>
        </p:blipFill>
        <p:spPr>
          <a:xfrm>
            <a:off x="9036375" y="5090963"/>
            <a:ext cx="1876425" cy="428625"/>
          </a:xfrm>
          <a:prstGeom prst="rect">
            <a:avLst/>
          </a:prstGeom>
          <a:noFill/>
          <a:ln>
            <a:noFill/>
          </a:ln>
        </p:spPr>
      </p:pic>
      <p:pic>
        <p:nvPicPr>
          <p:cNvPr id="3105" name="Google Shape;3105;p6"/>
          <p:cNvPicPr preferRelativeResize="0"/>
          <p:nvPr/>
        </p:nvPicPr>
        <p:blipFill>
          <a:blip r:embed="rId6">
            <a:alphaModFix/>
          </a:blip>
          <a:stretch>
            <a:fillRect/>
          </a:stretch>
        </p:blipFill>
        <p:spPr>
          <a:xfrm>
            <a:off x="414775" y="624738"/>
            <a:ext cx="3905250" cy="521017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09"/>
        <p:cNvGrpSpPr/>
        <p:nvPr/>
      </p:nvGrpSpPr>
      <p:grpSpPr>
        <a:xfrm>
          <a:off x="0" y="0"/>
          <a:ext cx="0" cy="0"/>
          <a:chOff x="0" y="0"/>
          <a:chExt cx="0" cy="0"/>
        </a:xfrm>
      </p:grpSpPr>
      <p:grpSp>
        <p:nvGrpSpPr>
          <p:cNvPr id="3110" name="Google Shape;3110;g3e34c58cc36_0_1"/>
          <p:cNvGrpSpPr/>
          <p:nvPr/>
        </p:nvGrpSpPr>
        <p:grpSpPr>
          <a:xfrm>
            <a:off x="721161" y="6216798"/>
            <a:ext cx="961228" cy="381610"/>
            <a:chOff x="2807303" y="2354764"/>
            <a:chExt cx="944974" cy="368527"/>
          </a:xfrm>
        </p:grpSpPr>
        <p:sp>
          <p:nvSpPr>
            <p:cNvPr id="3111" name="Google Shape;3111;g3e34c58cc36_0_1"/>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2" name="Google Shape;3112;g3e34c58cc36_0_1"/>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3" name="Google Shape;3113;g3e34c58cc36_0_1"/>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4" name="Google Shape;3114;g3e34c58cc36_0_1"/>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5" name="Google Shape;3115;g3e34c58cc36_0_1"/>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6" name="Google Shape;3116;g3e34c58cc36_0_1"/>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7" name="Google Shape;3117;g3e34c58cc36_0_1"/>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118" name="Google Shape;3118;g3e34c58cc36_0_1"/>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119" name="Google Shape;3119;g3e34c58cc36_0_1"/>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120" name="Google Shape;3120;g3e34c58cc36_0_1"/>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121" name="Google Shape;3121;g3e34c58cc36_0_1"/>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6</a:t>
            </a:fld>
            <a:endParaRPr/>
          </a:p>
        </p:txBody>
      </p:sp>
      <p:sp>
        <p:nvSpPr>
          <p:cNvPr id="3122" name="Google Shape;3122;g3e34c58cc36_0_1"/>
          <p:cNvSpPr txBox="1"/>
          <p:nvPr/>
        </p:nvSpPr>
        <p:spPr>
          <a:xfrm>
            <a:off x="4731375" y="237900"/>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Minimum radius based on solar panel layout</a:t>
            </a:r>
            <a:endParaRPr sz="300"/>
          </a:p>
        </p:txBody>
      </p:sp>
      <p:sp>
        <p:nvSpPr>
          <p:cNvPr id="3123" name="Google Shape;3123;g3e34c58cc36_0_1"/>
          <p:cNvSpPr txBox="1"/>
          <p:nvPr/>
        </p:nvSpPr>
        <p:spPr>
          <a:xfrm>
            <a:off x="4554200" y="966263"/>
            <a:ext cx="7566000" cy="5541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Find the smallest spherical envelope radius such that all solar panels fit on the upper hemisphere (above the equator). </a:t>
            </a:r>
            <a:r>
              <a:rPr lang="en-GB" sz="2000" b="0" i="0">
                <a:solidFill>
                  <a:schemeClr val="dk2"/>
                </a:solidFill>
                <a:latin typeface="Arial"/>
                <a:ea typeface="Arial"/>
                <a:cs typeface="Arial"/>
                <a:sym typeface="Arial"/>
              </a:rPr>
              <a:t> </a:t>
            </a:r>
            <a:endParaRPr sz="2000">
              <a:solidFill>
                <a:schemeClr val="dk2"/>
              </a:solidFill>
            </a:endParaRPr>
          </a:p>
        </p:txBody>
      </p:sp>
      <p:grpSp>
        <p:nvGrpSpPr>
          <p:cNvPr id="3124" name="Google Shape;3124;g3e34c58cc36_0_1"/>
          <p:cNvGrpSpPr/>
          <p:nvPr/>
        </p:nvGrpSpPr>
        <p:grpSpPr>
          <a:xfrm>
            <a:off x="12377595" y="0"/>
            <a:ext cx="3693486" cy="5359349"/>
            <a:chOff x="-3786437" y="0"/>
            <a:chExt cx="3693486" cy="5359349"/>
          </a:xfrm>
        </p:grpSpPr>
        <p:sp>
          <p:nvSpPr>
            <p:cNvPr id="3125" name="Google Shape;3125;g3e34c58cc36_0_1"/>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126" name="Google Shape;3126;g3e34c58cc36_0_1"/>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127" name="Google Shape;3127;g3e34c58cc36_0_1"/>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128" name="Google Shape;3128;g3e34c58cc36_0_1"/>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129" name="Google Shape;3129;g3e34c58cc36_0_1"/>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130" name="Google Shape;3130;g3e34c58cc36_0_1"/>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131" name="Google Shape;3131;g3e34c58cc36_0_1"/>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132" name="Google Shape;3132;g3e34c58cc36_0_1"/>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133" name="Google Shape;3133;g3e34c58cc36_0_1"/>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134" name="Google Shape;3134;g3e34c58cc36_0_1"/>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135" name="Google Shape;3135;g3e34c58cc36_0_1"/>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136" name="Google Shape;3136;g3e34c58cc36_0_1"/>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137" name="Google Shape;3137;g3e34c58cc36_0_1"/>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138" name="Google Shape;3138;g3e34c58cc36_0_1"/>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139" name="Google Shape;3139;g3e34c58cc36_0_1"/>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140" name="Google Shape;3140;g3e34c58cc36_0_1"/>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141" name="Google Shape;3141;g3e34c58cc36_0_1"/>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142" name="Google Shape;3142;g3e34c58cc36_0_1"/>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143" name="Google Shape;3143;g3e34c58cc36_0_1"/>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144" name="Google Shape;3144;g3e34c58cc36_0_1"/>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145" name="Google Shape;3145;g3e34c58cc36_0_1"/>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146" name="Google Shape;3146;g3e34c58cc36_0_1"/>
            <p:cNvGrpSpPr/>
            <p:nvPr/>
          </p:nvGrpSpPr>
          <p:grpSpPr>
            <a:xfrm>
              <a:off x="-376743" y="4400265"/>
              <a:ext cx="283792" cy="283792"/>
              <a:chOff x="-510741" y="5913713"/>
              <a:chExt cx="267652" cy="267652"/>
            </a:xfrm>
          </p:grpSpPr>
          <p:sp>
            <p:nvSpPr>
              <p:cNvPr id="3147" name="Google Shape;3147;g3e34c58cc36_0_1"/>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148" name="Google Shape;3148;g3e34c58cc36_0_1"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149" name="Google Shape;3149;g3e34c58cc36_0_1"/>
            <p:cNvGrpSpPr/>
            <p:nvPr/>
          </p:nvGrpSpPr>
          <p:grpSpPr>
            <a:xfrm>
              <a:off x="-3605416" y="458674"/>
              <a:ext cx="3234613" cy="558894"/>
              <a:chOff x="-3605416" y="458674"/>
              <a:chExt cx="3234613" cy="558894"/>
            </a:xfrm>
          </p:grpSpPr>
          <p:sp>
            <p:nvSpPr>
              <p:cNvPr id="3150" name="Google Shape;3150;g3e34c58cc36_0_1"/>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151" name="Google Shape;3151;g3e34c58cc36_0_1"/>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152" name="Google Shape;3152;g3e34c58cc36_0_1"/>
              <p:cNvGrpSpPr/>
              <p:nvPr/>
            </p:nvGrpSpPr>
            <p:grpSpPr>
              <a:xfrm>
                <a:off x="-3386389" y="830833"/>
                <a:ext cx="139393" cy="109560"/>
                <a:chOff x="-2866744" y="827071"/>
                <a:chExt cx="168654" cy="132575"/>
              </a:xfrm>
            </p:grpSpPr>
            <p:grpSp>
              <p:nvGrpSpPr>
                <p:cNvPr id="3153" name="Google Shape;3153;g3e34c58cc36_0_1"/>
                <p:cNvGrpSpPr/>
                <p:nvPr/>
              </p:nvGrpSpPr>
              <p:grpSpPr>
                <a:xfrm>
                  <a:off x="-2866744" y="827071"/>
                  <a:ext cx="168654" cy="132575"/>
                  <a:chOff x="-2866744" y="827071"/>
                  <a:chExt cx="168654" cy="132575"/>
                </a:xfrm>
              </p:grpSpPr>
              <p:cxnSp>
                <p:nvCxnSpPr>
                  <p:cNvPr id="3154" name="Google Shape;3154;g3e34c58cc36_0_1"/>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55" name="Google Shape;3155;g3e34c58cc36_0_1"/>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56" name="Google Shape;3156;g3e34c58cc36_0_1"/>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57" name="Google Shape;3157;g3e34c58cc36_0_1"/>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58" name="Google Shape;3158;g3e34c58cc36_0_1"/>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159" name="Google Shape;3159;g3e34c58cc36_0_1"/>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160" name="Google Shape;3160;g3e34c58cc36_0_1"/>
              <p:cNvGrpSpPr/>
              <p:nvPr/>
            </p:nvGrpSpPr>
            <p:grpSpPr>
              <a:xfrm>
                <a:off x="-3605416" y="830847"/>
                <a:ext cx="139495" cy="109560"/>
                <a:chOff x="-2866868" y="518074"/>
                <a:chExt cx="168778" cy="132575"/>
              </a:xfrm>
            </p:grpSpPr>
            <p:grpSp>
              <p:nvGrpSpPr>
                <p:cNvPr id="3161" name="Google Shape;3161;g3e34c58cc36_0_1"/>
                <p:cNvGrpSpPr/>
                <p:nvPr/>
              </p:nvGrpSpPr>
              <p:grpSpPr>
                <a:xfrm>
                  <a:off x="-2866744" y="518074"/>
                  <a:ext cx="168654" cy="132575"/>
                  <a:chOff x="-2866744" y="518074"/>
                  <a:chExt cx="168654" cy="132575"/>
                </a:xfrm>
              </p:grpSpPr>
              <p:cxnSp>
                <p:nvCxnSpPr>
                  <p:cNvPr id="3162" name="Google Shape;3162;g3e34c58cc36_0_1"/>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63" name="Google Shape;3163;g3e34c58cc36_0_1"/>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64" name="Google Shape;3164;g3e34c58cc36_0_1"/>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65" name="Google Shape;3165;g3e34c58cc36_0_1"/>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66" name="Google Shape;3166;g3e34c58cc36_0_1"/>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167" name="Google Shape;3167;g3e34c58cc36_0_1"/>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168" name="Google Shape;3168;g3e34c58cc36_0_1"/>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169" name="Google Shape;3169;g3e34c58cc36_0_1"/>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170" name="Google Shape;3170;g3e34c58cc36_0_1"/>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171" name="Google Shape;3171;g3e34c58cc36_0_1"/>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172" name="Google Shape;3172;g3e34c58cc36_0_1"/>
              <p:cNvGrpSpPr/>
              <p:nvPr/>
            </p:nvGrpSpPr>
            <p:grpSpPr>
              <a:xfrm>
                <a:off x="-2916763" y="769168"/>
                <a:ext cx="268800" cy="248400"/>
                <a:chOff x="-2916763" y="769168"/>
                <a:chExt cx="268800" cy="248400"/>
              </a:xfrm>
            </p:grpSpPr>
            <p:sp>
              <p:nvSpPr>
                <p:cNvPr id="3173" name="Google Shape;3173;g3e34c58cc36_0_1"/>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174" name="Google Shape;3174;g3e34c58cc36_0_1"/>
                <p:cNvGrpSpPr/>
                <p:nvPr/>
              </p:nvGrpSpPr>
              <p:grpSpPr>
                <a:xfrm>
                  <a:off x="-2866744" y="827071"/>
                  <a:ext cx="168654" cy="132575"/>
                  <a:chOff x="-2866744" y="827071"/>
                  <a:chExt cx="168654" cy="132575"/>
                </a:xfrm>
              </p:grpSpPr>
              <p:cxnSp>
                <p:nvCxnSpPr>
                  <p:cNvPr id="3175" name="Google Shape;3175;g3e34c58cc36_0_1"/>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76" name="Google Shape;3176;g3e34c58cc36_0_1"/>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77" name="Google Shape;3177;g3e34c58cc36_0_1"/>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78" name="Google Shape;3178;g3e34c58cc36_0_1"/>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79" name="Google Shape;3179;g3e34c58cc36_0_1"/>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180" name="Google Shape;3180;g3e34c58cc36_0_1"/>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181" name="Google Shape;3181;g3e34c58cc36_0_1"/>
              <p:cNvGrpSpPr/>
              <p:nvPr/>
            </p:nvGrpSpPr>
            <p:grpSpPr>
              <a:xfrm>
                <a:off x="-2916763" y="460171"/>
                <a:ext cx="268800" cy="248400"/>
                <a:chOff x="-2916763" y="460171"/>
                <a:chExt cx="268800" cy="248400"/>
              </a:xfrm>
            </p:grpSpPr>
            <p:sp>
              <p:nvSpPr>
                <p:cNvPr id="3182" name="Google Shape;3182;g3e34c58cc36_0_1"/>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183" name="Google Shape;3183;g3e34c58cc36_0_1"/>
                <p:cNvGrpSpPr/>
                <p:nvPr/>
              </p:nvGrpSpPr>
              <p:grpSpPr>
                <a:xfrm>
                  <a:off x="-2866744" y="518074"/>
                  <a:ext cx="168654" cy="132575"/>
                  <a:chOff x="-2866744" y="518074"/>
                  <a:chExt cx="168654" cy="132575"/>
                </a:xfrm>
              </p:grpSpPr>
              <p:cxnSp>
                <p:nvCxnSpPr>
                  <p:cNvPr id="3184" name="Google Shape;3184;g3e34c58cc36_0_1"/>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85" name="Google Shape;3185;g3e34c58cc36_0_1"/>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86" name="Google Shape;3186;g3e34c58cc36_0_1"/>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87" name="Google Shape;3187;g3e34c58cc36_0_1"/>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188" name="Google Shape;3188;g3e34c58cc36_0_1"/>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189" name="Google Shape;3189;g3e34c58cc36_0_1"/>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190" name="Google Shape;3190;g3e34c58cc36_0_1"/>
            <p:cNvGrpSpPr/>
            <p:nvPr/>
          </p:nvGrpSpPr>
          <p:grpSpPr>
            <a:xfrm>
              <a:off x="-938352" y="4662750"/>
              <a:ext cx="627733" cy="576735"/>
              <a:chOff x="-1753862" y="6112775"/>
              <a:chExt cx="759600" cy="697889"/>
            </a:xfrm>
          </p:grpSpPr>
          <p:grpSp>
            <p:nvGrpSpPr>
              <p:cNvPr id="3191" name="Google Shape;3191;g3e34c58cc36_0_1"/>
              <p:cNvGrpSpPr/>
              <p:nvPr/>
            </p:nvGrpSpPr>
            <p:grpSpPr>
              <a:xfrm>
                <a:off x="-1484858" y="6112775"/>
                <a:ext cx="205430" cy="293286"/>
                <a:chOff x="4768" y="2783"/>
                <a:chExt cx="788" cy="1125"/>
              </a:xfrm>
            </p:grpSpPr>
            <p:sp>
              <p:nvSpPr>
                <p:cNvPr id="3192" name="Google Shape;3192;g3e34c58cc36_0_1"/>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193" name="Google Shape;3193;g3e34c58cc36_0_1"/>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194" name="Google Shape;3194;g3e34c58cc36_0_1"/>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195" name="Google Shape;3195;g3e34c58cc36_0_1"/>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pic>
        <p:nvPicPr>
          <p:cNvPr id="3196" name="Google Shape;3196;g3e34c58cc36_0_1"/>
          <p:cNvPicPr preferRelativeResize="0"/>
          <p:nvPr/>
        </p:nvPicPr>
        <p:blipFill>
          <a:blip r:embed="rId3">
            <a:alphaModFix/>
          </a:blip>
          <a:stretch>
            <a:fillRect/>
          </a:stretch>
        </p:blipFill>
        <p:spPr>
          <a:xfrm>
            <a:off x="261375" y="364400"/>
            <a:ext cx="4224925" cy="1569025"/>
          </a:xfrm>
          <a:prstGeom prst="rect">
            <a:avLst/>
          </a:prstGeom>
          <a:noFill/>
          <a:ln>
            <a:noFill/>
          </a:ln>
        </p:spPr>
      </p:pic>
      <p:pic>
        <p:nvPicPr>
          <p:cNvPr id="3197" name="Google Shape;3197;g3e34c58cc36_0_1"/>
          <p:cNvPicPr preferRelativeResize="0"/>
          <p:nvPr/>
        </p:nvPicPr>
        <p:blipFill>
          <a:blip r:embed="rId4">
            <a:alphaModFix/>
          </a:blip>
          <a:stretch>
            <a:fillRect/>
          </a:stretch>
        </p:blipFill>
        <p:spPr>
          <a:xfrm>
            <a:off x="90550" y="2449625"/>
            <a:ext cx="5114914" cy="3380626"/>
          </a:xfrm>
          <a:prstGeom prst="rect">
            <a:avLst/>
          </a:prstGeom>
          <a:noFill/>
          <a:ln>
            <a:noFill/>
          </a:ln>
        </p:spPr>
      </p:pic>
      <p:sp>
        <p:nvSpPr>
          <p:cNvPr id="3198" name="Google Shape;3198;g3e34c58cc36_0_1"/>
          <p:cNvSpPr txBox="1"/>
          <p:nvPr/>
        </p:nvSpPr>
        <p:spPr>
          <a:xfrm>
            <a:off x="5679400" y="1848525"/>
            <a:ext cx="6372900" cy="16623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Solar panels symmetrically arranged on top of envelope in the form of rings.</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Each ring has a radius which increases as we go towards the equator from a pole.</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Radius of a ring at polar angle θ:</a:t>
            </a:r>
            <a:endParaRPr sz="2000">
              <a:solidFill>
                <a:schemeClr val="dk2"/>
              </a:solidFill>
            </a:endParaRPr>
          </a:p>
          <a:p>
            <a:pPr marL="457200" marR="0" lvl="0" indent="0" algn="just" rtl="0">
              <a:lnSpc>
                <a:spcPct val="90000"/>
              </a:lnSpc>
              <a:spcBef>
                <a:spcPts val="0"/>
              </a:spcBef>
              <a:spcAft>
                <a:spcPts val="0"/>
              </a:spcAft>
              <a:buNone/>
            </a:pPr>
            <a:endParaRPr sz="2000">
              <a:solidFill>
                <a:schemeClr val="dk2"/>
              </a:solidFill>
            </a:endParaRPr>
          </a:p>
        </p:txBody>
      </p:sp>
      <p:pic>
        <p:nvPicPr>
          <p:cNvPr id="3199" name="Google Shape;3199;g3e34c58cc36_0_1"/>
          <p:cNvPicPr preferRelativeResize="0"/>
          <p:nvPr/>
        </p:nvPicPr>
        <p:blipFill>
          <a:blip r:embed="rId5">
            <a:alphaModFix/>
          </a:blip>
          <a:stretch>
            <a:fillRect/>
          </a:stretch>
        </p:blipFill>
        <p:spPr>
          <a:xfrm>
            <a:off x="9402075" y="3566575"/>
            <a:ext cx="2650226" cy="2650226"/>
          </a:xfrm>
          <a:prstGeom prst="rect">
            <a:avLst/>
          </a:prstGeom>
          <a:noFill/>
          <a:ln>
            <a:noFill/>
          </a:ln>
        </p:spPr>
      </p:pic>
      <p:pic>
        <p:nvPicPr>
          <p:cNvPr id="3200" name="Google Shape;3200;g3e34c58cc36_0_1"/>
          <p:cNvPicPr preferRelativeResize="0"/>
          <p:nvPr/>
        </p:nvPicPr>
        <p:blipFill>
          <a:blip r:embed="rId6">
            <a:alphaModFix/>
          </a:blip>
          <a:stretch>
            <a:fillRect/>
          </a:stretch>
        </p:blipFill>
        <p:spPr>
          <a:xfrm>
            <a:off x="7750201" y="3238200"/>
            <a:ext cx="1733054" cy="381600"/>
          </a:xfrm>
          <a:prstGeom prst="rect">
            <a:avLst/>
          </a:prstGeom>
          <a:noFill/>
          <a:ln>
            <a:noFill/>
          </a:ln>
        </p:spPr>
      </p:pic>
      <p:sp>
        <p:nvSpPr>
          <p:cNvPr id="3201" name="Google Shape;3201;g3e34c58cc36_0_1"/>
          <p:cNvSpPr txBox="1"/>
          <p:nvPr/>
        </p:nvSpPr>
        <p:spPr>
          <a:xfrm>
            <a:off x="5326625" y="3644888"/>
            <a:ext cx="3954300" cy="22164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Vertical position:</a:t>
            </a: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Polar angle given by:</a:t>
            </a: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Design rule:</a:t>
            </a:r>
            <a:endParaRPr sz="2000">
              <a:solidFill>
                <a:schemeClr val="dk2"/>
              </a:solidFill>
            </a:endParaRPr>
          </a:p>
        </p:txBody>
      </p:sp>
      <p:pic>
        <p:nvPicPr>
          <p:cNvPr id="3202" name="Google Shape;3202;g3e34c58cc36_0_1"/>
          <p:cNvPicPr preferRelativeResize="0"/>
          <p:nvPr/>
        </p:nvPicPr>
        <p:blipFill>
          <a:blip r:embed="rId7">
            <a:alphaModFix/>
          </a:blip>
          <a:stretch>
            <a:fillRect/>
          </a:stretch>
        </p:blipFill>
        <p:spPr>
          <a:xfrm>
            <a:off x="6958025" y="4062300"/>
            <a:ext cx="1509149" cy="381600"/>
          </a:xfrm>
          <a:prstGeom prst="rect">
            <a:avLst/>
          </a:prstGeom>
          <a:noFill/>
          <a:ln>
            <a:noFill/>
          </a:ln>
        </p:spPr>
      </p:pic>
      <p:pic>
        <p:nvPicPr>
          <p:cNvPr id="3203" name="Google Shape;3203;g3e34c58cc36_0_1"/>
          <p:cNvPicPr preferRelativeResize="0"/>
          <p:nvPr/>
        </p:nvPicPr>
        <p:blipFill>
          <a:blip r:embed="rId8">
            <a:alphaModFix/>
          </a:blip>
          <a:stretch>
            <a:fillRect/>
          </a:stretch>
        </p:blipFill>
        <p:spPr>
          <a:xfrm>
            <a:off x="6958025" y="5109150"/>
            <a:ext cx="1393800" cy="501775"/>
          </a:xfrm>
          <a:prstGeom prst="rect">
            <a:avLst/>
          </a:prstGeom>
          <a:noFill/>
          <a:ln>
            <a:noFill/>
          </a:ln>
        </p:spPr>
      </p:pic>
      <p:pic>
        <p:nvPicPr>
          <p:cNvPr id="3204" name="Google Shape;3204;g3e34c58cc36_0_1"/>
          <p:cNvPicPr preferRelativeResize="0"/>
          <p:nvPr/>
        </p:nvPicPr>
        <p:blipFill>
          <a:blip r:embed="rId9">
            <a:alphaModFix/>
          </a:blip>
          <a:stretch>
            <a:fillRect/>
          </a:stretch>
        </p:blipFill>
        <p:spPr>
          <a:xfrm>
            <a:off x="7083650" y="5946625"/>
            <a:ext cx="1142550" cy="3351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08"/>
        <p:cNvGrpSpPr/>
        <p:nvPr/>
      </p:nvGrpSpPr>
      <p:grpSpPr>
        <a:xfrm>
          <a:off x="0" y="0"/>
          <a:ext cx="0" cy="0"/>
          <a:chOff x="0" y="0"/>
          <a:chExt cx="0" cy="0"/>
        </a:xfrm>
      </p:grpSpPr>
      <p:grpSp>
        <p:nvGrpSpPr>
          <p:cNvPr id="3209" name="Google Shape;3209;g3e34c58cc36_0_105"/>
          <p:cNvGrpSpPr/>
          <p:nvPr/>
        </p:nvGrpSpPr>
        <p:grpSpPr>
          <a:xfrm>
            <a:off x="721161" y="6216798"/>
            <a:ext cx="961228" cy="381610"/>
            <a:chOff x="2807303" y="2354764"/>
            <a:chExt cx="944974" cy="368527"/>
          </a:xfrm>
        </p:grpSpPr>
        <p:sp>
          <p:nvSpPr>
            <p:cNvPr id="3210" name="Google Shape;3210;g3e34c58cc36_0_105"/>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1" name="Google Shape;3211;g3e34c58cc36_0_105"/>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2" name="Google Shape;3212;g3e34c58cc36_0_105"/>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3" name="Google Shape;3213;g3e34c58cc36_0_105"/>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4" name="Google Shape;3214;g3e34c58cc36_0_105"/>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5" name="Google Shape;3215;g3e34c58cc36_0_105"/>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6" name="Google Shape;3216;g3e34c58cc36_0_105"/>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217" name="Google Shape;3217;g3e34c58cc36_0_105"/>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218" name="Google Shape;3218;g3e34c58cc36_0_105"/>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219" name="Google Shape;3219;g3e34c58cc36_0_105"/>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220" name="Google Shape;3220;g3e34c58cc36_0_105"/>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7</a:t>
            </a:fld>
            <a:endParaRPr/>
          </a:p>
        </p:txBody>
      </p:sp>
      <p:sp>
        <p:nvSpPr>
          <p:cNvPr id="3221" name="Google Shape;3221;g3e34c58cc36_0_105"/>
          <p:cNvSpPr txBox="1"/>
          <p:nvPr/>
        </p:nvSpPr>
        <p:spPr>
          <a:xfrm>
            <a:off x="1682400" y="169975"/>
            <a:ext cx="9034800" cy="7389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4800" b="1">
                <a:solidFill>
                  <a:schemeClr val="lt1"/>
                </a:solidFill>
              </a:rPr>
              <a:t>Aerodynamic drag coefficient</a:t>
            </a:r>
            <a:endParaRPr/>
          </a:p>
        </p:txBody>
      </p:sp>
      <p:grpSp>
        <p:nvGrpSpPr>
          <p:cNvPr id="3222" name="Google Shape;3222;g3e34c58cc36_0_105"/>
          <p:cNvGrpSpPr/>
          <p:nvPr/>
        </p:nvGrpSpPr>
        <p:grpSpPr>
          <a:xfrm>
            <a:off x="12377595" y="0"/>
            <a:ext cx="3693486" cy="5359349"/>
            <a:chOff x="-3786437" y="0"/>
            <a:chExt cx="3693486" cy="5359349"/>
          </a:xfrm>
        </p:grpSpPr>
        <p:sp>
          <p:nvSpPr>
            <p:cNvPr id="3223" name="Google Shape;3223;g3e34c58cc36_0_105"/>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224" name="Google Shape;3224;g3e34c58cc36_0_105"/>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225" name="Google Shape;3225;g3e34c58cc36_0_105"/>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226" name="Google Shape;3226;g3e34c58cc36_0_105"/>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227" name="Google Shape;3227;g3e34c58cc36_0_105"/>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228" name="Google Shape;3228;g3e34c58cc36_0_105"/>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229" name="Google Shape;3229;g3e34c58cc36_0_105"/>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230" name="Google Shape;3230;g3e34c58cc36_0_105"/>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231" name="Google Shape;3231;g3e34c58cc36_0_105"/>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232" name="Google Shape;3232;g3e34c58cc36_0_105"/>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233" name="Google Shape;3233;g3e34c58cc36_0_105"/>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234" name="Google Shape;3234;g3e34c58cc36_0_105"/>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235" name="Google Shape;3235;g3e34c58cc36_0_105"/>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236" name="Google Shape;3236;g3e34c58cc36_0_105"/>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237" name="Google Shape;3237;g3e34c58cc36_0_105"/>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238" name="Google Shape;3238;g3e34c58cc36_0_105"/>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239" name="Google Shape;3239;g3e34c58cc36_0_105"/>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240" name="Google Shape;3240;g3e34c58cc36_0_105"/>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241" name="Google Shape;3241;g3e34c58cc36_0_105"/>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242" name="Google Shape;3242;g3e34c58cc36_0_105"/>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243" name="Google Shape;3243;g3e34c58cc36_0_105"/>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244" name="Google Shape;3244;g3e34c58cc36_0_105"/>
            <p:cNvGrpSpPr/>
            <p:nvPr/>
          </p:nvGrpSpPr>
          <p:grpSpPr>
            <a:xfrm>
              <a:off x="-376743" y="4400265"/>
              <a:ext cx="283792" cy="283792"/>
              <a:chOff x="-510741" y="5913713"/>
              <a:chExt cx="267652" cy="267652"/>
            </a:xfrm>
          </p:grpSpPr>
          <p:sp>
            <p:nvSpPr>
              <p:cNvPr id="3245" name="Google Shape;3245;g3e34c58cc36_0_105"/>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246" name="Google Shape;3246;g3e34c58cc36_0_105"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247" name="Google Shape;3247;g3e34c58cc36_0_105"/>
            <p:cNvGrpSpPr/>
            <p:nvPr/>
          </p:nvGrpSpPr>
          <p:grpSpPr>
            <a:xfrm>
              <a:off x="-3605416" y="458674"/>
              <a:ext cx="3234613" cy="558894"/>
              <a:chOff x="-3605416" y="458674"/>
              <a:chExt cx="3234613" cy="558894"/>
            </a:xfrm>
          </p:grpSpPr>
          <p:sp>
            <p:nvSpPr>
              <p:cNvPr id="3248" name="Google Shape;3248;g3e34c58cc36_0_105"/>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249" name="Google Shape;3249;g3e34c58cc36_0_105"/>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250" name="Google Shape;3250;g3e34c58cc36_0_105"/>
              <p:cNvGrpSpPr/>
              <p:nvPr/>
            </p:nvGrpSpPr>
            <p:grpSpPr>
              <a:xfrm>
                <a:off x="-3386389" y="830833"/>
                <a:ext cx="139393" cy="109560"/>
                <a:chOff x="-2866744" y="827071"/>
                <a:chExt cx="168654" cy="132575"/>
              </a:xfrm>
            </p:grpSpPr>
            <p:grpSp>
              <p:nvGrpSpPr>
                <p:cNvPr id="3251" name="Google Shape;3251;g3e34c58cc36_0_105"/>
                <p:cNvGrpSpPr/>
                <p:nvPr/>
              </p:nvGrpSpPr>
              <p:grpSpPr>
                <a:xfrm>
                  <a:off x="-2866744" y="827071"/>
                  <a:ext cx="168654" cy="132575"/>
                  <a:chOff x="-2866744" y="827071"/>
                  <a:chExt cx="168654" cy="132575"/>
                </a:xfrm>
              </p:grpSpPr>
              <p:cxnSp>
                <p:nvCxnSpPr>
                  <p:cNvPr id="3252" name="Google Shape;3252;g3e34c58cc36_0_105"/>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53" name="Google Shape;3253;g3e34c58cc36_0_105"/>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54" name="Google Shape;3254;g3e34c58cc36_0_105"/>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55" name="Google Shape;3255;g3e34c58cc36_0_105"/>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56" name="Google Shape;3256;g3e34c58cc36_0_105"/>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257" name="Google Shape;3257;g3e34c58cc36_0_105"/>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258" name="Google Shape;3258;g3e34c58cc36_0_105"/>
              <p:cNvGrpSpPr/>
              <p:nvPr/>
            </p:nvGrpSpPr>
            <p:grpSpPr>
              <a:xfrm>
                <a:off x="-3605416" y="830847"/>
                <a:ext cx="139495" cy="109560"/>
                <a:chOff x="-2866868" y="518074"/>
                <a:chExt cx="168778" cy="132575"/>
              </a:xfrm>
            </p:grpSpPr>
            <p:grpSp>
              <p:nvGrpSpPr>
                <p:cNvPr id="3259" name="Google Shape;3259;g3e34c58cc36_0_105"/>
                <p:cNvGrpSpPr/>
                <p:nvPr/>
              </p:nvGrpSpPr>
              <p:grpSpPr>
                <a:xfrm>
                  <a:off x="-2866744" y="518074"/>
                  <a:ext cx="168654" cy="132575"/>
                  <a:chOff x="-2866744" y="518074"/>
                  <a:chExt cx="168654" cy="132575"/>
                </a:xfrm>
              </p:grpSpPr>
              <p:cxnSp>
                <p:nvCxnSpPr>
                  <p:cNvPr id="3260" name="Google Shape;3260;g3e34c58cc36_0_105"/>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61" name="Google Shape;3261;g3e34c58cc36_0_105"/>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62" name="Google Shape;3262;g3e34c58cc36_0_105"/>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63" name="Google Shape;3263;g3e34c58cc36_0_105"/>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64" name="Google Shape;3264;g3e34c58cc36_0_105"/>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265" name="Google Shape;3265;g3e34c58cc36_0_105"/>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266" name="Google Shape;3266;g3e34c58cc36_0_105"/>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267" name="Google Shape;3267;g3e34c58cc36_0_105"/>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268" name="Google Shape;3268;g3e34c58cc36_0_105"/>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269" name="Google Shape;3269;g3e34c58cc36_0_105"/>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270" name="Google Shape;3270;g3e34c58cc36_0_105"/>
              <p:cNvGrpSpPr/>
              <p:nvPr/>
            </p:nvGrpSpPr>
            <p:grpSpPr>
              <a:xfrm>
                <a:off x="-2916763" y="769168"/>
                <a:ext cx="268800" cy="248400"/>
                <a:chOff x="-2916763" y="769168"/>
                <a:chExt cx="268800" cy="248400"/>
              </a:xfrm>
            </p:grpSpPr>
            <p:sp>
              <p:nvSpPr>
                <p:cNvPr id="3271" name="Google Shape;3271;g3e34c58cc36_0_105"/>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272" name="Google Shape;3272;g3e34c58cc36_0_105"/>
                <p:cNvGrpSpPr/>
                <p:nvPr/>
              </p:nvGrpSpPr>
              <p:grpSpPr>
                <a:xfrm>
                  <a:off x="-2866744" y="827071"/>
                  <a:ext cx="168654" cy="132575"/>
                  <a:chOff x="-2866744" y="827071"/>
                  <a:chExt cx="168654" cy="132575"/>
                </a:xfrm>
              </p:grpSpPr>
              <p:cxnSp>
                <p:nvCxnSpPr>
                  <p:cNvPr id="3273" name="Google Shape;3273;g3e34c58cc36_0_105"/>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74" name="Google Shape;3274;g3e34c58cc36_0_105"/>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75" name="Google Shape;3275;g3e34c58cc36_0_105"/>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76" name="Google Shape;3276;g3e34c58cc36_0_105"/>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77" name="Google Shape;3277;g3e34c58cc36_0_105"/>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278" name="Google Shape;3278;g3e34c58cc36_0_105"/>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279" name="Google Shape;3279;g3e34c58cc36_0_105"/>
              <p:cNvGrpSpPr/>
              <p:nvPr/>
            </p:nvGrpSpPr>
            <p:grpSpPr>
              <a:xfrm>
                <a:off x="-2916763" y="460171"/>
                <a:ext cx="268800" cy="248400"/>
                <a:chOff x="-2916763" y="460171"/>
                <a:chExt cx="268800" cy="248400"/>
              </a:xfrm>
            </p:grpSpPr>
            <p:sp>
              <p:nvSpPr>
                <p:cNvPr id="3280" name="Google Shape;3280;g3e34c58cc36_0_105"/>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281" name="Google Shape;3281;g3e34c58cc36_0_105"/>
                <p:cNvGrpSpPr/>
                <p:nvPr/>
              </p:nvGrpSpPr>
              <p:grpSpPr>
                <a:xfrm>
                  <a:off x="-2866744" y="518074"/>
                  <a:ext cx="168654" cy="132575"/>
                  <a:chOff x="-2866744" y="518074"/>
                  <a:chExt cx="168654" cy="132575"/>
                </a:xfrm>
              </p:grpSpPr>
              <p:cxnSp>
                <p:nvCxnSpPr>
                  <p:cNvPr id="3282" name="Google Shape;3282;g3e34c58cc36_0_105"/>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83" name="Google Shape;3283;g3e34c58cc36_0_105"/>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84" name="Google Shape;3284;g3e34c58cc36_0_105"/>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85" name="Google Shape;3285;g3e34c58cc36_0_105"/>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286" name="Google Shape;3286;g3e34c58cc36_0_105"/>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287" name="Google Shape;3287;g3e34c58cc36_0_105"/>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288" name="Google Shape;3288;g3e34c58cc36_0_105"/>
            <p:cNvGrpSpPr/>
            <p:nvPr/>
          </p:nvGrpSpPr>
          <p:grpSpPr>
            <a:xfrm>
              <a:off x="-938352" y="4662750"/>
              <a:ext cx="627733" cy="576735"/>
              <a:chOff x="-1753862" y="6112775"/>
              <a:chExt cx="759600" cy="697889"/>
            </a:xfrm>
          </p:grpSpPr>
          <p:grpSp>
            <p:nvGrpSpPr>
              <p:cNvPr id="3289" name="Google Shape;3289;g3e34c58cc36_0_105"/>
              <p:cNvGrpSpPr/>
              <p:nvPr/>
            </p:nvGrpSpPr>
            <p:grpSpPr>
              <a:xfrm>
                <a:off x="-1484858" y="6112775"/>
                <a:ext cx="205430" cy="293286"/>
                <a:chOff x="4768" y="2783"/>
                <a:chExt cx="788" cy="1125"/>
              </a:xfrm>
            </p:grpSpPr>
            <p:sp>
              <p:nvSpPr>
                <p:cNvPr id="3290" name="Google Shape;3290;g3e34c58cc36_0_105"/>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291" name="Google Shape;3291;g3e34c58cc36_0_105"/>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292" name="Google Shape;3292;g3e34c58cc36_0_105"/>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293" name="Google Shape;3293;g3e34c58cc36_0_105"/>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
        <p:nvSpPr>
          <p:cNvPr id="3294" name="Google Shape;3294;g3e34c58cc36_0_105"/>
          <p:cNvSpPr txBox="1"/>
          <p:nvPr/>
        </p:nvSpPr>
        <p:spPr>
          <a:xfrm>
            <a:off x="568500" y="908874"/>
            <a:ext cx="6717000" cy="108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1"/>
              </a:buClr>
              <a:buSzPts val="2880"/>
              <a:buFont typeface="Arial"/>
              <a:buNone/>
            </a:pPr>
            <a:r>
              <a:rPr lang="en-GB" sz="1300" b="1" u="sng">
                <a:solidFill>
                  <a:schemeClr val="dk1"/>
                </a:solidFill>
              </a:rPr>
              <a:t>Primary source:</a:t>
            </a:r>
            <a:r>
              <a:rPr lang="en-GB" sz="1300" b="1">
                <a:solidFill>
                  <a:schemeClr val="dk1"/>
                </a:solidFill>
              </a:rPr>
              <a:t> Clift, R., Grace, J. R., &amp; Weber, M. E. (2005). Bubbles, drops, and particles. Courier Corporation.</a:t>
            </a:r>
            <a:endParaRPr sz="1300" b="1">
              <a:solidFill>
                <a:schemeClr val="dk1"/>
              </a:solidFill>
            </a:endParaRPr>
          </a:p>
          <a:p>
            <a:pPr marL="0" marR="0" lvl="0" indent="0" algn="l" rtl="0">
              <a:lnSpc>
                <a:spcPct val="90000"/>
              </a:lnSpc>
              <a:spcBef>
                <a:spcPts val="0"/>
              </a:spcBef>
              <a:spcAft>
                <a:spcPts val="0"/>
              </a:spcAft>
              <a:buClr>
                <a:schemeClr val="accent1"/>
              </a:buClr>
              <a:buSzPts val="2880"/>
              <a:buFont typeface="Arial"/>
              <a:buNone/>
            </a:pPr>
            <a:r>
              <a:rPr lang="en-GB" sz="1300" b="1" u="sng">
                <a:solidFill>
                  <a:schemeClr val="dk1"/>
                </a:solidFill>
              </a:rPr>
              <a:t>Secondary Source:</a:t>
            </a:r>
            <a:r>
              <a:rPr lang="en-GB" sz="1300" b="1">
                <a:solidFill>
                  <a:schemeClr val="dk1"/>
                </a:solidFill>
              </a:rPr>
              <a:t> J. G. Leishman, </a:t>
            </a:r>
            <a:r>
              <a:rPr lang="en-GB" sz="1300" b="1" i="1">
                <a:solidFill>
                  <a:schemeClr val="dk1"/>
                </a:solidFill>
              </a:rPr>
              <a:t>Introduction to Aerospace Flight Vehicles</a:t>
            </a:r>
            <a:r>
              <a:rPr lang="en-GB" sz="1300" b="1">
                <a:solidFill>
                  <a:schemeClr val="dk1"/>
                </a:solidFill>
              </a:rPr>
              <a:t>. Daytona Beach, FL, USA: Embry-Riddle Aeronautical University, 2023. doi:10.15394/eaglepub.202 </a:t>
            </a:r>
            <a:endParaRPr sz="1300" b="1">
              <a:solidFill>
                <a:schemeClr val="dk1"/>
              </a:solidFill>
            </a:endParaRPr>
          </a:p>
          <a:p>
            <a:pPr marL="0" marR="0" lvl="0" indent="0" algn="l" rtl="0">
              <a:lnSpc>
                <a:spcPct val="90000"/>
              </a:lnSpc>
              <a:spcBef>
                <a:spcPts val="0"/>
              </a:spcBef>
              <a:spcAft>
                <a:spcPts val="0"/>
              </a:spcAft>
              <a:buClr>
                <a:schemeClr val="accent1"/>
              </a:buClr>
              <a:buSzPts val="2880"/>
              <a:buFont typeface="Arial"/>
              <a:buNone/>
            </a:pPr>
            <a:endParaRPr sz="1300" b="1">
              <a:solidFill>
                <a:schemeClr val="dk1"/>
              </a:solidFill>
            </a:endParaRPr>
          </a:p>
        </p:txBody>
      </p:sp>
      <p:pic>
        <p:nvPicPr>
          <p:cNvPr id="3295" name="Google Shape;3295;g3e34c58cc36_0_105"/>
          <p:cNvPicPr preferRelativeResize="0"/>
          <p:nvPr/>
        </p:nvPicPr>
        <p:blipFill>
          <a:blip r:embed="rId3">
            <a:alphaModFix/>
          </a:blip>
          <a:stretch>
            <a:fillRect/>
          </a:stretch>
        </p:blipFill>
        <p:spPr>
          <a:xfrm>
            <a:off x="342150" y="2420450"/>
            <a:ext cx="6717000" cy="2841790"/>
          </a:xfrm>
          <a:prstGeom prst="rect">
            <a:avLst/>
          </a:prstGeom>
          <a:noFill/>
          <a:ln>
            <a:noFill/>
          </a:ln>
        </p:spPr>
      </p:pic>
      <p:pic>
        <p:nvPicPr>
          <p:cNvPr id="3296" name="Google Shape;3296;g3e34c58cc36_0_105"/>
          <p:cNvPicPr preferRelativeResize="0"/>
          <p:nvPr/>
        </p:nvPicPr>
        <p:blipFill>
          <a:blip r:embed="rId4">
            <a:alphaModFix/>
          </a:blip>
          <a:stretch>
            <a:fillRect/>
          </a:stretch>
        </p:blipFill>
        <p:spPr>
          <a:xfrm>
            <a:off x="7534475" y="2289963"/>
            <a:ext cx="4019550" cy="32099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0"/>
        <p:cNvGrpSpPr/>
        <p:nvPr/>
      </p:nvGrpSpPr>
      <p:grpSpPr>
        <a:xfrm>
          <a:off x="0" y="0"/>
          <a:ext cx="0" cy="0"/>
          <a:chOff x="0" y="0"/>
          <a:chExt cx="0" cy="0"/>
        </a:xfrm>
      </p:grpSpPr>
      <p:sp>
        <p:nvSpPr>
          <p:cNvPr id="3301" name="Google Shape;3301;p5"/>
          <p:cNvSpPr txBox="1">
            <a:spLocks noGrp="1"/>
          </p:cNvSpPr>
          <p:nvPr>
            <p:ph type="title"/>
          </p:nvPr>
        </p:nvSpPr>
        <p:spPr>
          <a:xfrm>
            <a:off x="0" y="-429019"/>
            <a:ext cx="2449388" cy="276999"/>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Chapter | colour mode</a:t>
            </a:r>
            <a:endParaRPr/>
          </a:p>
        </p:txBody>
      </p:sp>
      <p:sp>
        <p:nvSpPr>
          <p:cNvPr id="3302" name="Google Shape;3302;p5"/>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303" name="Google Shape;3303;p5"/>
          <p:cNvSpPr txBox="1">
            <a:spLocks noGrp="1"/>
          </p:cNvSpPr>
          <p:nvPr>
            <p:ph type="sldNum" idx="12"/>
          </p:nvPr>
        </p:nvSpPr>
        <p:spPr>
          <a:xfrm>
            <a:off x="11178464" y="6405669"/>
            <a:ext cx="291298" cy="184666"/>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8</a:t>
            </a:fld>
            <a:endParaRPr/>
          </a:p>
        </p:txBody>
      </p:sp>
      <p:sp>
        <p:nvSpPr>
          <p:cNvPr id="3304" name="Google Shape;3304;p5"/>
          <p:cNvSpPr/>
          <p:nvPr/>
        </p:nvSpPr>
        <p:spPr>
          <a:xfrm>
            <a:off x="3818238" y="719138"/>
            <a:ext cx="7651524" cy="5281612"/>
          </a:xfrm>
          <a:prstGeom prst="rect">
            <a:avLst/>
          </a:prstGeom>
          <a:solidFill>
            <a:schemeClr val="accent6"/>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grpSp>
        <p:nvGrpSpPr>
          <p:cNvPr id="3305" name="Google Shape;3305;p5"/>
          <p:cNvGrpSpPr/>
          <p:nvPr/>
        </p:nvGrpSpPr>
        <p:grpSpPr>
          <a:xfrm>
            <a:off x="719138" y="1565275"/>
            <a:ext cx="4005803" cy="2251756"/>
            <a:chOff x="719138" y="1565275"/>
            <a:chExt cx="5348870" cy="3006725"/>
          </a:xfrm>
        </p:grpSpPr>
        <p:sp>
          <p:nvSpPr>
            <p:cNvPr id="3306" name="Google Shape;3306;p5"/>
            <p:cNvSpPr/>
            <p:nvPr/>
          </p:nvSpPr>
          <p:spPr>
            <a:xfrm>
              <a:off x="719138" y="1565275"/>
              <a:ext cx="5348870" cy="3006725"/>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307" name="Google Shape;3307;p5"/>
            <p:cNvSpPr/>
            <p:nvPr/>
          </p:nvSpPr>
          <p:spPr>
            <a:xfrm>
              <a:off x="719138" y="1565275"/>
              <a:ext cx="5348870" cy="3006089"/>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76C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grpSp>
      <p:sp>
        <p:nvSpPr>
          <p:cNvPr id="3308" name="Google Shape;3308;p5"/>
          <p:cNvSpPr txBox="1"/>
          <p:nvPr/>
        </p:nvSpPr>
        <p:spPr>
          <a:xfrm>
            <a:off x="5439883" y="2513208"/>
            <a:ext cx="5288700" cy="15393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accent1"/>
              </a:buClr>
              <a:buSzPts val="5760"/>
              <a:buFont typeface="Arial"/>
              <a:buNone/>
            </a:pPr>
            <a:r>
              <a:rPr lang="en-GB" sz="4800" b="1">
                <a:solidFill>
                  <a:schemeClr val="lt1"/>
                </a:solidFill>
              </a:rPr>
              <a:t>Solar Panel Distribution</a:t>
            </a:r>
            <a:endParaRPr/>
          </a:p>
        </p:txBody>
      </p:sp>
      <p:sp>
        <p:nvSpPr>
          <p:cNvPr id="3309" name="Google Shape;3309;p5"/>
          <p:cNvSpPr txBox="1"/>
          <p:nvPr/>
        </p:nvSpPr>
        <p:spPr>
          <a:xfrm>
            <a:off x="1720825" y="2026350"/>
            <a:ext cx="1685700" cy="14223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accent1"/>
              </a:buClr>
              <a:buSzPts val="11520"/>
              <a:buFont typeface="Arial"/>
              <a:buNone/>
            </a:pPr>
            <a:r>
              <a:rPr lang="en-GB" sz="9600" b="0" i="0" cap="none">
                <a:solidFill>
                  <a:schemeClr val="lt1"/>
                </a:solidFill>
                <a:latin typeface="Arial"/>
                <a:ea typeface="Arial"/>
                <a:cs typeface="Arial"/>
                <a:sym typeface="Arial"/>
              </a:rPr>
              <a:t>0</a:t>
            </a:r>
            <a:r>
              <a:rPr lang="en-GB" sz="9600">
                <a:solidFill>
                  <a:schemeClr val="lt1"/>
                </a:solidFill>
              </a:rPr>
              <a:t>2</a:t>
            </a:r>
            <a:endParaRPr sz="9600" b="0" i="0"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13"/>
        <p:cNvGrpSpPr/>
        <p:nvPr/>
      </p:nvGrpSpPr>
      <p:grpSpPr>
        <a:xfrm>
          <a:off x="0" y="0"/>
          <a:ext cx="0" cy="0"/>
          <a:chOff x="0" y="0"/>
          <a:chExt cx="0" cy="0"/>
        </a:xfrm>
      </p:grpSpPr>
      <p:sp>
        <p:nvSpPr>
          <p:cNvPr id="3314" name="Google Shape;3314;g3dc3dab8585_0_24"/>
          <p:cNvSpPr txBox="1">
            <a:spLocks noGrp="1"/>
          </p:cNvSpPr>
          <p:nvPr>
            <p:ph type="title"/>
          </p:nvPr>
        </p:nvSpPr>
        <p:spPr>
          <a:xfrm>
            <a:off x="0" y="-429019"/>
            <a:ext cx="11799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Quote</a:t>
            </a:r>
            <a:endParaRPr/>
          </a:p>
        </p:txBody>
      </p:sp>
      <p:sp>
        <p:nvSpPr>
          <p:cNvPr id="3315" name="Google Shape;3315;g3dc3dab8585_0_24"/>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316" name="Google Shape;3316;g3dc3dab8585_0_24"/>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9</a:t>
            </a:fld>
            <a:endParaRPr/>
          </a:p>
        </p:txBody>
      </p:sp>
      <p:sp>
        <p:nvSpPr>
          <p:cNvPr id="3317" name="Google Shape;3317;g3dc3dab8585_0_24"/>
          <p:cNvSpPr txBox="1"/>
          <p:nvPr/>
        </p:nvSpPr>
        <p:spPr>
          <a:xfrm>
            <a:off x="718675" y="4198325"/>
            <a:ext cx="5051100" cy="2012100"/>
          </a:xfrm>
          <a:prstGeom prst="rect">
            <a:avLst/>
          </a:prstGeom>
          <a:solidFill>
            <a:srgbClr val="0076C2"/>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318" name="Google Shape;3318;g3dc3dab8585_0_24"/>
          <p:cNvSpPr txBox="1"/>
          <p:nvPr/>
        </p:nvSpPr>
        <p:spPr>
          <a:xfrm>
            <a:off x="718675" y="1209200"/>
            <a:ext cx="5051100" cy="1293000"/>
          </a:xfrm>
          <a:prstGeom prst="rect">
            <a:avLst/>
          </a:prstGeom>
          <a:solidFill>
            <a:schemeClr val="accent1"/>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319" name="Google Shape;3319;g3dc3dab8585_0_24"/>
          <p:cNvSpPr txBox="1"/>
          <p:nvPr/>
        </p:nvSpPr>
        <p:spPr>
          <a:xfrm>
            <a:off x="718675" y="2799463"/>
            <a:ext cx="5051100" cy="1036500"/>
          </a:xfrm>
          <a:prstGeom prst="rect">
            <a:avLst/>
          </a:prstGeom>
          <a:solidFill>
            <a:srgbClr val="00B8C8"/>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320" name="Google Shape;3320;g3dc3dab8585_0_24"/>
          <p:cNvSpPr txBox="1"/>
          <p:nvPr/>
        </p:nvSpPr>
        <p:spPr>
          <a:xfrm>
            <a:off x="719150" y="418625"/>
            <a:ext cx="72882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500" b="1">
                <a:solidFill>
                  <a:schemeClr val="dk2"/>
                </a:solidFill>
              </a:rPr>
              <a:t>Design Variables</a:t>
            </a:r>
            <a:endParaRPr sz="2500" b="1">
              <a:solidFill>
                <a:schemeClr val="dk2"/>
              </a:solidFill>
            </a:endParaRPr>
          </a:p>
        </p:txBody>
      </p:sp>
      <p:sp>
        <p:nvSpPr>
          <p:cNvPr id="3321" name="Google Shape;3321;g3dc3dab8585_0_24"/>
          <p:cNvSpPr txBox="1"/>
          <p:nvPr/>
        </p:nvSpPr>
        <p:spPr>
          <a:xfrm>
            <a:off x="783175" y="1247248"/>
            <a:ext cx="4922100" cy="1293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Required Solar Panel Area</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Depends on mission profile</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Symmetric distribution based on requirement</a:t>
            </a:r>
            <a:endParaRPr sz="2000">
              <a:solidFill>
                <a:schemeClr val="lt1"/>
              </a:solidFill>
            </a:endParaRPr>
          </a:p>
        </p:txBody>
      </p:sp>
      <p:sp>
        <p:nvSpPr>
          <p:cNvPr id="3322" name="Google Shape;3322;g3dc3dab8585_0_24"/>
          <p:cNvSpPr txBox="1"/>
          <p:nvPr/>
        </p:nvSpPr>
        <p:spPr>
          <a:xfrm>
            <a:off x="847675" y="2948088"/>
            <a:ext cx="4922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Solar Panel Area Per Panel</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User-defined based on availability</a:t>
            </a:r>
            <a:endParaRPr>
              <a:solidFill>
                <a:schemeClr val="lt1"/>
              </a:solidFill>
            </a:endParaRPr>
          </a:p>
        </p:txBody>
      </p:sp>
      <p:sp>
        <p:nvSpPr>
          <p:cNvPr id="3323" name="Google Shape;3323;g3dc3dab8585_0_24"/>
          <p:cNvSpPr txBox="1"/>
          <p:nvPr/>
        </p:nvSpPr>
        <p:spPr>
          <a:xfrm>
            <a:off x="847675" y="4277500"/>
            <a:ext cx="4922100" cy="1847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Solar Panel Performance characteristics</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Efficiency</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Weather </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Time and location -&gt; sun positioning relative to the solar panel location</a:t>
            </a:r>
            <a:endParaRPr sz="2000">
              <a:solidFill>
                <a:schemeClr val="lt1"/>
              </a:solidFill>
            </a:endParaRPr>
          </a:p>
        </p:txBody>
      </p:sp>
      <p:pic>
        <p:nvPicPr>
          <p:cNvPr id="3324" name="Google Shape;3324;g3dc3dab8585_0_24"/>
          <p:cNvPicPr preferRelativeResize="0"/>
          <p:nvPr/>
        </p:nvPicPr>
        <p:blipFill>
          <a:blip r:embed="rId3">
            <a:alphaModFix/>
          </a:blip>
          <a:stretch>
            <a:fillRect/>
          </a:stretch>
        </p:blipFill>
        <p:spPr>
          <a:xfrm>
            <a:off x="5820950" y="193675"/>
            <a:ext cx="3485475" cy="3323900"/>
          </a:xfrm>
          <a:prstGeom prst="rect">
            <a:avLst/>
          </a:prstGeom>
          <a:noFill/>
          <a:ln>
            <a:noFill/>
          </a:ln>
        </p:spPr>
      </p:pic>
      <p:pic>
        <p:nvPicPr>
          <p:cNvPr id="3325" name="Google Shape;3325;g3dc3dab8585_0_24"/>
          <p:cNvPicPr preferRelativeResize="0"/>
          <p:nvPr/>
        </p:nvPicPr>
        <p:blipFill>
          <a:blip r:embed="rId4">
            <a:alphaModFix/>
          </a:blip>
          <a:stretch>
            <a:fillRect/>
          </a:stretch>
        </p:blipFill>
        <p:spPr>
          <a:xfrm>
            <a:off x="8693825" y="3023500"/>
            <a:ext cx="3263400" cy="3229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9"/>
        <p:cNvGrpSpPr/>
        <p:nvPr/>
      </p:nvGrpSpPr>
      <p:grpSpPr>
        <a:xfrm>
          <a:off x="0" y="0"/>
          <a:ext cx="0" cy="0"/>
          <a:chOff x="0" y="0"/>
          <a:chExt cx="0" cy="0"/>
        </a:xfrm>
      </p:grpSpPr>
      <p:grpSp>
        <p:nvGrpSpPr>
          <p:cNvPr id="3330" name="Google Shape;3330;g3e34c58cc36_0_461"/>
          <p:cNvGrpSpPr/>
          <p:nvPr/>
        </p:nvGrpSpPr>
        <p:grpSpPr>
          <a:xfrm>
            <a:off x="721161" y="6216798"/>
            <a:ext cx="961228" cy="381610"/>
            <a:chOff x="2807303" y="2354764"/>
            <a:chExt cx="944974" cy="368527"/>
          </a:xfrm>
        </p:grpSpPr>
        <p:sp>
          <p:nvSpPr>
            <p:cNvPr id="3331" name="Google Shape;3331;g3e34c58cc36_0_461"/>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2" name="Google Shape;3332;g3e34c58cc36_0_461"/>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3" name="Google Shape;3333;g3e34c58cc36_0_461"/>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4" name="Google Shape;3334;g3e34c58cc36_0_461"/>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5" name="Google Shape;3335;g3e34c58cc36_0_461"/>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6" name="Google Shape;3336;g3e34c58cc36_0_461"/>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7" name="Google Shape;3337;g3e34c58cc36_0_461"/>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338" name="Google Shape;3338;g3e34c58cc36_0_461"/>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339" name="Google Shape;3339;g3e34c58cc36_0_461"/>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340" name="Google Shape;3340;g3e34c58cc36_0_461"/>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341" name="Google Shape;3341;g3e34c58cc36_0_461"/>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10</a:t>
            </a:fld>
            <a:endParaRPr/>
          </a:p>
        </p:txBody>
      </p:sp>
      <p:sp>
        <p:nvSpPr>
          <p:cNvPr id="3342" name="Google Shape;3342;g3e34c58cc36_0_461"/>
          <p:cNvSpPr txBox="1"/>
          <p:nvPr/>
        </p:nvSpPr>
        <p:spPr>
          <a:xfrm>
            <a:off x="4346600" y="237925"/>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Solar Panel Layout (1)</a:t>
            </a:r>
            <a:endParaRPr sz="300"/>
          </a:p>
        </p:txBody>
      </p:sp>
      <p:grpSp>
        <p:nvGrpSpPr>
          <p:cNvPr id="3343" name="Google Shape;3343;g3e34c58cc36_0_461"/>
          <p:cNvGrpSpPr/>
          <p:nvPr/>
        </p:nvGrpSpPr>
        <p:grpSpPr>
          <a:xfrm>
            <a:off x="12377595" y="0"/>
            <a:ext cx="3693486" cy="5359349"/>
            <a:chOff x="-3786437" y="0"/>
            <a:chExt cx="3693486" cy="5359349"/>
          </a:xfrm>
        </p:grpSpPr>
        <p:sp>
          <p:nvSpPr>
            <p:cNvPr id="3344" name="Google Shape;3344;g3e34c58cc36_0_461"/>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345" name="Google Shape;3345;g3e34c58cc36_0_461"/>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346" name="Google Shape;3346;g3e34c58cc36_0_461"/>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347" name="Google Shape;3347;g3e34c58cc36_0_461"/>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348" name="Google Shape;3348;g3e34c58cc36_0_461"/>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349" name="Google Shape;3349;g3e34c58cc36_0_461"/>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350" name="Google Shape;3350;g3e34c58cc36_0_461"/>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351" name="Google Shape;3351;g3e34c58cc36_0_461"/>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352" name="Google Shape;3352;g3e34c58cc36_0_461"/>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353" name="Google Shape;3353;g3e34c58cc36_0_461"/>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354" name="Google Shape;3354;g3e34c58cc36_0_461"/>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355" name="Google Shape;3355;g3e34c58cc36_0_461"/>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356" name="Google Shape;3356;g3e34c58cc36_0_461"/>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357" name="Google Shape;3357;g3e34c58cc36_0_461"/>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358" name="Google Shape;3358;g3e34c58cc36_0_461"/>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359" name="Google Shape;3359;g3e34c58cc36_0_461"/>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360" name="Google Shape;3360;g3e34c58cc36_0_461"/>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361" name="Google Shape;3361;g3e34c58cc36_0_461"/>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362" name="Google Shape;3362;g3e34c58cc36_0_461"/>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363" name="Google Shape;3363;g3e34c58cc36_0_461"/>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364" name="Google Shape;3364;g3e34c58cc36_0_461"/>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365" name="Google Shape;3365;g3e34c58cc36_0_461"/>
            <p:cNvGrpSpPr/>
            <p:nvPr/>
          </p:nvGrpSpPr>
          <p:grpSpPr>
            <a:xfrm>
              <a:off x="-376743" y="4400265"/>
              <a:ext cx="283792" cy="283792"/>
              <a:chOff x="-510741" y="5913713"/>
              <a:chExt cx="267652" cy="267652"/>
            </a:xfrm>
          </p:grpSpPr>
          <p:sp>
            <p:nvSpPr>
              <p:cNvPr id="3366" name="Google Shape;3366;g3e34c58cc36_0_461"/>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367" name="Google Shape;3367;g3e34c58cc36_0_461"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368" name="Google Shape;3368;g3e34c58cc36_0_461"/>
            <p:cNvGrpSpPr/>
            <p:nvPr/>
          </p:nvGrpSpPr>
          <p:grpSpPr>
            <a:xfrm>
              <a:off x="-3605416" y="458674"/>
              <a:ext cx="3234613" cy="558894"/>
              <a:chOff x="-3605416" y="458674"/>
              <a:chExt cx="3234613" cy="558894"/>
            </a:xfrm>
          </p:grpSpPr>
          <p:sp>
            <p:nvSpPr>
              <p:cNvPr id="3369" name="Google Shape;3369;g3e34c58cc36_0_461"/>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370" name="Google Shape;3370;g3e34c58cc36_0_461"/>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371" name="Google Shape;3371;g3e34c58cc36_0_461"/>
              <p:cNvGrpSpPr/>
              <p:nvPr/>
            </p:nvGrpSpPr>
            <p:grpSpPr>
              <a:xfrm>
                <a:off x="-3386389" y="830833"/>
                <a:ext cx="139393" cy="109560"/>
                <a:chOff x="-2866744" y="827071"/>
                <a:chExt cx="168654" cy="132575"/>
              </a:xfrm>
            </p:grpSpPr>
            <p:grpSp>
              <p:nvGrpSpPr>
                <p:cNvPr id="3372" name="Google Shape;3372;g3e34c58cc36_0_461"/>
                <p:cNvGrpSpPr/>
                <p:nvPr/>
              </p:nvGrpSpPr>
              <p:grpSpPr>
                <a:xfrm>
                  <a:off x="-2866744" y="827071"/>
                  <a:ext cx="168654" cy="132575"/>
                  <a:chOff x="-2866744" y="827071"/>
                  <a:chExt cx="168654" cy="132575"/>
                </a:xfrm>
              </p:grpSpPr>
              <p:cxnSp>
                <p:nvCxnSpPr>
                  <p:cNvPr id="3373" name="Google Shape;3373;g3e34c58cc36_0_461"/>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74" name="Google Shape;3374;g3e34c58cc36_0_461"/>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75" name="Google Shape;3375;g3e34c58cc36_0_461"/>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76" name="Google Shape;3376;g3e34c58cc36_0_461"/>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77" name="Google Shape;3377;g3e34c58cc36_0_461"/>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378" name="Google Shape;3378;g3e34c58cc36_0_461"/>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379" name="Google Shape;3379;g3e34c58cc36_0_461"/>
              <p:cNvGrpSpPr/>
              <p:nvPr/>
            </p:nvGrpSpPr>
            <p:grpSpPr>
              <a:xfrm>
                <a:off x="-3605416" y="830847"/>
                <a:ext cx="139495" cy="109560"/>
                <a:chOff x="-2866868" y="518074"/>
                <a:chExt cx="168778" cy="132575"/>
              </a:xfrm>
            </p:grpSpPr>
            <p:grpSp>
              <p:nvGrpSpPr>
                <p:cNvPr id="3380" name="Google Shape;3380;g3e34c58cc36_0_461"/>
                <p:cNvGrpSpPr/>
                <p:nvPr/>
              </p:nvGrpSpPr>
              <p:grpSpPr>
                <a:xfrm>
                  <a:off x="-2866744" y="518074"/>
                  <a:ext cx="168654" cy="132575"/>
                  <a:chOff x="-2866744" y="518074"/>
                  <a:chExt cx="168654" cy="132575"/>
                </a:xfrm>
              </p:grpSpPr>
              <p:cxnSp>
                <p:nvCxnSpPr>
                  <p:cNvPr id="3381" name="Google Shape;3381;g3e34c58cc36_0_461"/>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82" name="Google Shape;3382;g3e34c58cc36_0_461"/>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83" name="Google Shape;3383;g3e34c58cc36_0_461"/>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84" name="Google Shape;3384;g3e34c58cc36_0_461"/>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85" name="Google Shape;3385;g3e34c58cc36_0_461"/>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386" name="Google Shape;3386;g3e34c58cc36_0_461"/>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387" name="Google Shape;3387;g3e34c58cc36_0_461"/>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388" name="Google Shape;3388;g3e34c58cc36_0_461"/>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389" name="Google Shape;3389;g3e34c58cc36_0_461"/>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390" name="Google Shape;3390;g3e34c58cc36_0_461"/>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391" name="Google Shape;3391;g3e34c58cc36_0_461"/>
              <p:cNvGrpSpPr/>
              <p:nvPr/>
            </p:nvGrpSpPr>
            <p:grpSpPr>
              <a:xfrm>
                <a:off x="-2916763" y="769168"/>
                <a:ext cx="268800" cy="248400"/>
                <a:chOff x="-2916763" y="769168"/>
                <a:chExt cx="268800" cy="248400"/>
              </a:xfrm>
            </p:grpSpPr>
            <p:sp>
              <p:nvSpPr>
                <p:cNvPr id="3392" name="Google Shape;3392;g3e34c58cc36_0_461"/>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393" name="Google Shape;3393;g3e34c58cc36_0_461"/>
                <p:cNvGrpSpPr/>
                <p:nvPr/>
              </p:nvGrpSpPr>
              <p:grpSpPr>
                <a:xfrm>
                  <a:off x="-2866744" y="827071"/>
                  <a:ext cx="168654" cy="132575"/>
                  <a:chOff x="-2866744" y="827071"/>
                  <a:chExt cx="168654" cy="132575"/>
                </a:xfrm>
              </p:grpSpPr>
              <p:cxnSp>
                <p:nvCxnSpPr>
                  <p:cNvPr id="3394" name="Google Shape;3394;g3e34c58cc36_0_461"/>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95" name="Google Shape;3395;g3e34c58cc36_0_461"/>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96" name="Google Shape;3396;g3e34c58cc36_0_461"/>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97" name="Google Shape;3397;g3e34c58cc36_0_461"/>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398" name="Google Shape;3398;g3e34c58cc36_0_461"/>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399" name="Google Shape;3399;g3e34c58cc36_0_461"/>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400" name="Google Shape;3400;g3e34c58cc36_0_461"/>
              <p:cNvGrpSpPr/>
              <p:nvPr/>
            </p:nvGrpSpPr>
            <p:grpSpPr>
              <a:xfrm>
                <a:off x="-2916763" y="460171"/>
                <a:ext cx="268800" cy="248400"/>
                <a:chOff x="-2916763" y="460171"/>
                <a:chExt cx="268800" cy="248400"/>
              </a:xfrm>
            </p:grpSpPr>
            <p:sp>
              <p:nvSpPr>
                <p:cNvPr id="3401" name="Google Shape;3401;g3e34c58cc36_0_461"/>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402" name="Google Shape;3402;g3e34c58cc36_0_461"/>
                <p:cNvGrpSpPr/>
                <p:nvPr/>
              </p:nvGrpSpPr>
              <p:grpSpPr>
                <a:xfrm>
                  <a:off x="-2866744" y="518074"/>
                  <a:ext cx="168654" cy="132575"/>
                  <a:chOff x="-2866744" y="518074"/>
                  <a:chExt cx="168654" cy="132575"/>
                </a:xfrm>
              </p:grpSpPr>
              <p:cxnSp>
                <p:nvCxnSpPr>
                  <p:cNvPr id="3403" name="Google Shape;3403;g3e34c58cc36_0_461"/>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04" name="Google Shape;3404;g3e34c58cc36_0_461"/>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05" name="Google Shape;3405;g3e34c58cc36_0_461"/>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06" name="Google Shape;3406;g3e34c58cc36_0_461"/>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07" name="Google Shape;3407;g3e34c58cc36_0_461"/>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408" name="Google Shape;3408;g3e34c58cc36_0_461"/>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409" name="Google Shape;3409;g3e34c58cc36_0_461"/>
            <p:cNvGrpSpPr/>
            <p:nvPr/>
          </p:nvGrpSpPr>
          <p:grpSpPr>
            <a:xfrm>
              <a:off x="-938352" y="4662750"/>
              <a:ext cx="627733" cy="576735"/>
              <a:chOff x="-1753862" y="6112775"/>
              <a:chExt cx="759600" cy="697889"/>
            </a:xfrm>
          </p:grpSpPr>
          <p:grpSp>
            <p:nvGrpSpPr>
              <p:cNvPr id="3410" name="Google Shape;3410;g3e34c58cc36_0_461"/>
              <p:cNvGrpSpPr/>
              <p:nvPr/>
            </p:nvGrpSpPr>
            <p:grpSpPr>
              <a:xfrm>
                <a:off x="-1484858" y="6112775"/>
                <a:ext cx="205430" cy="293286"/>
                <a:chOff x="4768" y="2783"/>
                <a:chExt cx="788" cy="1125"/>
              </a:xfrm>
            </p:grpSpPr>
            <p:sp>
              <p:nvSpPr>
                <p:cNvPr id="3411" name="Google Shape;3411;g3e34c58cc36_0_461"/>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412" name="Google Shape;3412;g3e34c58cc36_0_461"/>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413" name="Google Shape;3413;g3e34c58cc36_0_461"/>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414" name="Google Shape;3414;g3e34c58cc36_0_461"/>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pic>
        <p:nvPicPr>
          <p:cNvPr id="3415" name="Google Shape;3415;g3e34c58cc36_0_461"/>
          <p:cNvPicPr preferRelativeResize="0"/>
          <p:nvPr/>
        </p:nvPicPr>
        <p:blipFill>
          <a:blip r:embed="rId3">
            <a:alphaModFix/>
          </a:blip>
          <a:stretch>
            <a:fillRect/>
          </a:stretch>
        </p:blipFill>
        <p:spPr>
          <a:xfrm>
            <a:off x="0" y="3607800"/>
            <a:ext cx="3824902" cy="2528000"/>
          </a:xfrm>
          <a:prstGeom prst="rect">
            <a:avLst/>
          </a:prstGeom>
          <a:noFill/>
          <a:ln>
            <a:noFill/>
          </a:ln>
        </p:spPr>
      </p:pic>
      <p:sp>
        <p:nvSpPr>
          <p:cNvPr id="3416" name="Google Shape;3416;g3e34c58cc36_0_461"/>
          <p:cNvSpPr txBox="1"/>
          <p:nvPr/>
        </p:nvSpPr>
        <p:spPr>
          <a:xfrm>
            <a:off x="56575" y="747600"/>
            <a:ext cx="9017100" cy="24936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Solar panels symmetrically arranged on top of envelope in the form of rings.</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Each ring has a radius which increases as we go towards the equator from a pole.</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One panel is placed at the pole, followed by the first ring at:</a:t>
            </a: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457200" marR="0" lvl="0" indent="0" algn="just" rtl="0">
              <a:lnSpc>
                <a:spcPct val="90000"/>
              </a:lnSpc>
              <a:spcBef>
                <a:spcPts val="0"/>
              </a:spcBef>
              <a:spcAft>
                <a:spcPts val="0"/>
              </a:spcAft>
              <a:buNone/>
            </a:pPr>
            <a:r>
              <a:rPr lang="en-GB" sz="2000">
                <a:solidFill>
                  <a:schemeClr val="dk2"/>
                </a:solidFill>
              </a:rPr>
              <a:t>Where f_ring is the minimum ring fraction, set as 0.15 unless otherwise specified by the user.</a:t>
            </a:r>
            <a:endParaRPr sz="2000">
              <a:solidFill>
                <a:schemeClr val="dk2"/>
              </a:solidFill>
            </a:endParaRPr>
          </a:p>
        </p:txBody>
      </p:sp>
      <p:pic>
        <p:nvPicPr>
          <p:cNvPr id="3417" name="Google Shape;3417;g3e34c58cc36_0_461"/>
          <p:cNvPicPr preferRelativeResize="0"/>
          <p:nvPr/>
        </p:nvPicPr>
        <p:blipFill>
          <a:blip r:embed="rId4">
            <a:alphaModFix/>
          </a:blip>
          <a:stretch>
            <a:fillRect/>
          </a:stretch>
        </p:blipFill>
        <p:spPr>
          <a:xfrm>
            <a:off x="9424725" y="3694275"/>
            <a:ext cx="2650226" cy="2650226"/>
          </a:xfrm>
          <a:prstGeom prst="rect">
            <a:avLst/>
          </a:prstGeom>
          <a:noFill/>
          <a:ln>
            <a:noFill/>
          </a:ln>
        </p:spPr>
      </p:pic>
      <p:pic>
        <p:nvPicPr>
          <p:cNvPr id="3418" name="Google Shape;3418;g3e34c58cc36_0_461"/>
          <p:cNvPicPr preferRelativeResize="0"/>
          <p:nvPr/>
        </p:nvPicPr>
        <p:blipFill>
          <a:blip r:embed="rId5">
            <a:alphaModFix/>
          </a:blip>
          <a:stretch>
            <a:fillRect/>
          </a:stretch>
        </p:blipFill>
        <p:spPr>
          <a:xfrm>
            <a:off x="9148087" y="672274"/>
            <a:ext cx="2983800" cy="2728291"/>
          </a:xfrm>
          <a:prstGeom prst="rect">
            <a:avLst/>
          </a:prstGeom>
          <a:noFill/>
          <a:ln>
            <a:noFill/>
          </a:ln>
        </p:spPr>
      </p:pic>
      <p:pic>
        <p:nvPicPr>
          <p:cNvPr id="3419" name="Google Shape;3419;g3e34c58cc36_0_461"/>
          <p:cNvPicPr preferRelativeResize="0"/>
          <p:nvPr/>
        </p:nvPicPr>
        <p:blipFill>
          <a:blip r:embed="rId6">
            <a:alphaModFix/>
          </a:blip>
          <a:stretch>
            <a:fillRect/>
          </a:stretch>
        </p:blipFill>
        <p:spPr>
          <a:xfrm>
            <a:off x="9148087" y="143149"/>
            <a:ext cx="2983802" cy="529125"/>
          </a:xfrm>
          <a:prstGeom prst="rect">
            <a:avLst/>
          </a:prstGeom>
          <a:noFill/>
          <a:ln>
            <a:noFill/>
          </a:ln>
        </p:spPr>
      </p:pic>
      <p:pic>
        <p:nvPicPr>
          <p:cNvPr id="3420" name="Google Shape;3420;g3e34c58cc36_0_461"/>
          <p:cNvPicPr preferRelativeResize="0"/>
          <p:nvPr/>
        </p:nvPicPr>
        <p:blipFill>
          <a:blip r:embed="rId7">
            <a:alphaModFix/>
          </a:blip>
          <a:stretch>
            <a:fillRect/>
          </a:stretch>
        </p:blipFill>
        <p:spPr>
          <a:xfrm>
            <a:off x="3341550" y="1924973"/>
            <a:ext cx="2735650" cy="626900"/>
          </a:xfrm>
          <a:prstGeom prst="rect">
            <a:avLst/>
          </a:prstGeom>
          <a:noFill/>
          <a:ln>
            <a:noFill/>
          </a:ln>
        </p:spPr>
      </p:pic>
      <p:sp>
        <p:nvSpPr>
          <p:cNvPr id="3421" name="Google Shape;3421;g3e34c58cc36_0_461"/>
          <p:cNvSpPr txBox="1"/>
          <p:nvPr/>
        </p:nvSpPr>
        <p:spPr>
          <a:xfrm>
            <a:off x="4050400" y="3497025"/>
            <a:ext cx="4800900" cy="2908800"/>
          </a:xfrm>
          <a:prstGeom prst="rect">
            <a:avLst/>
          </a:prstGeom>
          <a:noFill/>
          <a:ln>
            <a:noFill/>
          </a:ln>
        </p:spPr>
        <p:txBody>
          <a:bodyPr spcFirstLastPara="1" wrap="square" lIns="91425" tIns="91425" rIns="91425" bIns="91425" anchor="t" anchorCtr="0">
            <a:noAutofit/>
          </a:bodyPr>
          <a:lstStyle/>
          <a:p>
            <a:pPr marL="457200" lvl="0" indent="-355600" algn="just" rtl="0">
              <a:spcBef>
                <a:spcPts val="0"/>
              </a:spcBef>
              <a:spcAft>
                <a:spcPts val="0"/>
              </a:spcAft>
              <a:buClr>
                <a:schemeClr val="dk2"/>
              </a:buClr>
              <a:buSzPts val="2000"/>
              <a:buChar char="●"/>
            </a:pPr>
            <a:r>
              <a:rPr lang="en-GB" sz="2000">
                <a:solidFill>
                  <a:schemeClr val="dk2"/>
                </a:solidFill>
              </a:rPr>
              <a:t>Space rings using arc distance which is a function of panel size:</a:t>
            </a:r>
            <a:endParaRPr sz="2000">
              <a:solidFill>
                <a:schemeClr val="dk2"/>
              </a:solidFill>
            </a:endParaRPr>
          </a:p>
          <a:p>
            <a:pPr marL="457200" lvl="0" indent="0" algn="just" rtl="0">
              <a:spcBef>
                <a:spcPts val="0"/>
              </a:spcBef>
              <a:spcAft>
                <a:spcPts val="0"/>
              </a:spcAft>
              <a:buNone/>
            </a:pPr>
            <a:r>
              <a:rPr lang="en-GB" sz="2000">
                <a:solidFill>
                  <a:schemeClr val="dk2"/>
                </a:solidFill>
              </a:rPr>
              <a:t>Angular step:</a:t>
            </a:r>
            <a:endParaRPr sz="2000">
              <a:solidFill>
                <a:schemeClr val="dk2"/>
              </a:solidFill>
            </a:endParaRPr>
          </a:p>
          <a:p>
            <a:pPr marL="457200" lvl="0" indent="0" algn="just" rtl="0">
              <a:spcBef>
                <a:spcPts val="0"/>
              </a:spcBef>
              <a:spcAft>
                <a:spcPts val="0"/>
              </a:spcAft>
              <a:buNone/>
            </a:pPr>
            <a:endParaRPr sz="2000">
              <a:solidFill>
                <a:schemeClr val="dk2"/>
              </a:solidFill>
            </a:endParaRPr>
          </a:p>
          <a:p>
            <a:pPr marL="457200" lvl="0" indent="-355600" algn="just" rtl="0">
              <a:spcBef>
                <a:spcPts val="0"/>
              </a:spcBef>
              <a:spcAft>
                <a:spcPts val="0"/>
              </a:spcAft>
              <a:buClr>
                <a:schemeClr val="dk2"/>
              </a:buClr>
              <a:buSzPts val="2000"/>
              <a:buChar char="●"/>
            </a:pPr>
            <a:r>
              <a:rPr lang="en-GB" sz="2000">
                <a:solidFill>
                  <a:schemeClr val="dk2"/>
                </a:solidFill>
              </a:rPr>
              <a:t>Where k_ring is the ring spacing factor, which is needed to minimize overlap between solar panels.</a:t>
            </a:r>
            <a:endParaRPr sz="2000">
              <a:solidFill>
                <a:schemeClr val="dk2"/>
              </a:solidFill>
            </a:endParaRPr>
          </a:p>
        </p:txBody>
      </p:sp>
      <p:pic>
        <p:nvPicPr>
          <p:cNvPr id="3422" name="Google Shape;3422;g3e34c58cc36_0_461"/>
          <p:cNvPicPr preferRelativeResize="0"/>
          <p:nvPr/>
        </p:nvPicPr>
        <p:blipFill>
          <a:blip r:embed="rId8">
            <a:alphaModFix/>
          </a:blip>
          <a:stretch>
            <a:fillRect/>
          </a:stretch>
        </p:blipFill>
        <p:spPr>
          <a:xfrm>
            <a:off x="6341155" y="4234525"/>
            <a:ext cx="1177303" cy="5291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6"/>
        <p:cNvGrpSpPr/>
        <p:nvPr/>
      </p:nvGrpSpPr>
      <p:grpSpPr>
        <a:xfrm>
          <a:off x="0" y="0"/>
          <a:ext cx="0" cy="0"/>
          <a:chOff x="0" y="0"/>
          <a:chExt cx="0" cy="0"/>
        </a:xfrm>
      </p:grpSpPr>
      <p:grpSp>
        <p:nvGrpSpPr>
          <p:cNvPr id="3427" name="Google Shape;3427;g3e34c58cc36_0_256"/>
          <p:cNvGrpSpPr/>
          <p:nvPr/>
        </p:nvGrpSpPr>
        <p:grpSpPr>
          <a:xfrm>
            <a:off x="721161" y="6216798"/>
            <a:ext cx="961228" cy="381610"/>
            <a:chOff x="2807303" y="2354764"/>
            <a:chExt cx="944974" cy="368527"/>
          </a:xfrm>
        </p:grpSpPr>
        <p:sp>
          <p:nvSpPr>
            <p:cNvPr id="3428" name="Google Shape;3428;g3e34c58cc36_0_256"/>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29" name="Google Shape;3429;g3e34c58cc36_0_256"/>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30" name="Google Shape;3430;g3e34c58cc36_0_256"/>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31" name="Google Shape;3431;g3e34c58cc36_0_256"/>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32" name="Google Shape;3432;g3e34c58cc36_0_256"/>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33" name="Google Shape;3433;g3e34c58cc36_0_256"/>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34" name="Google Shape;3434;g3e34c58cc36_0_256"/>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435" name="Google Shape;3435;g3e34c58cc36_0_256"/>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436" name="Google Shape;3436;g3e34c58cc36_0_256"/>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437" name="Google Shape;3437;g3e34c58cc36_0_256"/>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438" name="Google Shape;3438;g3e34c58cc36_0_256"/>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11</a:t>
            </a:fld>
            <a:endParaRPr/>
          </a:p>
        </p:txBody>
      </p:sp>
      <p:sp>
        <p:nvSpPr>
          <p:cNvPr id="3439" name="Google Shape;3439;g3e34c58cc36_0_256"/>
          <p:cNvSpPr txBox="1"/>
          <p:nvPr/>
        </p:nvSpPr>
        <p:spPr>
          <a:xfrm>
            <a:off x="4346600" y="237925"/>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Solar Panel Layout (2)</a:t>
            </a:r>
            <a:endParaRPr sz="300"/>
          </a:p>
        </p:txBody>
      </p:sp>
      <p:grpSp>
        <p:nvGrpSpPr>
          <p:cNvPr id="3440" name="Google Shape;3440;g3e34c58cc36_0_256"/>
          <p:cNvGrpSpPr/>
          <p:nvPr/>
        </p:nvGrpSpPr>
        <p:grpSpPr>
          <a:xfrm>
            <a:off x="12377595" y="0"/>
            <a:ext cx="3693486" cy="5359349"/>
            <a:chOff x="-3786437" y="0"/>
            <a:chExt cx="3693486" cy="5359349"/>
          </a:xfrm>
        </p:grpSpPr>
        <p:sp>
          <p:nvSpPr>
            <p:cNvPr id="3441" name="Google Shape;3441;g3e34c58cc36_0_256"/>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442" name="Google Shape;3442;g3e34c58cc36_0_256"/>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443" name="Google Shape;3443;g3e34c58cc36_0_256"/>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444" name="Google Shape;3444;g3e34c58cc36_0_256"/>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445" name="Google Shape;3445;g3e34c58cc36_0_256"/>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446" name="Google Shape;3446;g3e34c58cc36_0_256"/>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447" name="Google Shape;3447;g3e34c58cc36_0_256"/>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448" name="Google Shape;3448;g3e34c58cc36_0_256"/>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449" name="Google Shape;3449;g3e34c58cc36_0_256"/>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450" name="Google Shape;3450;g3e34c58cc36_0_256"/>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451" name="Google Shape;3451;g3e34c58cc36_0_256"/>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452" name="Google Shape;3452;g3e34c58cc36_0_256"/>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453" name="Google Shape;3453;g3e34c58cc36_0_256"/>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454" name="Google Shape;3454;g3e34c58cc36_0_256"/>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455" name="Google Shape;3455;g3e34c58cc36_0_256"/>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456" name="Google Shape;3456;g3e34c58cc36_0_256"/>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457" name="Google Shape;3457;g3e34c58cc36_0_256"/>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458" name="Google Shape;3458;g3e34c58cc36_0_256"/>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459" name="Google Shape;3459;g3e34c58cc36_0_256"/>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460" name="Google Shape;3460;g3e34c58cc36_0_256"/>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461" name="Google Shape;3461;g3e34c58cc36_0_256"/>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462" name="Google Shape;3462;g3e34c58cc36_0_256"/>
            <p:cNvGrpSpPr/>
            <p:nvPr/>
          </p:nvGrpSpPr>
          <p:grpSpPr>
            <a:xfrm>
              <a:off x="-376743" y="4400265"/>
              <a:ext cx="283792" cy="283792"/>
              <a:chOff x="-510741" y="5913713"/>
              <a:chExt cx="267652" cy="267652"/>
            </a:xfrm>
          </p:grpSpPr>
          <p:sp>
            <p:nvSpPr>
              <p:cNvPr id="3463" name="Google Shape;3463;g3e34c58cc36_0_256"/>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464" name="Google Shape;3464;g3e34c58cc36_0_256"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465" name="Google Shape;3465;g3e34c58cc36_0_256"/>
            <p:cNvGrpSpPr/>
            <p:nvPr/>
          </p:nvGrpSpPr>
          <p:grpSpPr>
            <a:xfrm>
              <a:off x="-3605416" y="458674"/>
              <a:ext cx="3234613" cy="558894"/>
              <a:chOff x="-3605416" y="458674"/>
              <a:chExt cx="3234613" cy="558894"/>
            </a:xfrm>
          </p:grpSpPr>
          <p:sp>
            <p:nvSpPr>
              <p:cNvPr id="3466" name="Google Shape;3466;g3e34c58cc36_0_256"/>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467" name="Google Shape;3467;g3e34c58cc36_0_256"/>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468" name="Google Shape;3468;g3e34c58cc36_0_256"/>
              <p:cNvGrpSpPr/>
              <p:nvPr/>
            </p:nvGrpSpPr>
            <p:grpSpPr>
              <a:xfrm>
                <a:off x="-3386389" y="830833"/>
                <a:ext cx="139393" cy="109560"/>
                <a:chOff x="-2866744" y="827071"/>
                <a:chExt cx="168654" cy="132575"/>
              </a:xfrm>
            </p:grpSpPr>
            <p:grpSp>
              <p:nvGrpSpPr>
                <p:cNvPr id="3469" name="Google Shape;3469;g3e34c58cc36_0_256"/>
                <p:cNvGrpSpPr/>
                <p:nvPr/>
              </p:nvGrpSpPr>
              <p:grpSpPr>
                <a:xfrm>
                  <a:off x="-2866744" y="827071"/>
                  <a:ext cx="168654" cy="132575"/>
                  <a:chOff x="-2866744" y="827071"/>
                  <a:chExt cx="168654" cy="132575"/>
                </a:xfrm>
              </p:grpSpPr>
              <p:cxnSp>
                <p:nvCxnSpPr>
                  <p:cNvPr id="3470" name="Google Shape;3470;g3e34c58cc36_0_256"/>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71" name="Google Shape;3471;g3e34c58cc36_0_256"/>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72" name="Google Shape;3472;g3e34c58cc36_0_256"/>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73" name="Google Shape;3473;g3e34c58cc36_0_256"/>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74" name="Google Shape;3474;g3e34c58cc36_0_256"/>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475" name="Google Shape;3475;g3e34c58cc36_0_256"/>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476" name="Google Shape;3476;g3e34c58cc36_0_256"/>
              <p:cNvGrpSpPr/>
              <p:nvPr/>
            </p:nvGrpSpPr>
            <p:grpSpPr>
              <a:xfrm>
                <a:off x="-3605416" y="830847"/>
                <a:ext cx="139495" cy="109560"/>
                <a:chOff x="-2866868" y="518074"/>
                <a:chExt cx="168778" cy="132575"/>
              </a:xfrm>
            </p:grpSpPr>
            <p:grpSp>
              <p:nvGrpSpPr>
                <p:cNvPr id="3477" name="Google Shape;3477;g3e34c58cc36_0_256"/>
                <p:cNvGrpSpPr/>
                <p:nvPr/>
              </p:nvGrpSpPr>
              <p:grpSpPr>
                <a:xfrm>
                  <a:off x="-2866744" y="518074"/>
                  <a:ext cx="168654" cy="132575"/>
                  <a:chOff x="-2866744" y="518074"/>
                  <a:chExt cx="168654" cy="132575"/>
                </a:xfrm>
              </p:grpSpPr>
              <p:cxnSp>
                <p:nvCxnSpPr>
                  <p:cNvPr id="3478" name="Google Shape;3478;g3e34c58cc36_0_256"/>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79" name="Google Shape;3479;g3e34c58cc36_0_256"/>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80" name="Google Shape;3480;g3e34c58cc36_0_256"/>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81" name="Google Shape;3481;g3e34c58cc36_0_256"/>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82" name="Google Shape;3482;g3e34c58cc36_0_256"/>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483" name="Google Shape;3483;g3e34c58cc36_0_256"/>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484" name="Google Shape;3484;g3e34c58cc36_0_256"/>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485" name="Google Shape;3485;g3e34c58cc36_0_256"/>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486" name="Google Shape;3486;g3e34c58cc36_0_256"/>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487" name="Google Shape;3487;g3e34c58cc36_0_256"/>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488" name="Google Shape;3488;g3e34c58cc36_0_256"/>
              <p:cNvGrpSpPr/>
              <p:nvPr/>
            </p:nvGrpSpPr>
            <p:grpSpPr>
              <a:xfrm>
                <a:off x="-2916763" y="769168"/>
                <a:ext cx="268800" cy="248400"/>
                <a:chOff x="-2916763" y="769168"/>
                <a:chExt cx="268800" cy="248400"/>
              </a:xfrm>
            </p:grpSpPr>
            <p:sp>
              <p:nvSpPr>
                <p:cNvPr id="3489" name="Google Shape;3489;g3e34c58cc36_0_256"/>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490" name="Google Shape;3490;g3e34c58cc36_0_256"/>
                <p:cNvGrpSpPr/>
                <p:nvPr/>
              </p:nvGrpSpPr>
              <p:grpSpPr>
                <a:xfrm>
                  <a:off x="-2866744" y="827071"/>
                  <a:ext cx="168654" cy="132575"/>
                  <a:chOff x="-2866744" y="827071"/>
                  <a:chExt cx="168654" cy="132575"/>
                </a:xfrm>
              </p:grpSpPr>
              <p:cxnSp>
                <p:nvCxnSpPr>
                  <p:cNvPr id="3491" name="Google Shape;3491;g3e34c58cc36_0_256"/>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92" name="Google Shape;3492;g3e34c58cc36_0_256"/>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93" name="Google Shape;3493;g3e34c58cc36_0_256"/>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94" name="Google Shape;3494;g3e34c58cc36_0_256"/>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495" name="Google Shape;3495;g3e34c58cc36_0_256"/>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496" name="Google Shape;3496;g3e34c58cc36_0_256"/>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497" name="Google Shape;3497;g3e34c58cc36_0_256"/>
              <p:cNvGrpSpPr/>
              <p:nvPr/>
            </p:nvGrpSpPr>
            <p:grpSpPr>
              <a:xfrm>
                <a:off x="-2916763" y="460171"/>
                <a:ext cx="268800" cy="248400"/>
                <a:chOff x="-2916763" y="460171"/>
                <a:chExt cx="268800" cy="248400"/>
              </a:xfrm>
            </p:grpSpPr>
            <p:sp>
              <p:nvSpPr>
                <p:cNvPr id="3498" name="Google Shape;3498;g3e34c58cc36_0_256"/>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499" name="Google Shape;3499;g3e34c58cc36_0_256"/>
                <p:cNvGrpSpPr/>
                <p:nvPr/>
              </p:nvGrpSpPr>
              <p:grpSpPr>
                <a:xfrm>
                  <a:off x="-2866744" y="518074"/>
                  <a:ext cx="168654" cy="132575"/>
                  <a:chOff x="-2866744" y="518074"/>
                  <a:chExt cx="168654" cy="132575"/>
                </a:xfrm>
              </p:grpSpPr>
              <p:cxnSp>
                <p:nvCxnSpPr>
                  <p:cNvPr id="3500" name="Google Shape;3500;g3e34c58cc36_0_256"/>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01" name="Google Shape;3501;g3e34c58cc36_0_256"/>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02" name="Google Shape;3502;g3e34c58cc36_0_256"/>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03" name="Google Shape;3503;g3e34c58cc36_0_256"/>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04" name="Google Shape;3504;g3e34c58cc36_0_256"/>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505" name="Google Shape;3505;g3e34c58cc36_0_256"/>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506" name="Google Shape;3506;g3e34c58cc36_0_256"/>
            <p:cNvGrpSpPr/>
            <p:nvPr/>
          </p:nvGrpSpPr>
          <p:grpSpPr>
            <a:xfrm>
              <a:off x="-938352" y="4662750"/>
              <a:ext cx="627733" cy="576735"/>
              <a:chOff x="-1753862" y="6112775"/>
              <a:chExt cx="759600" cy="697889"/>
            </a:xfrm>
          </p:grpSpPr>
          <p:grpSp>
            <p:nvGrpSpPr>
              <p:cNvPr id="3507" name="Google Shape;3507;g3e34c58cc36_0_256"/>
              <p:cNvGrpSpPr/>
              <p:nvPr/>
            </p:nvGrpSpPr>
            <p:grpSpPr>
              <a:xfrm>
                <a:off x="-1484858" y="6112775"/>
                <a:ext cx="205430" cy="293286"/>
                <a:chOff x="4768" y="2783"/>
                <a:chExt cx="788" cy="1125"/>
              </a:xfrm>
            </p:grpSpPr>
            <p:sp>
              <p:nvSpPr>
                <p:cNvPr id="3508" name="Google Shape;3508;g3e34c58cc36_0_25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509" name="Google Shape;3509;g3e34c58cc36_0_25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510" name="Google Shape;3510;g3e34c58cc36_0_256"/>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511" name="Google Shape;3511;g3e34c58cc36_0_256"/>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
        <p:nvSpPr>
          <p:cNvPr id="3512" name="Google Shape;3512;g3e34c58cc36_0_256"/>
          <p:cNvSpPr txBox="1"/>
          <p:nvPr/>
        </p:nvSpPr>
        <p:spPr>
          <a:xfrm>
            <a:off x="56575" y="747600"/>
            <a:ext cx="11874600" cy="24936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Capacity of each ring calculated using circumference:</a:t>
            </a: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0" marR="0" lvl="0" indent="0" algn="just" rtl="0">
              <a:lnSpc>
                <a:spcPct val="90000"/>
              </a:lnSpc>
              <a:spcBef>
                <a:spcPts val="0"/>
              </a:spcBef>
              <a:spcAft>
                <a:spcPts val="0"/>
              </a:spcAft>
              <a:buNone/>
            </a:pPr>
            <a:r>
              <a:rPr lang="en-GB" sz="2000">
                <a:solidFill>
                  <a:schemeClr val="dk2"/>
                </a:solidFill>
              </a:rPr>
              <a:t>Where s is the side length of the solar panel and k_az is the azimuth spacing factor, which determines how much of the circumference one solar panel uses.</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This factor is set to 1.1 as a default value to minimize overlap between panels on the same ring</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Each panel in the ring gets evenly spaced around circumference to ensure symmetry.</a:t>
            </a:r>
            <a:endParaRPr sz="2000">
              <a:solidFill>
                <a:schemeClr val="dk2"/>
              </a:solidFill>
            </a:endParaRPr>
          </a:p>
        </p:txBody>
      </p:sp>
      <p:pic>
        <p:nvPicPr>
          <p:cNvPr id="3513" name="Google Shape;3513;g3e34c58cc36_0_256"/>
          <p:cNvPicPr preferRelativeResize="0"/>
          <p:nvPr/>
        </p:nvPicPr>
        <p:blipFill>
          <a:blip r:embed="rId3">
            <a:alphaModFix/>
          </a:blip>
          <a:stretch>
            <a:fillRect/>
          </a:stretch>
        </p:blipFill>
        <p:spPr>
          <a:xfrm>
            <a:off x="5229675" y="1134275"/>
            <a:ext cx="1924050" cy="876300"/>
          </a:xfrm>
          <a:prstGeom prst="rect">
            <a:avLst/>
          </a:prstGeom>
          <a:noFill/>
          <a:ln>
            <a:noFill/>
          </a:ln>
        </p:spPr>
      </p:pic>
      <p:sp>
        <p:nvSpPr>
          <p:cNvPr id="3514" name="Google Shape;3514;g3e34c58cc36_0_256"/>
          <p:cNvSpPr txBox="1"/>
          <p:nvPr/>
        </p:nvSpPr>
        <p:spPr>
          <a:xfrm>
            <a:off x="49400" y="3811025"/>
            <a:ext cx="6418200" cy="831300"/>
          </a:xfrm>
          <a:prstGeom prst="rect">
            <a:avLst/>
          </a:prstGeom>
          <a:noFill/>
          <a:ln>
            <a:noFill/>
          </a:ln>
        </p:spPr>
        <p:txBody>
          <a:bodyPr spcFirstLastPara="1" wrap="square" lIns="0" tIns="0" rIns="0" bIns="0" anchor="t" anchorCtr="0">
            <a:spAutoFit/>
          </a:bodyPr>
          <a:lstStyle/>
          <a:p>
            <a:pPr marL="0" marR="0" lvl="0" indent="0" algn="just" rtl="0">
              <a:lnSpc>
                <a:spcPct val="90000"/>
              </a:lnSpc>
              <a:spcBef>
                <a:spcPts val="0"/>
              </a:spcBef>
              <a:spcAft>
                <a:spcPts val="0"/>
              </a:spcAft>
              <a:buNone/>
            </a:pPr>
            <a:r>
              <a:rPr lang="en-GB" sz="2000" b="1">
                <a:solidFill>
                  <a:schemeClr val="dk2"/>
                </a:solidFill>
              </a:rPr>
              <a:t>Panel Orientation:</a:t>
            </a:r>
            <a:endParaRPr sz="2000" b="1">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Panels are rotated so they follow the sphere surface:</a:t>
            </a:r>
            <a:endParaRPr sz="2000">
              <a:solidFill>
                <a:schemeClr val="dk2"/>
              </a:solidFill>
            </a:endParaRPr>
          </a:p>
          <a:p>
            <a:pPr marL="0" marR="0" lvl="0" indent="0" algn="just" rtl="0">
              <a:lnSpc>
                <a:spcPct val="90000"/>
              </a:lnSpc>
              <a:spcBef>
                <a:spcPts val="0"/>
              </a:spcBef>
              <a:spcAft>
                <a:spcPts val="0"/>
              </a:spcAft>
              <a:buNone/>
            </a:pPr>
            <a:endParaRPr sz="2000" b="1">
              <a:solidFill>
                <a:schemeClr val="dk2"/>
              </a:solidFill>
            </a:endParaRPr>
          </a:p>
        </p:txBody>
      </p:sp>
      <p:pic>
        <p:nvPicPr>
          <p:cNvPr id="3515" name="Google Shape;3515;g3e34c58cc36_0_256"/>
          <p:cNvPicPr preferRelativeResize="0"/>
          <p:nvPr/>
        </p:nvPicPr>
        <p:blipFill>
          <a:blip r:embed="rId4">
            <a:alphaModFix/>
          </a:blip>
          <a:stretch>
            <a:fillRect/>
          </a:stretch>
        </p:blipFill>
        <p:spPr>
          <a:xfrm>
            <a:off x="9295000" y="3350675"/>
            <a:ext cx="2771174" cy="1822675"/>
          </a:xfrm>
          <a:prstGeom prst="rect">
            <a:avLst/>
          </a:prstGeom>
          <a:noFill/>
          <a:ln>
            <a:noFill/>
          </a:ln>
        </p:spPr>
      </p:pic>
      <p:pic>
        <p:nvPicPr>
          <p:cNvPr id="3516" name="Google Shape;3516;g3e34c58cc36_0_256"/>
          <p:cNvPicPr preferRelativeResize="0"/>
          <p:nvPr/>
        </p:nvPicPr>
        <p:blipFill>
          <a:blip r:embed="rId5">
            <a:alphaModFix/>
          </a:blip>
          <a:stretch>
            <a:fillRect/>
          </a:stretch>
        </p:blipFill>
        <p:spPr>
          <a:xfrm>
            <a:off x="6524974" y="3350675"/>
            <a:ext cx="2712651" cy="1822676"/>
          </a:xfrm>
          <a:prstGeom prst="rect">
            <a:avLst/>
          </a:prstGeom>
          <a:noFill/>
          <a:ln>
            <a:noFill/>
          </a:ln>
        </p:spPr>
      </p:pic>
      <p:pic>
        <p:nvPicPr>
          <p:cNvPr id="3517" name="Google Shape;3517;g3e34c58cc36_0_256"/>
          <p:cNvPicPr preferRelativeResize="0"/>
          <p:nvPr/>
        </p:nvPicPr>
        <p:blipFill>
          <a:blip r:embed="rId6">
            <a:alphaModFix/>
          </a:blip>
          <a:stretch>
            <a:fillRect/>
          </a:stretch>
        </p:blipFill>
        <p:spPr>
          <a:xfrm>
            <a:off x="2908400" y="4548800"/>
            <a:ext cx="1380675" cy="4873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1"/>
        <p:cNvGrpSpPr/>
        <p:nvPr/>
      </p:nvGrpSpPr>
      <p:grpSpPr>
        <a:xfrm>
          <a:off x="0" y="0"/>
          <a:ext cx="0" cy="0"/>
          <a:chOff x="0" y="0"/>
          <a:chExt cx="0" cy="0"/>
        </a:xfrm>
      </p:grpSpPr>
      <p:grpSp>
        <p:nvGrpSpPr>
          <p:cNvPr id="3522" name="Google Shape;3522;g3e34c58cc36_0_354"/>
          <p:cNvGrpSpPr/>
          <p:nvPr/>
        </p:nvGrpSpPr>
        <p:grpSpPr>
          <a:xfrm>
            <a:off x="721161" y="6216798"/>
            <a:ext cx="961228" cy="381610"/>
            <a:chOff x="2807303" y="2354764"/>
            <a:chExt cx="944974" cy="368527"/>
          </a:xfrm>
        </p:grpSpPr>
        <p:sp>
          <p:nvSpPr>
            <p:cNvPr id="3523" name="Google Shape;3523;g3e34c58cc36_0_354"/>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4" name="Google Shape;3524;g3e34c58cc36_0_354"/>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5" name="Google Shape;3525;g3e34c58cc36_0_354"/>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6" name="Google Shape;3526;g3e34c58cc36_0_354"/>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7" name="Google Shape;3527;g3e34c58cc36_0_354"/>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8" name="Google Shape;3528;g3e34c58cc36_0_354"/>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29" name="Google Shape;3529;g3e34c58cc36_0_354"/>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530" name="Google Shape;3530;g3e34c58cc36_0_354"/>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531" name="Google Shape;3531;g3e34c58cc36_0_354"/>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532" name="Google Shape;3532;g3e34c58cc36_0_354"/>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533" name="Google Shape;3533;g3e34c58cc36_0_354"/>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12</a:t>
            </a:fld>
            <a:endParaRPr/>
          </a:p>
        </p:txBody>
      </p:sp>
      <p:sp>
        <p:nvSpPr>
          <p:cNvPr id="3534" name="Google Shape;3534;g3e34c58cc36_0_354"/>
          <p:cNvSpPr txBox="1"/>
          <p:nvPr/>
        </p:nvSpPr>
        <p:spPr>
          <a:xfrm>
            <a:off x="2894425" y="192550"/>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Solar Panel Performance Calculations</a:t>
            </a:r>
            <a:endParaRPr sz="300"/>
          </a:p>
        </p:txBody>
      </p:sp>
      <p:sp>
        <p:nvSpPr>
          <p:cNvPr id="3535" name="Google Shape;3535;g3e34c58cc36_0_354"/>
          <p:cNvSpPr txBox="1"/>
          <p:nvPr/>
        </p:nvSpPr>
        <p:spPr>
          <a:xfrm>
            <a:off x="279300" y="769127"/>
            <a:ext cx="11822100" cy="22164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Assumptions:</a:t>
            </a:r>
            <a:endParaRPr sz="2000">
              <a:solidFill>
                <a:schemeClr val="dk2"/>
              </a:solidFill>
            </a:endParaRPr>
          </a:p>
          <a:p>
            <a:pPr marL="914400" marR="0" lvl="1" indent="-355600" algn="just" rtl="0">
              <a:lnSpc>
                <a:spcPct val="90000"/>
              </a:lnSpc>
              <a:spcBef>
                <a:spcPts val="0"/>
              </a:spcBef>
              <a:spcAft>
                <a:spcPts val="0"/>
              </a:spcAft>
              <a:buClr>
                <a:schemeClr val="dk2"/>
              </a:buClr>
              <a:buSzPts val="2000"/>
              <a:buChar char="○"/>
            </a:pPr>
            <a:r>
              <a:rPr lang="en-GB" sz="2000">
                <a:solidFill>
                  <a:schemeClr val="dk2"/>
                </a:solidFill>
              </a:rPr>
              <a:t>Solar panels facing the opposite direction of the sun have negligible efficiency - conservative approach</a:t>
            </a:r>
            <a:endParaRPr sz="2000">
              <a:solidFill>
                <a:schemeClr val="dk2"/>
              </a:solidFill>
            </a:endParaRPr>
          </a:p>
          <a:p>
            <a:pPr marL="914400" marR="0" lvl="1" indent="-355600" algn="just" rtl="0">
              <a:lnSpc>
                <a:spcPct val="90000"/>
              </a:lnSpc>
              <a:spcBef>
                <a:spcPts val="0"/>
              </a:spcBef>
              <a:spcAft>
                <a:spcPts val="0"/>
              </a:spcAft>
              <a:buClr>
                <a:schemeClr val="dk2"/>
              </a:buClr>
              <a:buSzPts val="2000"/>
              <a:buChar char="○"/>
            </a:pPr>
            <a:r>
              <a:rPr lang="en-GB" sz="2000">
                <a:solidFill>
                  <a:schemeClr val="dk2"/>
                </a:solidFill>
              </a:rPr>
              <a:t>Solar panels stop generating energy after sun sets below the horizon - conservative approach</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u="sng">
                <a:solidFill>
                  <a:schemeClr val="dk2"/>
                </a:solidFill>
              </a:rPr>
              <a:t>Primary source:</a:t>
            </a:r>
            <a:r>
              <a:rPr lang="en-GB" sz="2000">
                <a:solidFill>
                  <a:schemeClr val="dk2"/>
                </a:solidFill>
              </a:rPr>
              <a:t> Kasten, F. A new table and approximation formula for the relative optimal air mass. Arch. Met. Geoph. Biokl. B. 14, 206–223 (1965). https://doi.org/10.1007/BF02248840</a:t>
            </a:r>
            <a:endParaRPr sz="2000">
              <a:solidFill>
                <a:schemeClr val="dk2"/>
              </a:solidFill>
            </a:endParaRPr>
          </a:p>
          <a:p>
            <a:pPr marL="914400" marR="0" lvl="0" indent="0" algn="just" rtl="0">
              <a:lnSpc>
                <a:spcPct val="90000"/>
              </a:lnSpc>
              <a:spcBef>
                <a:spcPts val="0"/>
              </a:spcBef>
              <a:spcAft>
                <a:spcPts val="0"/>
              </a:spcAft>
              <a:buNone/>
            </a:pP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Lambert cosine law: </a:t>
            </a:r>
            <a:endParaRPr sz="2000">
              <a:solidFill>
                <a:schemeClr val="dk2"/>
              </a:solidFill>
            </a:endParaRPr>
          </a:p>
        </p:txBody>
      </p:sp>
      <p:grpSp>
        <p:nvGrpSpPr>
          <p:cNvPr id="3536" name="Google Shape;3536;g3e34c58cc36_0_354"/>
          <p:cNvGrpSpPr/>
          <p:nvPr/>
        </p:nvGrpSpPr>
        <p:grpSpPr>
          <a:xfrm>
            <a:off x="12377595" y="0"/>
            <a:ext cx="3693486" cy="5359349"/>
            <a:chOff x="-3786437" y="0"/>
            <a:chExt cx="3693486" cy="5359349"/>
          </a:xfrm>
        </p:grpSpPr>
        <p:sp>
          <p:nvSpPr>
            <p:cNvPr id="3537" name="Google Shape;3537;g3e34c58cc36_0_354"/>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538" name="Google Shape;3538;g3e34c58cc36_0_354"/>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539" name="Google Shape;3539;g3e34c58cc36_0_354"/>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540" name="Google Shape;3540;g3e34c58cc36_0_354"/>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541" name="Google Shape;3541;g3e34c58cc36_0_354"/>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542" name="Google Shape;3542;g3e34c58cc36_0_354"/>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543" name="Google Shape;3543;g3e34c58cc36_0_354"/>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544" name="Google Shape;3544;g3e34c58cc36_0_354"/>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545" name="Google Shape;3545;g3e34c58cc36_0_354"/>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546" name="Google Shape;3546;g3e34c58cc36_0_354"/>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547" name="Google Shape;3547;g3e34c58cc36_0_354"/>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548" name="Google Shape;3548;g3e34c58cc36_0_354"/>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549" name="Google Shape;3549;g3e34c58cc36_0_354"/>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550" name="Google Shape;3550;g3e34c58cc36_0_354"/>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551" name="Google Shape;3551;g3e34c58cc36_0_354"/>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552" name="Google Shape;3552;g3e34c58cc36_0_354"/>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553" name="Google Shape;3553;g3e34c58cc36_0_354"/>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554" name="Google Shape;3554;g3e34c58cc36_0_354"/>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555" name="Google Shape;3555;g3e34c58cc36_0_354"/>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556" name="Google Shape;3556;g3e34c58cc36_0_354"/>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557" name="Google Shape;3557;g3e34c58cc36_0_354"/>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558" name="Google Shape;3558;g3e34c58cc36_0_354"/>
            <p:cNvGrpSpPr/>
            <p:nvPr/>
          </p:nvGrpSpPr>
          <p:grpSpPr>
            <a:xfrm>
              <a:off x="-376743" y="4400265"/>
              <a:ext cx="283792" cy="283792"/>
              <a:chOff x="-510741" y="5913713"/>
              <a:chExt cx="267652" cy="267652"/>
            </a:xfrm>
          </p:grpSpPr>
          <p:sp>
            <p:nvSpPr>
              <p:cNvPr id="3559" name="Google Shape;3559;g3e34c58cc36_0_354"/>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560" name="Google Shape;3560;g3e34c58cc36_0_354"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561" name="Google Shape;3561;g3e34c58cc36_0_354"/>
            <p:cNvGrpSpPr/>
            <p:nvPr/>
          </p:nvGrpSpPr>
          <p:grpSpPr>
            <a:xfrm>
              <a:off x="-3605416" y="458674"/>
              <a:ext cx="3234613" cy="558894"/>
              <a:chOff x="-3605416" y="458674"/>
              <a:chExt cx="3234613" cy="558894"/>
            </a:xfrm>
          </p:grpSpPr>
          <p:sp>
            <p:nvSpPr>
              <p:cNvPr id="3562" name="Google Shape;3562;g3e34c58cc36_0_354"/>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563" name="Google Shape;3563;g3e34c58cc36_0_354"/>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564" name="Google Shape;3564;g3e34c58cc36_0_354"/>
              <p:cNvGrpSpPr/>
              <p:nvPr/>
            </p:nvGrpSpPr>
            <p:grpSpPr>
              <a:xfrm>
                <a:off x="-3386389" y="830833"/>
                <a:ext cx="139393" cy="109560"/>
                <a:chOff x="-2866744" y="827071"/>
                <a:chExt cx="168654" cy="132575"/>
              </a:xfrm>
            </p:grpSpPr>
            <p:grpSp>
              <p:nvGrpSpPr>
                <p:cNvPr id="3565" name="Google Shape;3565;g3e34c58cc36_0_354"/>
                <p:cNvGrpSpPr/>
                <p:nvPr/>
              </p:nvGrpSpPr>
              <p:grpSpPr>
                <a:xfrm>
                  <a:off x="-2866744" y="827071"/>
                  <a:ext cx="168654" cy="132575"/>
                  <a:chOff x="-2866744" y="827071"/>
                  <a:chExt cx="168654" cy="132575"/>
                </a:xfrm>
              </p:grpSpPr>
              <p:cxnSp>
                <p:nvCxnSpPr>
                  <p:cNvPr id="3566" name="Google Shape;3566;g3e34c58cc36_0_354"/>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67" name="Google Shape;3567;g3e34c58cc36_0_354"/>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68" name="Google Shape;3568;g3e34c58cc36_0_354"/>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69" name="Google Shape;3569;g3e34c58cc36_0_354"/>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70" name="Google Shape;3570;g3e34c58cc36_0_354"/>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571" name="Google Shape;3571;g3e34c58cc36_0_354"/>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572" name="Google Shape;3572;g3e34c58cc36_0_354"/>
              <p:cNvGrpSpPr/>
              <p:nvPr/>
            </p:nvGrpSpPr>
            <p:grpSpPr>
              <a:xfrm>
                <a:off x="-3605416" y="830847"/>
                <a:ext cx="139495" cy="109560"/>
                <a:chOff x="-2866868" y="518074"/>
                <a:chExt cx="168778" cy="132575"/>
              </a:xfrm>
            </p:grpSpPr>
            <p:grpSp>
              <p:nvGrpSpPr>
                <p:cNvPr id="3573" name="Google Shape;3573;g3e34c58cc36_0_354"/>
                <p:cNvGrpSpPr/>
                <p:nvPr/>
              </p:nvGrpSpPr>
              <p:grpSpPr>
                <a:xfrm>
                  <a:off x="-2866744" y="518074"/>
                  <a:ext cx="168654" cy="132575"/>
                  <a:chOff x="-2866744" y="518074"/>
                  <a:chExt cx="168654" cy="132575"/>
                </a:xfrm>
              </p:grpSpPr>
              <p:cxnSp>
                <p:nvCxnSpPr>
                  <p:cNvPr id="3574" name="Google Shape;3574;g3e34c58cc36_0_354"/>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75" name="Google Shape;3575;g3e34c58cc36_0_354"/>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76" name="Google Shape;3576;g3e34c58cc36_0_354"/>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77" name="Google Shape;3577;g3e34c58cc36_0_354"/>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78" name="Google Shape;3578;g3e34c58cc36_0_354"/>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579" name="Google Shape;3579;g3e34c58cc36_0_354"/>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580" name="Google Shape;3580;g3e34c58cc36_0_354"/>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581" name="Google Shape;3581;g3e34c58cc36_0_354"/>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582" name="Google Shape;3582;g3e34c58cc36_0_354"/>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583" name="Google Shape;3583;g3e34c58cc36_0_354"/>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584" name="Google Shape;3584;g3e34c58cc36_0_354"/>
              <p:cNvGrpSpPr/>
              <p:nvPr/>
            </p:nvGrpSpPr>
            <p:grpSpPr>
              <a:xfrm>
                <a:off x="-2916763" y="769168"/>
                <a:ext cx="268800" cy="248400"/>
                <a:chOff x="-2916763" y="769168"/>
                <a:chExt cx="268800" cy="248400"/>
              </a:xfrm>
            </p:grpSpPr>
            <p:sp>
              <p:nvSpPr>
                <p:cNvPr id="3585" name="Google Shape;3585;g3e34c58cc36_0_354"/>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586" name="Google Shape;3586;g3e34c58cc36_0_354"/>
                <p:cNvGrpSpPr/>
                <p:nvPr/>
              </p:nvGrpSpPr>
              <p:grpSpPr>
                <a:xfrm>
                  <a:off x="-2866744" y="827071"/>
                  <a:ext cx="168654" cy="132575"/>
                  <a:chOff x="-2866744" y="827071"/>
                  <a:chExt cx="168654" cy="132575"/>
                </a:xfrm>
              </p:grpSpPr>
              <p:cxnSp>
                <p:nvCxnSpPr>
                  <p:cNvPr id="3587" name="Google Shape;3587;g3e34c58cc36_0_354"/>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88" name="Google Shape;3588;g3e34c58cc36_0_354"/>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89" name="Google Shape;3589;g3e34c58cc36_0_354"/>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90" name="Google Shape;3590;g3e34c58cc36_0_354"/>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91" name="Google Shape;3591;g3e34c58cc36_0_354"/>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592" name="Google Shape;3592;g3e34c58cc36_0_354"/>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593" name="Google Shape;3593;g3e34c58cc36_0_354"/>
              <p:cNvGrpSpPr/>
              <p:nvPr/>
            </p:nvGrpSpPr>
            <p:grpSpPr>
              <a:xfrm>
                <a:off x="-2916763" y="460171"/>
                <a:ext cx="268800" cy="248400"/>
                <a:chOff x="-2916763" y="460171"/>
                <a:chExt cx="268800" cy="248400"/>
              </a:xfrm>
            </p:grpSpPr>
            <p:sp>
              <p:nvSpPr>
                <p:cNvPr id="3594" name="Google Shape;3594;g3e34c58cc36_0_354"/>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595" name="Google Shape;3595;g3e34c58cc36_0_354"/>
                <p:cNvGrpSpPr/>
                <p:nvPr/>
              </p:nvGrpSpPr>
              <p:grpSpPr>
                <a:xfrm>
                  <a:off x="-2866744" y="518074"/>
                  <a:ext cx="168654" cy="132575"/>
                  <a:chOff x="-2866744" y="518074"/>
                  <a:chExt cx="168654" cy="132575"/>
                </a:xfrm>
              </p:grpSpPr>
              <p:cxnSp>
                <p:nvCxnSpPr>
                  <p:cNvPr id="3596" name="Google Shape;3596;g3e34c58cc36_0_354"/>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97" name="Google Shape;3597;g3e34c58cc36_0_354"/>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98" name="Google Shape;3598;g3e34c58cc36_0_354"/>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599" name="Google Shape;3599;g3e34c58cc36_0_354"/>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600" name="Google Shape;3600;g3e34c58cc36_0_354"/>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601" name="Google Shape;3601;g3e34c58cc36_0_354"/>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602" name="Google Shape;3602;g3e34c58cc36_0_354"/>
            <p:cNvGrpSpPr/>
            <p:nvPr/>
          </p:nvGrpSpPr>
          <p:grpSpPr>
            <a:xfrm>
              <a:off x="-938352" y="4662750"/>
              <a:ext cx="627733" cy="576735"/>
              <a:chOff x="-1753862" y="6112775"/>
              <a:chExt cx="759600" cy="697889"/>
            </a:xfrm>
          </p:grpSpPr>
          <p:grpSp>
            <p:nvGrpSpPr>
              <p:cNvPr id="3603" name="Google Shape;3603;g3e34c58cc36_0_354"/>
              <p:cNvGrpSpPr/>
              <p:nvPr/>
            </p:nvGrpSpPr>
            <p:grpSpPr>
              <a:xfrm>
                <a:off x="-1484858" y="6112775"/>
                <a:ext cx="205430" cy="293286"/>
                <a:chOff x="4768" y="2783"/>
                <a:chExt cx="788" cy="1125"/>
              </a:xfrm>
            </p:grpSpPr>
            <p:sp>
              <p:nvSpPr>
                <p:cNvPr id="3604" name="Google Shape;3604;g3e34c58cc36_0_354"/>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605" name="Google Shape;3605;g3e34c58cc36_0_354"/>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606" name="Google Shape;3606;g3e34c58cc36_0_354"/>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607" name="Google Shape;3607;g3e34c58cc36_0_354"/>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
        <p:nvSpPr>
          <p:cNvPr id="3608" name="Google Shape;3608;g3e34c58cc36_0_354"/>
          <p:cNvSpPr txBox="1"/>
          <p:nvPr/>
        </p:nvSpPr>
        <p:spPr>
          <a:xfrm>
            <a:off x="279300" y="3413325"/>
            <a:ext cx="11527200" cy="277200"/>
          </a:xfrm>
          <a:prstGeom prst="rect">
            <a:avLst/>
          </a:prstGeom>
          <a:noFill/>
          <a:ln>
            <a:noFill/>
          </a:ln>
        </p:spPr>
        <p:txBody>
          <a:bodyPr spcFirstLastPara="1" wrap="square" lIns="0" tIns="0" rIns="0" bIns="0" anchor="t" anchorCtr="0">
            <a:spAutoFit/>
          </a:bodyPr>
          <a:lstStyle/>
          <a:p>
            <a:pPr marL="457200" marR="0" lvl="0" indent="0" algn="just" rtl="0">
              <a:lnSpc>
                <a:spcPct val="90000"/>
              </a:lnSpc>
              <a:spcBef>
                <a:spcPts val="0"/>
              </a:spcBef>
              <a:spcAft>
                <a:spcPts val="0"/>
              </a:spcAft>
              <a:buNone/>
            </a:pPr>
            <a:endParaRPr sz="2000">
              <a:solidFill>
                <a:schemeClr val="dk2"/>
              </a:solidFill>
            </a:endParaRPr>
          </a:p>
        </p:txBody>
      </p:sp>
      <p:pic>
        <p:nvPicPr>
          <p:cNvPr id="3609" name="Google Shape;3609;g3e34c58cc36_0_354"/>
          <p:cNvPicPr preferRelativeResize="0"/>
          <p:nvPr/>
        </p:nvPicPr>
        <p:blipFill>
          <a:blip r:embed="rId3">
            <a:alphaModFix/>
          </a:blip>
          <a:stretch>
            <a:fillRect/>
          </a:stretch>
        </p:blipFill>
        <p:spPr>
          <a:xfrm>
            <a:off x="3086575" y="2642000"/>
            <a:ext cx="1308346" cy="400200"/>
          </a:xfrm>
          <a:prstGeom prst="rect">
            <a:avLst/>
          </a:prstGeom>
          <a:noFill/>
          <a:ln>
            <a:noFill/>
          </a:ln>
        </p:spPr>
      </p:pic>
      <p:sp>
        <p:nvSpPr>
          <p:cNvPr id="3610" name="Google Shape;3610;g3e34c58cc36_0_354"/>
          <p:cNvSpPr txBox="1"/>
          <p:nvPr/>
        </p:nvSpPr>
        <p:spPr>
          <a:xfrm>
            <a:off x="279300" y="3360614"/>
            <a:ext cx="11822100" cy="24936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Optimal airmass: </a:t>
            </a:r>
            <a:endParaRPr sz="2000">
              <a:solidFill>
                <a:schemeClr val="dk2"/>
              </a:solidFill>
            </a:endParaRPr>
          </a:p>
          <a:p>
            <a:pPr marL="0" marR="0" lvl="0" indent="0" algn="just" rtl="0">
              <a:lnSpc>
                <a:spcPct val="90000"/>
              </a:lnSpc>
              <a:spcBef>
                <a:spcPts val="0"/>
              </a:spcBef>
              <a:spcAft>
                <a:spcPts val="0"/>
              </a:spcAft>
              <a:buNone/>
            </a:pP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clear-sky Direct Normal Irradiance model (simplified):</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Uses the Beer-Lambert Law</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Standard clear-sky DNI constant at sea level = 950 W/m2 </a:t>
            </a:r>
            <a:endParaRPr sz="2000">
              <a:solidFill>
                <a:schemeClr val="dk2"/>
              </a:solidFill>
            </a:endParaRPr>
          </a:p>
          <a:p>
            <a:pPr marL="914400" marR="0" lvl="1" indent="-355600" algn="just" rtl="0">
              <a:lnSpc>
                <a:spcPct val="90000"/>
              </a:lnSpc>
              <a:spcBef>
                <a:spcPts val="0"/>
              </a:spcBef>
              <a:spcAft>
                <a:spcPts val="0"/>
              </a:spcAft>
              <a:buClr>
                <a:schemeClr val="dk2"/>
              </a:buClr>
              <a:buSzPts val="2000"/>
              <a:buChar char="○"/>
            </a:pPr>
            <a:r>
              <a:rPr lang="en-GB" sz="2000">
                <a:solidFill>
                  <a:schemeClr val="dk2"/>
                </a:solidFill>
              </a:rPr>
              <a:t>Replaced with 730 for a more conservative design and to simplify cloudiness modelling. Has to be replaced with an irradiance factor to be more accurate. </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Instantaneous power: </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Not modelled: Temperature derating; Degradation/Soiling</a:t>
            </a:r>
            <a:endParaRPr sz="2000">
              <a:solidFill>
                <a:schemeClr val="dk2"/>
              </a:solidFill>
            </a:endParaRPr>
          </a:p>
        </p:txBody>
      </p:sp>
      <p:pic>
        <p:nvPicPr>
          <p:cNvPr id="3611" name="Google Shape;3611;g3e34c58cc36_0_354"/>
          <p:cNvPicPr preferRelativeResize="0"/>
          <p:nvPr/>
        </p:nvPicPr>
        <p:blipFill>
          <a:blip r:embed="rId4">
            <a:alphaModFix/>
          </a:blip>
          <a:stretch>
            <a:fillRect/>
          </a:stretch>
        </p:blipFill>
        <p:spPr>
          <a:xfrm>
            <a:off x="2726425" y="3305863"/>
            <a:ext cx="1160025" cy="492125"/>
          </a:xfrm>
          <a:prstGeom prst="rect">
            <a:avLst/>
          </a:prstGeom>
          <a:noFill/>
          <a:ln>
            <a:noFill/>
          </a:ln>
        </p:spPr>
      </p:pic>
      <p:pic>
        <p:nvPicPr>
          <p:cNvPr id="3612" name="Google Shape;3612;g3e34c58cc36_0_354"/>
          <p:cNvPicPr preferRelativeResize="0"/>
          <p:nvPr/>
        </p:nvPicPr>
        <p:blipFill>
          <a:blip r:embed="rId5">
            <a:alphaModFix/>
          </a:blip>
          <a:stretch>
            <a:fillRect/>
          </a:stretch>
        </p:blipFill>
        <p:spPr>
          <a:xfrm>
            <a:off x="6831250" y="3914725"/>
            <a:ext cx="4762918" cy="277200"/>
          </a:xfrm>
          <a:prstGeom prst="rect">
            <a:avLst/>
          </a:prstGeom>
          <a:noFill/>
          <a:ln>
            <a:noFill/>
          </a:ln>
        </p:spPr>
      </p:pic>
      <p:pic>
        <p:nvPicPr>
          <p:cNvPr id="3613" name="Google Shape;3613;g3e34c58cc36_0_354"/>
          <p:cNvPicPr preferRelativeResize="0"/>
          <p:nvPr/>
        </p:nvPicPr>
        <p:blipFill>
          <a:blip r:embed="rId6">
            <a:alphaModFix/>
          </a:blip>
          <a:stretch>
            <a:fillRect/>
          </a:stretch>
        </p:blipFill>
        <p:spPr>
          <a:xfrm>
            <a:off x="3248000" y="5266400"/>
            <a:ext cx="3739275" cy="323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17"/>
        <p:cNvGrpSpPr/>
        <p:nvPr/>
      </p:nvGrpSpPr>
      <p:grpSpPr>
        <a:xfrm>
          <a:off x="0" y="0"/>
          <a:ext cx="0" cy="0"/>
          <a:chOff x="0" y="0"/>
          <a:chExt cx="0" cy="0"/>
        </a:xfrm>
      </p:grpSpPr>
      <p:sp>
        <p:nvSpPr>
          <p:cNvPr id="3618" name="Google Shape;3618;g3e34c58cc36_0_676"/>
          <p:cNvSpPr txBox="1">
            <a:spLocks noGrp="1"/>
          </p:cNvSpPr>
          <p:nvPr>
            <p:ph type="title"/>
          </p:nvPr>
        </p:nvSpPr>
        <p:spPr>
          <a:xfrm>
            <a:off x="0" y="-429019"/>
            <a:ext cx="1782600" cy="5541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Chapter | dark mode</a:t>
            </a:r>
            <a:endParaRPr/>
          </a:p>
        </p:txBody>
      </p:sp>
      <p:sp>
        <p:nvSpPr>
          <p:cNvPr id="3619" name="Google Shape;3619;g3e34c58cc36_0_676"/>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620" name="Google Shape;3620;g3e34c58cc36_0_676"/>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13</a:t>
            </a:fld>
            <a:endParaRPr/>
          </a:p>
        </p:txBody>
      </p:sp>
      <p:sp>
        <p:nvSpPr>
          <p:cNvPr id="3621" name="Google Shape;3621;g3e34c58cc36_0_676"/>
          <p:cNvSpPr/>
          <p:nvPr/>
        </p:nvSpPr>
        <p:spPr>
          <a:xfrm>
            <a:off x="3818238" y="719138"/>
            <a:ext cx="7651500" cy="5281500"/>
          </a:xfrm>
          <a:prstGeom prst="rect">
            <a:avLst/>
          </a:prstGeom>
          <a:solidFill>
            <a:schemeClr val="accent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grpSp>
        <p:nvGrpSpPr>
          <p:cNvPr id="3622" name="Google Shape;3622;g3e34c58cc36_0_676"/>
          <p:cNvGrpSpPr/>
          <p:nvPr/>
        </p:nvGrpSpPr>
        <p:grpSpPr>
          <a:xfrm>
            <a:off x="719133" y="1565265"/>
            <a:ext cx="4005866" cy="2251643"/>
            <a:chOff x="719138" y="1565275"/>
            <a:chExt cx="5349000" cy="3006600"/>
          </a:xfrm>
        </p:grpSpPr>
        <p:sp>
          <p:nvSpPr>
            <p:cNvPr id="3623" name="Google Shape;3623;g3e34c58cc36_0_676"/>
            <p:cNvSpPr/>
            <p:nvPr/>
          </p:nvSpPr>
          <p:spPr>
            <a:xfrm>
              <a:off x="719138" y="1565275"/>
              <a:ext cx="5349000" cy="30066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624" name="Google Shape;3624;g3e34c58cc36_0_676"/>
            <p:cNvSpPr/>
            <p:nvPr/>
          </p:nvSpPr>
          <p:spPr>
            <a:xfrm>
              <a:off x="719138" y="1565275"/>
              <a:ext cx="5338704" cy="3000375"/>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grpSp>
      <p:sp>
        <p:nvSpPr>
          <p:cNvPr id="3625" name="Google Shape;3625;g3e34c58cc36_0_676"/>
          <p:cNvSpPr txBox="1"/>
          <p:nvPr/>
        </p:nvSpPr>
        <p:spPr>
          <a:xfrm>
            <a:off x="5288058" y="2190058"/>
            <a:ext cx="5288700" cy="23397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accent1"/>
              </a:buClr>
              <a:buSzPts val="5760"/>
              <a:buFont typeface="Arial"/>
              <a:buNone/>
            </a:pPr>
            <a:r>
              <a:rPr lang="en-GB" sz="4800" b="1">
                <a:solidFill>
                  <a:schemeClr val="lt1"/>
                </a:solidFill>
              </a:rPr>
              <a:t>Propulsion System Sizing and Distribution</a:t>
            </a:r>
            <a:endParaRPr/>
          </a:p>
        </p:txBody>
      </p:sp>
      <p:sp>
        <p:nvSpPr>
          <p:cNvPr id="3626" name="Google Shape;3626;g3e34c58cc36_0_676"/>
          <p:cNvSpPr txBox="1"/>
          <p:nvPr/>
        </p:nvSpPr>
        <p:spPr>
          <a:xfrm>
            <a:off x="1467775" y="2026350"/>
            <a:ext cx="1938600" cy="14223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accent1"/>
              </a:buClr>
              <a:buSzPts val="11520"/>
              <a:buFont typeface="Arial"/>
              <a:buNone/>
            </a:pPr>
            <a:r>
              <a:rPr lang="en-GB" sz="9600" b="0" i="0" cap="none">
                <a:solidFill>
                  <a:schemeClr val="lt1"/>
                </a:solidFill>
                <a:latin typeface="Arial"/>
                <a:ea typeface="Arial"/>
                <a:cs typeface="Arial"/>
                <a:sym typeface="Arial"/>
              </a:rPr>
              <a:t>0</a:t>
            </a:r>
            <a:r>
              <a:rPr lang="en-GB" sz="9600">
                <a:solidFill>
                  <a:schemeClr val="lt1"/>
                </a:solidFill>
              </a:rPr>
              <a:t>3</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30"/>
        <p:cNvGrpSpPr/>
        <p:nvPr/>
      </p:nvGrpSpPr>
      <p:grpSpPr>
        <a:xfrm>
          <a:off x="0" y="0"/>
          <a:ext cx="0" cy="0"/>
          <a:chOff x="0" y="0"/>
          <a:chExt cx="0" cy="0"/>
        </a:xfrm>
      </p:grpSpPr>
      <p:sp>
        <p:nvSpPr>
          <p:cNvPr id="3631" name="Google Shape;3631;g3dc3dab8585_0_56"/>
          <p:cNvSpPr txBox="1">
            <a:spLocks noGrp="1"/>
          </p:cNvSpPr>
          <p:nvPr>
            <p:ph type="title"/>
          </p:nvPr>
        </p:nvSpPr>
        <p:spPr>
          <a:xfrm>
            <a:off x="0" y="-429019"/>
            <a:ext cx="11799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Quote</a:t>
            </a:r>
            <a:endParaRPr/>
          </a:p>
        </p:txBody>
      </p:sp>
      <p:sp>
        <p:nvSpPr>
          <p:cNvPr id="3632" name="Google Shape;3632;g3dc3dab8585_0_56"/>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633" name="Google Shape;3633;g3dc3dab8585_0_56"/>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14</a:t>
            </a:fld>
            <a:endParaRPr/>
          </a:p>
        </p:txBody>
      </p:sp>
      <p:sp>
        <p:nvSpPr>
          <p:cNvPr id="3634" name="Google Shape;3634;g3dc3dab8585_0_56"/>
          <p:cNvSpPr txBox="1"/>
          <p:nvPr/>
        </p:nvSpPr>
        <p:spPr>
          <a:xfrm>
            <a:off x="667513" y="5024850"/>
            <a:ext cx="5051100" cy="1087500"/>
          </a:xfrm>
          <a:prstGeom prst="rect">
            <a:avLst/>
          </a:prstGeom>
          <a:solidFill>
            <a:srgbClr val="0076C2"/>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635" name="Google Shape;3635;g3dc3dab8585_0_56"/>
          <p:cNvSpPr txBox="1"/>
          <p:nvPr/>
        </p:nvSpPr>
        <p:spPr>
          <a:xfrm>
            <a:off x="667525" y="1046175"/>
            <a:ext cx="5051100" cy="1847100"/>
          </a:xfrm>
          <a:prstGeom prst="rect">
            <a:avLst/>
          </a:prstGeom>
          <a:solidFill>
            <a:schemeClr val="accent1"/>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636" name="Google Shape;3636;g3dc3dab8585_0_56"/>
          <p:cNvSpPr txBox="1"/>
          <p:nvPr/>
        </p:nvSpPr>
        <p:spPr>
          <a:xfrm>
            <a:off x="719150" y="418625"/>
            <a:ext cx="72882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500" b="1">
                <a:solidFill>
                  <a:schemeClr val="dk2"/>
                </a:solidFill>
              </a:rPr>
              <a:t>Design Variables</a:t>
            </a:r>
            <a:endParaRPr sz="2500" b="1">
              <a:solidFill>
                <a:schemeClr val="dk2"/>
              </a:solidFill>
            </a:endParaRPr>
          </a:p>
        </p:txBody>
      </p:sp>
      <p:sp>
        <p:nvSpPr>
          <p:cNvPr id="3637" name="Google Shape;3637;g3dc3dab8585_0_56"/>
          <p:cNvSpPr txBox="1"/>
          <p:nvPr/>
        </p:nvSpPr>
        <p:spPr>
          <a:xfrm>
            <a:off x="732025" y="1084223"/>
            <a:ext cx="4922100" cy="1847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Distribution</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6 propulsion units: 2 for longitudinal (forward/reverse) motion, 4 for vertical (up/down) control </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Position from the equator can be controlled</a:t>
            </a:r>
            <a:endParaRPr sz="2000">
              <a:solidFill>
                <a:schemeClr val="lt1"/>
              </a:solidFill>
            </a:endParaRPr>
          </a:p>
        </p:txBody>
      </p:sp>
      <p:sp>
        <p:nvSpPr>
          <p:cNvPr id="3638" name="Google Shape;3638;g3dc3dab8585_0_56"/>
          <p:cNvSpPr txBox="1"/>
          <p:nvPr/>
        </p:nvSpPr>
        <p:spPr>
          <a:xfrm>
            <a:off x="847675" y="5189825"/>
            <a:ext cx="4922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Motor Performance characteristics</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User-defined.</a:t>
            </a:r>
            <a:endParaRPr sz="2000">
              <a:solidFill>
                <a:schemeClr val="lt1"/>
              </a:solidFill>
            </a:endParaRPr>
          </a:p>
        </p:txBody>
      </p:sp>
      <p:pic>
        <p:nvPicPr>
          <p:cNvPr id="3639" name="Google Shape;3639;g3dc3dab8585_0_56"/>
          <p:cNvPicPr preferRelativeResize="0"/>
          <p:nvPr/>
        </p:nvPicPr>
        <p:blipFill>
          <a:blip r:embed="rId3">
            <a:alphaModFix/>
          </a:blip>
          <a:stretch>
            <a:fillRect/>
          </a:stretch>
        </p:blipFill>
        <p:spPr>
          <a:xfrm>
            <a:off x="7655925" y="366812"/>
            <a:ext cx="2911500" cy="2776522"/>
          </a:xfrm>
          <a:prstGeom prst="rect">
            <a:avLst/>
          </a:prstGeom>
          <a:noFill/>
          <a:ln>
            <a:noFill/>
          </a:ln>
        </p:spPr>
      </p:pic>
      <p:pic>
        <p:nvPicPr>
          <p:cNvPr id="3640" name="Google Shape;3640;g3dc3dab8585_0_56"/>
          <p:cNvPicPr preferRelativeResize="0"/>
          <p:nvPr/>
        </p:nvPicPr>
        <p:blipFill>
          <a:blip r:embed="rId4">
            <a:alphaModFix/>
          </a:blip>
          <a:stretch>
            <a:fillRect/>
          </a:stretch>
        </p:blipFill>
        <p:spPr>
          <a:xfrm>
            <a:off x="5881826" y="3248247"/>
            <a:ext cx="2911499" cy="2752502"/>
          </a:xfrm>
          <a:prstGeom prst="rect">
            <a:avLst/>
          </a:prstGeom>
          <a:noFill/>
          <a:ln>
            <a:noFill/>
          </a:ln>
        </p:spPr>
      </p:pic>
      <p:pic>
        <p:nvPicPr>
          <p:cNvPr id="3641" name="Google Shape;3641;g3dc3dab8585_0_56"/>
          <p:cNvPicPr preferRelativeResize="0"/>
          <p:nvPr/>
        </p:nvPicPr>
        <p:blipFill rotWithShape="1">
          <a:blip r:embed="rId5">
            <a:alphaModFix/>
          </a:blip>
          <a:srcRect r="5616"/>
          <a:stretch/>
        </p:blipFill>
        <p:spPr>
          <a:xfrm>
            <a:off x="8854201" y="3248250"/>
            <a:ext cx="3293059" cy="2752501"/>
          </a:xfrm>
          <a:prstGeom prst="rect">
            <a:avLst/>
          </a:prstGeom>
          <a:noFill/>
          <a:ln>
            <a:noFill/>
          </a:ln>
        </p:spPr>
      </p:pic>
      <p:sp>
        <p:nvSpPr>
          <p:cNvPr id="3642" name="Google Shape;3642;g3dc3dab8585_0_56"/>
          <p:cNvSpPr txBox="1"/>
          <p:nvPr/>
        </p:nvSpPr>
        <p:spPr>
          <a:xfrm>
            <a:off x="667525" y="3027525"/>
            <a:ext cx="5102400" cy="1898700"/>
          </a:xfrm>
          <a:prstGeom prst="rect">
            <a:avLst/>
          </a:prstGeom>
          <a:solidFill>
            <a:srgbClr val="00B8C8"/>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643" name="Google Shape;3643;g3dc3dab8585_0_56"/>
          <p:cNvSpPr txBox="1"/>
          <p:nvPr/>
        </p:nvSpPr>
        <p:spPr>
          <a:xfrm>
            <a:off x="732025" y="3174113"/>
            <a:ext cx="4922100" cy="1847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Propeller Geometry</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User-defined/Optimized (only longitudinal)</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Radius</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Number of blades</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Chord and Twist spanwise distribution </a:t>
            </a:r>
            <a:endParaRPr sz="2000">
              <a:solidFill>
                <a:schemeClr val="lt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47"/>
        <p:cNvGrpSpPr/>
        <p:nvPr/>
      </p:nvGrpSpPr>
      <p:grpSpPr>
        <a:xfrm>
          <a:off x="0" y="0"/>
          <a:ext cx="0" cy="0"/>
          <a:chOff x="0" y="0"/>
          <a:chExt cx="0" cy="0"/>
        </a:xfrm>
      </p:grpSpPr>
      <p:grpSp>
        <p:nvGrpSpPr>
          <p:cNvPr id="3648" name="Google Shape;3648;g3e34c58cc36_0_578"/>
          <p:cNvGrpSpPr/>
          <p:nvPr/>
        </p:nvGrpSpPr>
        <p:grpSpPr>
          <a:xfrm>
            <a:off x="721161" y="6216798"/>
            <a:ext cx="961228" cy="381610"/>
            <a:chOff x="2807303" y="2354764"/>
            <a:chExt cx="944974" cy="368527"/>
          </a:xfrm>
        </p:grpSpPr>
        <p:sp>
          <p:nvSpPr>
            <p:cNvPr id="3649" name="Google Shape;3649;g3e34c58cc36_0_578"/>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0" name="Google Shape;3650;g3e34c58cc36_0_578"/>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1" name="Google Shape;3651;g3e34c58cc36_0_578"/>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2" name="Google Shape;3652;g3e34c58cc36_0_578"/>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3" name="Google Shape;3653;g3e34c58cc36_0_578"/>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4" name="Google Shape;3654;g3e34c58cc36_0_578"/>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5" name="Google Shape;3655;g3e34c58cc36_0_578"/>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656" name="Google Shape;3656;g3e34c58cc36_0_578"/>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657" name="Google Shape;3657;g3e34c58cc36_0_578"/>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658" name="Google Shape;3658;g3e34c58cc36_0_578"/>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659" name="Google Shape;3659;g3e34c58cc36_0_578"/>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15</a:t>
            </a:fld>
            <a:endParaRPr/>
          </a:p>
        </p:txBody>
      </p:sp>
      <p:sp>
        <p:nvSpPr>
          <p:cNvPr id="3660" name="Google Shape;3660;g3e34c58cc36_0_578"/>
          <p:cNvSpPr txBox="1"/>
          <p:nvPr/>
        </p:nvSpPr>
        <p:spPr>
          <a:xfrm>
            <a:off x="2894425" y="192550"/>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Propeller Optimization using JavaProp</a:t>
            </a:r>
            <a:endParaRPr sz="300"/>
          </a:p>
        </p:txBody>
      </p:sp>
      <p:sp>
        <p:nvSpPr>
          <p:cNvPr id="3661" name="Google Shape;3661;g3e34c58cc36_0_578"/>
          <p:cNvSpPr txBox="1"/>
          <p:nvPr/>
        </p:nvSpPr>
        <p:spPr>
          <a:xfrm>
            <a:off x="206375" y="769125"/>
            <a:ext cx="11895000" cy="24936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Horizontal propulsors optimized using existing functions for integration with JavaProp </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u="sng">
                <a:solidFill>
                  <a:schemeClr val="dk2"/>
                </a:solidFill>
              </a:rPr>
              <a:t>Primary source:</a:t>
            </a:r>
            <a:r>
              <a:rPr lang="en-GB" sz="2000">
                <a:solidFill>
                  <a:schemeClr val="dk2"/>
                </a:solidFill>
              </a:rPr>
              <a:t> https://www.mh-aerotools.de/airfoils/jp_programming.htm</a:t>
            </a:r>
            <a:endParaRPr sz="2000">
              <a:solidFill>
                <a:schemeClr val="dk2"/>
              </a:solidFill>
            </a:endParaRPr>
          </a:p>
          <a:p>
            <a:pPr marL="914400" marR="0" lvl="0" indent="0" algn="just" rtl="0">
              <a:lnSpc>
                <a:spcPct val="90000"/>
              </a:lnSpc>
              <a:spcBef>
                <a:spcPts val="0"/>
              </a:spcBef>
              <a:spcAft>
                <a:spcPts val="0"/>
              </a:spcAft>
              <a:buNone/>
            </a:pP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Uses Blade Element Theory (BET) to predict propeller performance where the propeller blade is divided into many small blade sections and handled independently from each other.</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u="sng">
                <a:solidFill>
                  <a:schemeClr val="dk2"/>
                </a:solidFill>
              </a:rPr>
              <a:t>Not modelled:</a:t>
            </a:r>
            <a:r>
              <a:rPr lang="en-GB" sz="2000">
                <a:solidFill>
                  <a:schemeClr val="dk2"/>
                </a:solidFill>
              </a:rPr>
              <a:t> three-dimensional effects, vertical propellers optimization</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u="sng">
                <a:solidFill>
                  <a:schemeClr val="dk2"/>
                </a:solidFill>
              </a:rPr>
              <a:t>Additional consideration:</a:t>
            </a:r>
            <a:r>
              <a:rPr lang="en-GB" sz="2000">
                <a:solidFill>
                  <a:schemeClr val="dk2"/>
                </a:solidFill>
              </a:rPr>
              <a:t> JavaProp designs an efficient geometry for a particular operating point, and not for a range of operating points. Currently, the optimizer finds the best propeller design point for which the objective function is lower. It could be possible that a more optimal blade distribution exists.</a:t>
            </a:r>
            <a:endParaRPr sz="2000">
              <a:solidFill>
                <a:schemeClr val="dk2"/>
              </a:solidFill>
            </a:endParaRPr>
          </a:p>
        </p:txBody>
      </p:sp>
      <p:grpSp>
        <p:nvGrpSpPr>
          <p:cNvPr id="3662" name="Google Shape;3662;g3e34c58cc36_0_578"/>
          <p:cNvGrpSpPr/>
          <p:nvPr/>
        </p:nvGrpSpPr>
        <p:grpSpPr>
          <a:xfrm>
            <a:off x="12377595" y="0"/>
            <a:ext cx="3693486" cy="5359349"/>
            <a:chOff x="-3786437" y="0"/>
            <a:chExt cx="3693486" cy="5359349"/>
          </a:xfrm>
        </p:grpSpPr>
        <p:sp>
          <p:nvSpPr>
            <p:cNvPr id="3663" name="Google Shape;3663;g3e34c58cc36_0_578"/>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664" name="Google Shape;3664;g3e34c58cc36_0_578"/>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665" name="Google Shape;3665;g3e34c58cc36_0_578"/>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666" name="Google Shape;3666;g3e34c58cc36_0_578"/>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667" name="Google Shape;3667;g3e34c58cc36_0_578"/>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668" name="Google Shape;3668;g3e34c58cc36_0_578"/>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669" name="Google Shape;3669;g3e34c58cc36_0_578"/>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670" name="Google Shape;3670;g3e34c58cc36_0_578"/>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671" name="Google Shape;3671;g3e34c58cc36_0_578"/>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672" name="Google Shape;3672;g3e34c58cc36_0_578"/>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673" name="Google Shape;3673;g3e34c58cc36_0_578"/>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674" name="Google Shape;3674;g3e34c58cc36_0_578"/>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675" name="Google Shape;3675;g3e34c58cc36_0_578"/>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676" name="Google Shape;3676;g3e34c58cc36_0_578"/>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677" name="Google Shape;3677;g3e34c58cc36_0_578"/>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678" name="Google Shape;3678;g3e34c58cc36_0_578"/>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679" name="Google Shape;3679;g3e34c58cc36_0_578"/>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680" name="Google Shape;3680;g3e34c58cc36_0_578"/>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681" name="Google Shape;3681;g3e34c58cc36_0_578"/>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682" name="Google Shape;3682;g3e34c58cc36_0_578"/>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683" name="Google Shape;3683;g3e34c58cc36_0_578"/>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684" name="Google Shape;3684;g3e34c58cc36_0_578"/>
            <p:cNvGrpSpPr/>
            <p:nvPr/>
          </p:nvGrpSpPr>
          <p:grpSpPr>
            <a:xfrm>
              <a:off x="-376743" y="4400265"/>
              <a:ext cx="283792" cy="283792"/>
              <a:chOff x="-510741" y="5913713"/>
              <a:chExt cx="267652" cy="267652"/>
            </a:xfrm>
          </p:grpSpPr>
          <p:sp>
            <p:nvSpPr>
              <p:cNvPr id="3685" name="Google Shape;3685;g3e34c58cc36_0_578"/>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686" name="Google Shape;3686;g3e34c58cc36_0_578"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687" name="Google Shape;3687;g3e34c58cc36_0_578"/>
            <p:cNvGrpSpPr/>
            <p:nvPr/>
          </p:nvGrpSpPr>
          <p:grpSpPr>
            <a:xfrm>
              <a:off x="-3605416" y="458674"/>
              <a:ext cx="3234613" cy="558894"/>
              <a:chOff x="-3605416" y="458674"/>
              <a:chExt cx="3234613" cy="558894"/>
            </a:xfrm>
          </p:grpSpPr>
          <p:sp>
            <p:nvSpPr>
              <p:cNvPr id="3688" name="Google Shape;3688;g3e34c58cc36_0_578"/>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689" name="Google Shape;3689;g3e34c58cc36_0_578"/>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690" name="Google Shape;3690;g3e34c58cc36_0_578"/>
              <p:cNvGrpSpPr/>
              <p:nvPr/>
            </p:nvGrpSpPr>
            <p:grpSpPr>
              <a:xfrm>
                <a:off x="-3386389" y="830833"/>
                <a:ext cx="139393" cy="109560"/>
                <a:chOff x="-2866744" y="827071"/>
                <a:chExt cx="168654" cy="132575"/>
              </a:xfrm>
            </p:grpSpPr>
            <p:grpSp>
              <p:nvGrpSpPr>
                <p:cNvPr id="3691" name="Google Shape;3691;g3e34c58cc36_0_578"/>
                <p:cNvGrpSpPr/>
                <p:nvPr/>
              </p:nvGrpSpPr>
              <p:grpSpPr>
                <a:xfrm>
                  <a:off x="-2866744" y="827071"/>
                  <a:ext cx="168654" cy="132575"/>
                  <a:chOff x="-2866744" y="827071"/>
                  <a:chExt cx="168654" cy="132575"/>
                </a:xfrm>
              </p:grpSpPr>
              <p:cxnSp>
                <p:nvCxnSpPr>
                  <p:cNvPr id="3692" name="Google Shape;3692;g3e34c58cc36_0_578"/>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693" name="Google Shape;3693;g3e34c58cc36_0_578"/>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694" name="Google Shape;3694;g3e34c58cc36_0_578"/>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695" name="Google Shape;3695;g3e34c58cc36_0_578"/>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696" name="Google Shape;3696;g3e34c58cc36_0_578"/>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697" name="Google Shape;3697;g3e34c58cc36_0_578"/>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698" name="Google Shape;3698;g3e34c58cc36_0_578"/>
              <p:cNvGrpSpPr/>
              <p:nvPr/>
            </p:nvGrpSpPr>
            <p:grpSpPr>
              <a:xfrm>
                <a:off x="-3605416" y="830847"/>
                <a:ext cx="139495" cy="109560"/>
                <a:chOff x="-2866868" y="518074"/>
                <a:chExt cx="168778" cy="132575"/>
              </a:xfrm>
            </p:grpSpPr>
            <p:grpSp>
              <p:nvGrpSpPr>
                <p:cNvPr id="3699" name="Google Shape;3699;g3e34c58cc36_0_578"/>
                <p:cNvGrpSpPr/>
                <p:nvPr/>
              </p:nvGrpSpPr>
              <p:grpSpPr>
                <a:xfrm>
                  <a:off x="-2866744" y="518074"/>
                  <a:ext cx="168654" cy="132575"/>
                  <a:chOff x="-2866744" y="518074"/>
                  <a:chExt cx="168654" cy="132575"/>
                </a:xfrm>
              </p:grpSpPr>
              <p:cxnSp>
                <p:nvCxnSpPr>
                  <p:cNvPr id="3700" name="Google Shape;3700;g3e34c58cc36_0_578"/>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01" name="Google Shape;3701;g3e34c58cc36_0_578"/>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02" name="Google Shape;3702;g3e34c58cc36_0_578"/>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03" name="Google Shape;3703;g3e34c58cc36_0_578"/>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04" name="Google Shape;3704;g3e34c58cc36_0_578"/>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705" name="Google Shape;3705;g3e34c58cc36_0_578"/>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706" name="Google Shape;3706;g3e34c58cc36_0_578"/>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707" name="Google Shape;3707;g3e34c58cc36_0_578"/>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708" name="Google Shape;3708;g3e34c58cc36_0_578"/>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709" name="Google Shape;3709;g3e34c58cc36_0_578"/>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710" name="Google Shape;3710;g3e34c58cc36_0_578"/>
              <p:cNvGrpSpPr/>
              <p:nvPr/>
            </p:nvGrpSpPr>
            <p:grpSpPr>
              <a:xfrm>
                <a:off x="-2916763" y="769168"/>
                <a:ext cx="268800" cy="248400"/>
                <a:chOff x="-2916763" y="769168"/>
                <a:chExt cx="268800" cy="248400"/>
              </a:xfrm>
            </p:grpSpPr>
            <p:sp>
              <p:nvSpPr>
                <p:cNvPr id="3711" name="Google Shape;3711;g3e34c58cc36_0_578"/>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712" name="Google Shape;3712;g3e34c58cc36_0_578"/>
                <p:cNvGrpSpPr/>
                <p:nvPr/>
              </p:nvGrpSpPr>
              <p:grpSpPr>
                <a:xfrm>
                  <a:off x="-2866744" y="827071"/>
                  <a:ext cx="168654" cy="132575"/>
                  <a:chOff x="-2866744" y="827071"/>
                  <a:chExt cx="168654" cy="132575"/>
                </a:xfrm>
              </p:grpSpPr>
              <p:cxnSp>
                <p:nvCxnSpPr>
                  <p:cNvPr id="3713" name="Google Shape;3713;g3e34c58cc36_0_578"/>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14" name="Google Shape;3714;g3e34c58cc36_0_578"/>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15" name="Google Shape;3715;g3e34c58cc36_0_578"/>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16" name="Google Shape;3716;g3e34c58cc36_0_578"/>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17" name="Google Shape;3717;g3e34c58cc36_0_578"/>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718" name="Google Shape;3718;g3e34c58cc36_0_578"/>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719" name="Google Shape;3719;g3e34c58cc36_0_578"/>
              <p:cNvGrpSpPr/>
              <p:nvPr/>
            </p:nvGrpSpPr>
            <p:grpSpPr>
              <a:xfrm>
                <a:off x="-2916763" y="460171"/>
                <a:ext cx="268800" cy="248400"/>
                <a:chOff x="-2916763" y="460171"/>
                <a:chExt cx="268800" cy="248400"/>
              </a:xfrm>
            </p:grpSpPr>
            <p:sp>
              <p:nvSpPr>
                <p:cNvPr id="3720" name="Google Shape;3720;g3e34c58cc36_0_578"/>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721" name="Google Shape;3721;g3e34c58cc36_0_578"/>
                <p:cNvGrpSpPr/>
                <p:nvPr/>
              </p:nvGrpSpPr>
              <p:grpSpPr>
                <a:xfrm>
                  <a:off x="-2866744" y="518074"/>
                  <a:ext cx="168654" cy="132575"/>
                  <a:chOff x="-2866744" y="518074"/>
                  <a:chExt cx="168654" cy="132575"/>
                </a:xfrm>
              </p:grpSpPr>
              <p:cxnSp>
                <p:nvCxnSpPr>
                  <p:cNvPr id="3722" name="Google Shape;3722;g3e34c58cc36_0_578"/>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23" name="Google Shape;3723;g3e34c58cc36_0_578"/>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24" name="Google Shape;3724;g3e34c58cc36_0_578"/>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25" name="Google Shape;3725;g3e34c58cc36_0_578"/>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726" name="Google Shape;3726;g3e34c58cc36_0_578"/>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727" name="Google Shape;3727;g3e34c58cc36_0_578"/>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728" name="Google Shape;3728;g3e34c58cc36_0_578"/>
            <p:cNvGrpSpPr/>
            <p:nvPr/>
          </p:nvGrpSpPr>
          <p:grpSpPr>
            <a:xfrm>
              <a:off x="-938352" y="4662750"/>
              <a:ext cx="627733" cy="576735"/>
              <a:chOff x="-1753862" y="6112775"/>
              <a:chExt cx="759600" cy="697889"/>
            </a:xfrm>
          </p:grpSpPr>
          <p:grpSp>
            <p:nvGrpSpPr>
              <p:cNvPr id="3729" name="Google Shape;3729;g3e34c58cc36_0_578"/>
              <p:cNvGrpSpPr/>
              <p:nvPr/>
            </p:nvGrpSpPr>
            <p:grpSpPr>
              <a:xfrm>
                <a:off x="-1484858" y="6112775"/>
                <a:ext cx="205430" cy="293286"/>
                <a:chOff x="4768" y="2783"/>
                <a:chExt cx="788" cy="1125"/>
              </a:xfrm>
            </p:grpSpPr>
            <p:sp>
              <p:nvSpPr>
                <p:cNvPr id="3730" name="Google Shape;3730;g3e34c58cc36_0_578"/>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731" name="Google Shape;3731;g3e34c58cc36_0_578"/>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732" name="Google Shape;3732;g3e34c58cc36_0_578"/>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733" name="Google Shape;3733;g3e34c58cc36_0_578"/>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
        <p:nvSpPr>
          <p:cNvPr id="3734" name="Google Shape;3734;g3e34c58cc36_0_578"/>
          <p:cNvSpPr txBox="1"/>
          <p:nvPr/>
        </p:nvSpPr>
        <p:spPr>
          <a:xfrm>
            <a:off x="279300" y="3413325"/>
            <a:ext cx="11527200" cy="277200"/>
          </a:xfrm>
          <a:prstGeom prst="rect">
            <a:avLst/>
          </a:prstGeom>
          <a:noFill/>
          <a:ln>
            <a:noFill/>
          </a:ln>
        </p:spPr>
        <p:txBody>
          <a:bodyPr spcFirstLastPara="1" wrap="square" lIns="0" tIns="0" rIns="0" bIns="0" anchor="t" anchorCtr="0">
            <a:spAutoFit/>
          </a:bodyPr>
          <a:lstStyle/>
          <a:p>
            <a:pPr marL="457200" marR="0" lvl="0" indent="0" algn="just" rtl="0">
              <a:lnSpc>
                <a:spcPct val="90000"/>
              </a:lnSpc>
              <a:spcBef>
                <a:spcPts val="0"/>
              </a:spcBef>
              <a:spcAft>
                <a:spcPts val="0"/>
              </a:spcAft>
              <a:buNone/>
            </a:pPr>
            <a:endParaRPr sz="2000">
              <a:solidFill>
                <a:schemeClr val="dk2"/>
              </a:solidFill>
            </a:endParaRPr>
          </a:p>
        </p:txBody>
      </p:sp>
      <p:sp>
        <p:nvSpPr>
          <p:cNvPr id="3735" name="Google Shape;3735;g3e34c58cc36_0_578"/>
          <p:cNvSpPr txBox="1"/>
          <p:nvPr/>
        </p:nvSpPr>
        <p:spPr>
          <a:xfrm>
            <a:off x="131850" y="3326589"/>
            <a:ext cx="11822100" cy="22164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The geometry is extracted in the form of normalized chord and twist spanwise distributions and exported to excel files for analysis by JavaProp at different RPMs (to produce the desired thrust to maintain constant average ground speed for different airspeeds and drag).</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Motor efficiency is kept constant = 0.9. This is however a function of RPM and this must be included to have more accurate results - not implemented due to time constraints.</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Location of the vertical stabilizer has to be in the same plane of the centre of gravity of the airship to prevent adverse moment. Currently not modelled and so the location of the propulsors are set by user in both forward and inverse mode.</a:t>
            </a:r>
            <a:endParaRPr sz="2000">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40"/>
        <p:cNvGrpSpPr/>
        <p:nvPr/>
      </p:nvGrpSpPr>
      <p:grpSpPr>
        <a:xfrm>
          <a:off x="0" y="0"/>
          <a:ext cx="0" cy="0"/>
          <a:chOff x="0" y="0"/>
          <a:chExt cx="0" cy="0"/>
        </a:xfrm>
      </p:grpSpPr>
      <p:sp>
        <p:nvSpPr>
          <p:cNvPr id="3741" name="Google Shape;3741;g3dc3dab8585_0_78"/>
          <p:cNvSpPr txBox="1">
            <a:spLocks noGrp="1"/>
          </p:cNvSpPr>
          <p:nvPr>
            <p:ph type="title"/>
          </p:nvPr>
        </p:nvSpPr>
        <p:spPr>
          <a:xfrm>
            <a:off x="0" y="-429019"/>
            <a:ext cx="1179900" cy="277200"/>
          </a:xfrm>
          <a:prstGeom prst="rect">
            <a:avLst/>
          </a:prstGeom>
        </p:spPr>
        <p:txBody>
          <a:bodyPr spcFirstLastPara="1" wrap="square" lIns="0" tIns="0" rIns="0" bIns="0" anchor="ctr" anchorCtr="0">
            <a:spAutoFit/>
          </a:bodyPr>
          <a:lstStyle/>
          <a:p>
            <a:pPr marL="0" lvl="0" indent="0" algn="l" rtl="0">
              <a:spcBef>
                <a:spcPts val="0"/>
              </a:spcBef>
              <a:spcAft>
                <a:spcPts val="0"/>
              </a:spcAft>
              <a:buNone/>
            </a:pPr>
            <a:endParaRPr/>
          </a:p>
        </p:txBody>
      </p:sp>
      <p:sp>
        <p:nvSpPr>
          <p:cNvPr id="3742" name="Google Shape;3742;g3dc3dab8585_0_78"/>
          <p:cNvSpPr txBox="1">
            <a:spLocks noGrp="1"/>
          </p:cNvSpPr>
          <p:nvPr>
            <p:ph type="sldNum" idx="12"/>
          </p:nvPr>
        </p:nvSpPr>
        <p:spPr>
          <a:xfrm>
            <a:off x="11178464" y="6405669"/>
            <a:ext cx="291300" cy="184800"/>
          </a:xfrm>
          <a:prstGeom prst="rect">
            <a:avLst/>
          </a:prstGeom>
        </p:spPr>
        <p:txBody>
          <a:bodyPr spcFirstLastPara="1" wrap="square" lIns="0" tIns="0" rIns="0" bIns="0" anchor="ctr" anchorCtr="0">
            <a:spAutoFit/>
          </a:bodyPr>
          <a:lstStyle/>
          <a:p>
            <a:pPr marL="0" lvl="0" indent="0" algn="r" rtl="0">
              <a:spcBef>
                <a:spcPts val="0"/>
              </a:spcBef>
              <a:spcAft>
                <a:spcPts val="0"/>
              </a:spcAft>
              <a:buClr>
                <a:srgbClr val="000000"/>
              </a:buClr>
              <a:buFont typeface="Arial"/>
              <a:buNone/>
            </a:pPr>
            <a:fld id="{00000000-1234-1234-1234-123412341234}" type="slidenum">
              <a:rPr lang="en-GB"/>
              <a:t>16</a:t>
            </a:fld>
            <a:endParaRPr/>
          </a:p>
        </p:txBody>
      </p:sp>
      <p:pic>
        <p:nvPicPr>
          <p:cNvPr id="3743" name="Google Shape;3743;g3dc3dab8585_0_78"/>
          <p:cNvPicPr preferRelativeResize="0"/>
          <p:nvPr/>
        </p:nvPicPr>
        <p:blipFill>
          <a:blip r:embed="rId3">
            <a:alphaModFix/>
          </a:blip>
          <a:stretch>
            <a:fillRect/>
          </a:stretch>
        </p:blipFill>
        <p:spPr>
          <a:xfrm>
            <a:off x="2896525" y="84350"/>
            <a:ext cx="7862352" cy="655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47"/>
        <p:cNvGrpSpPr/>
        <p:nvPr/>
      </p:nvGrpSpPr>
      <p:grpSpPr>
        <a:xfrm>
          <a:off x="0" y="0"/>
          <a:ext cx="0" cy="0"/>
          <a:chOff x="0" y="0"/>
          <a:chExt cx="0" cy="0"/>
        </a:xfrm>
      </p:grpSpPr>
      <p:sp>
        <p:nvSpPr>
          <p:cNvPr id="3748" name="Google Shape;3748;g3dc3dab8585_0_89"/>
          <p:cNvSpPr txBox="1">
            <a:spLocks noGrp="1"/>
          </p:cNvSpPr>
          <p:nvPr>
            <p:ph type="title"/>
          </p:nvPr>
        </p:nvSpPr>
        <p:spPr>
          <a:xfrm>
            <a:off x="0" y="-429019"/>
            <a:ext cx="2449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Chapter | colour mode</a:t>
            </a:r>
            <a:endParaRPr/>
          </a:p>
        </p:txBody>
      </p:sp>
      <p:sp>
        <p:nvSpPr>
          <p:cNvPr id="3749" name="Google Shape;3749;g3dc3dab8585_0_89"/>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750" name="Google Shape;3750;g3dc3dab8585_0_89"/>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17</a:t>
            </a:fld>
            <a:endParaRPr/>
          </a:p>
        </p:txBody>
      </p:sp>
      <p:sp>
        <p:nvSpPr>
          <p:cNvPr id="3751" name="Google Shape;3751;g3dc3dab8585_0_89"/>
          <p:cNvSpPr/>
          <p:nvPr/>
        </p:nvSpPr>
        <p:spPr>
          <a:xfrm>
            <a:off x="3818238" y="719138"/>
            <a:ext cx="7651500" cy="5281500"/>
          </a:xfrm>
          <a:prstGeom prst="rect">
            <a:avLst/>
          </a:prstGeom>
          <a:solidFill>
            <a:schemeClr val="accent6"/>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grpSp>
        <p:nvGrpSpPr>
          <p:cNvPr id="3752" name="Google Shape;3752;g3dc3dab8585_0_89"/>
          <p:cNvGrpSpPr/>
          <p:nvPr/>
        </p:nvGrpSpPr>
        <p:grpSpPr>
          <a:xfrm>
            <a:off x="719133" y="1565265"/>
            <a:ext cx="4005866" cy="2251643"/>
            <a:chOff x="719138" y="1565275"/>
            <a:chExt cx="5349000" cy="3006600"/>
          </a:xfrm>
        </p:grpSpPr>
        <p:sp>
          <p:nvSpPr>
            <p:cNvPr id="3753" name="Google Shape;3753;g3dc3dab8585_0_89"/>
            <p:cNvSpPr/>
            <p:nvPr/>
          </p:nvSpPr>
          <p:spPr>
            <a:xfrm>
              <a:off x="719138" y="1565275"/>
              <a:ext cx="5349000" cy="30066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754" name="Google Shape;3754;g3dc3dab8585_0_89"/>
            <p:cNvSpPr/>
            <p:nvPr/>
          </p:nvSpPr>
          <p:spPr>
            <a:xfrm>
              <a:off x="719138" y="1565275"/>
              <a:ext cx="5338704" cy="3000375"/>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76C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grpSp>
      <p:sp>
        <p:nvSpPr>
          <p:cNvPr id="3755" name="Google Shape;3755;g3dc3dab8585_0_89"/>
          <p:cNvSpPr txBox="1"/>
          <p:nvPr/>
        </p:nvSpPr>
        <p:spPr>
          <a:xfrm>
            <a:off x="5439883" y="2513208"/>
            <a:ext cx="5288700" cy="15393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accent1"/>
              </a:buClr>
              <a:buSzPts val="5760"/>
              <a:buFont typeface="Arial"/>
              <a:buNone/>
            </a:pPr>
            <a:r>
              <a:rPr lang="en-GB" sz="4800" b="1">
                <a:solidFill>
                  <a:schemeClr val="lt1"/>
                </a:solidFill>
              </a:rPr>
              <a:t>Propulsion Support Structure</a:t>
            </a:r>
            <a:endParaRPr/>
          </a:p>
        </p:txBody>
      </p:sp>
      <p:sp>
        <p:nvSpPr>
          <p:cNvPr id="3756" name="Google Shape;3756;g3dc3dab8585_0_89"/>
          <p:cNvSpPr txBox="1"/>
          <p:nvPr/>
        </p:nvSpPr>
        <p:spPr>
          <a:xfrm>
            <a:off x="1720825" y="2026350"/>
            <a:ext cx="1685700" cy="14223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accent1"/>
              </a:buClr>
              <a:buSzPts val="11520"/>
              <a:buFont typeface="Arial"/>
              <a:buNone/>
            </a:pPr>
            <a:r>
              <a:rPr lang="en-GB" sz="9600" b="0" i="0" cap="none">
                <a:solidFill>
                  <a:schemeClr val="lt1"/>
                </a:solidFill>
                <a:latin typeface="Arial"/>
                <a:ea typeface="Arial"/>
                <a:cs typeface="Arial"/>
                <a:sym typeface="Arial"/>
              </a:rPr>
              <a:t>0</a:t>
            </a:r>
            <a:r>
              <a:rPr lang="en-GB" sz="9600">
                <a:solidFill>
                  <a:schemeClr val="lt1"/>
                </a:solidFill>
              </a:rPr>
              <a:t>4</a:t>
            </a:r>
            <a:endParaRPr sz="9600" b="0" i="0" cap="none">
              <a:solidFill>
                <a:schemeClr val="lt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60"/>
        <p:cNvGrpSpPr/>
        <p:nvPr/>
      </p:nvGrpSpPr>
      <p:grpSpPr>
        <a:xfrm>
          <a:off x="0" y="0"/>
          <a:ext cx="0" cy="0"/>
          <a:chOff x="0" y="0"/>
          <a:chExt cx="0" cy="0"/>
        </a:xfrm>
      </p:grpSpPr>
      <p:sp>
        <p:nvSpPr>
          <p:cNvPr id="3761" name="Google Shape;3761;g3dc3dab8585_0_101"/>
          <p:cNvSpPr txBox="1">
            <a:spLocks noGrp="1"/>
          </p:cNvSpPr>
          <p:nvPr>
            <p:ph type="title"/>
          </p:nvPr>
        </p:nvSpPr>
        <p:spPr>
          <a:xfrm>
            <a:off x="0" y="-429019"/>
            <a:ext cx="11799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Quote</a:t>
            </a:r>
            <a:endParaRPr/>
          </a:p>
        </p:txBody>
      </p:sp>
      <p:sp>
        <p:nvSpPr>
          <p:cNvPr id="3762" name="Google Shape;3762;g3dc3dab8585_0_101"/>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763" name="Google Shape;3763;g3dc3dab8585_0_101"/>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18</a:t>
            </a:fld>
            <a:endParaRPr/>
          </a:p>
        </p:txBody>
      </p:sp>
      <p:sp>
        <p:nvSpPr>
          <p:cNvPr id="3764" name="Google Shape;3764;g3dc3dab8585_0_101"/>
          <p:cNvSpPr txBox="1"/>
          <p:nvPr/>
        </p:nvSpPr>
        <p:spPr>
          <a:xfrm>
            <a:off x="718675" y="4198325"/>
            <a:ext cx="5051100" cy="1180800"/>
          </a:xfrm>
          <a:prstGeom prst="rect">
            <a:avLst/>
          </a:prstGeom>
          <a:solidFill>
            <a:srgbClr val="0076C2"/>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765" name="Google Shape;3765;g3dc3dab8585_0_101"/>
          <p:cNvSpPr txBox="1"/>
          <p:nvPr/>
        </p:nvSpPr>
        <p:spPr>
          <a:xfrm>
            <a:off x="718675" y="1209200"/>
            <a:ext cx="5051100" cy="1569900"/>
          </a:xfrm>
          <a:prstGeom prst="rect">
            <a:avLst/>
          </a:prstGeom>
          <a:solidFill>
            <a:schemeClr val="accent1"/>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766" name="Google Shape;3766;g3dc3dab8585_0_101"/>
          <p:cNvSpPr txBox="1"/>
          <p:nvPr/>
        </p:nvSpPr>
        <p:spPr>
          <a:xfrm>
            <a:off x="718675" y="2970463"/>
            <a:ext cx="5051100" cy="1036500"/>
          </a:xfrm>
          <a:prstGeom prst="rect">
            <a:avLst/>
          </a:prstGeom>
          <a:solidFill>
            <a:srgbClr val="00B8C8"/>
          </a:solidFill>
          <a:ln>
            <a:noFill/>
          </a:ln>
        </p:spPr>
        <p:txBody>
          <a:bodyPr spcFirstLastPara="1" wrap="square" lIns="972000" tIns="180000" rIns="180000" bIns="180000" anchor="ctr" anchorCtr="0">
            <a:noAutofit/>
          </a:bodyPr>
          <a:lstStyle/>
          <a:p>
            <a:pPr marL="0" marR="0" lvl="0" indent="0" algn="l" rtl="0">
              <a:lnSpc>
                <a:spcPct val="90000"/>
              </a:lnSpc>
              <a:spcBef>
                <a:spcPts val="0"/>
              </a:spcBef>
              <a:spcAft>
                <a:spcPts val="0"/>
              </a:spcAft>
              <a:buNone/>
            </a:pPr>
            <a:endParaRPr sz="2000">
              <a:solidFill>
                <a:schemeClr val="lt1"/>
              </a:solidFill>
              <a:latin typeface="Arial"/>
              <a:ea typeface="Arial"/>
              <a:cs typeface="Arial"/>
              <a:sym typeface="Arial"/>
            </a:endParaRPr>
          </a:p>
          <a:p>
            <a:pPr marL="0" marR="0" lvl="0" indent="0" algn="l" rtl="0">
              <a:lnSpc>
                <a:spcPct val="90000"/>
              </a:lnSpc>
              <a:spcBef>
                <a:spcPts val="1200"/>
              </a:spcBef>
              <a:spcAft>
                <a:spcPts val="0"/>
              </a:spcAft>
              <a:buNone/>
            </a:pPr>
            <a:endParaRPr sz="1400">
              <a:solidFill>
                <a:schemeClr val="dk2"/>
              </a:solidFill>
              <a:latin typeface="Arial"/>
              <a:ea typeface="Arial"/>
              <a:cs typeface="Arial"/>
              <a:sym typeface="Arial"/>
            </a:endParaRPr>
          </a:p>
        </p:txBody>
      </p:sp>
      <p:sp>
        <p:nvSpPr>
          <p:cNvPr id="3767" name="Google Shape;3767;g3dc3dab8585_0_101"/>
          <p:cNvSpPr txBox="1"/>
          <p:nvPr/>
        </p:nvSpPr>
        <p:spPr>
          <a:xfrm>
            <a:off x="719150" y="418625"/>
            <a:ext cx="72882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500" b="1">
                <a:solidFill>
                  <a:schemeClr val="dk2"/>
                </a:solidFill>
              </a:rPr>
              <a:t>Design Variables</a:t>
            </a:r>
            <a:endParaRPr sz="2500" b="1">
              <a:solidFill>
                <a:schemeClr val="dk2"/>
              </a:solidFill>
            </a:endParaRPr>
          </a:p>
        </p:txBody>
      </p:sp>
      <p:sp>
        <p:nvSpPr>
          <p:cNvPr id="3768" name="Google Shape;3768;g3dc3dab8585_0_101"/>
          <p:cNvSpPr txBox="1"/>
          <p:nvPr/>
        </p:nvSpPr>
        <p:spPr>
          <a:xfrm>
            <a:off x="783175" y="1262638"/>
            <a:ext cx="4922100" cy="1569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Strut Radius/Thickness and Dimensions</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User-defined</a:t>
            </a:r>
            <a:endParaRPr sz="2000">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Depends on Propeller diameter as well for clearance.</a:t>
            </a:r>
            <a:endParaRPr sz="2000">
              <a:solidFill>
                <a:schemeClr val="lt1"/>
              </a:solidFill>
            </a:endParaRPr>
          </a:p>
        </p:txBody>
      </p:sp>
      <p:sp>
        <p:nvSpPr>
          <p:cNvPr id="3769" name="Google Shape;3769;g3dc3dab8585_0_101"/>
          <p:cNvSpPr txBox="1"/>
          <p:nvPr/>
        </p:nvSpPr>
        <p:spPr>
          <a:xfrm>
            <a:off x="847675" y="3119088"/>
            <a:ext cx="4922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Strut Angle</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Depends on location wrt. equator </a:t>
            </a:r>
            <a:endParaRPr>
              <a:solidFill>
                <a:schemeClr val="lt1"/>
              </a:solidFill>
            </a:endParaRPr>
          </a:p>
        </p:txBody>
      </p:sp>
      <p:sp>
        <p:nvSpPr>
          <p:cNvPr id="3770" name="Google Shape;3770;g3dc3dab8585_0_101"/>
          <p:cNvSpPr txBox="1"/>
          <p:nvPr/>
        </p:nvSpPr>
        <p:spPr>
          <a:xfrm>
            <a:off x="847675" y="4247025"/>
            <a:ext cx="4922100" cy="10158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GB" sz="2000" b="1">
                <a:solidFill>
                  <a:schemeClr val="lt1"/>
                </a:solidFill>
              </a:rPr>
              <a:t>Strut Material</a:t>
            </a:r>
            <a:endParaRPr sz="2000" b="1">
              <a:solidFill>
                <a:schemeClr val="lt1"/>
              </a:solidFill>
            </a:endParaRPr>
          </a:p>
          <a:p>
            <a:pPr marL="457200" lvl="0" indent="-355600" algn="l" rtl="0">
              <a:lnSpc>
                <a:spcPct val="90000"/>
              </a:lnSpc>
              <a:spcBef>
                <a:spcPts val="0"/>
              </a:spcBef>
              <a:spcAft>
                <a:spcPts val="0"/>
              </a:spcAft>
              <a:buClr>
                <a:schemeClr val="lt1"/>
              </a:buClr>
              <a:buSzPts val="2000"/>
              <a:buChar char="●"/>
            </a:pPr>
            <a:r>
              <a:rPr lang="en-GB" sz="2000">
                <a:solidFill>
                  <a:schemeClr val="lt1"/>
                </a:solidFill>
              </a:rPr>
              <a:t>Density needed for weight calculation assuming solid support struts.</a:t>
            </a:r>
            <a:endParaRPr sz="2000">
              <a:solidFill>
                <a:schemeClr val="lt1"/>
              </a:solidFill>
            </a:endParaRPr>
          </a:p>
        </p:txBody>
      </p:sp>
      <p:pic>
        <p:nvPicPr>
          <p:cNvPr id="3771" name="Google Shape;3771;g3dc3dab8585_0_101"/>
          <p:cNvPicPr preferRelativeResize="0"/>
          <p:nvPr/>
        </p:nvPicPr>
        <p:blipFill>
          <a:blip r:embed="rId3">
            <a:alphaModFix/>
          </a:blip>
          <a:stretch>
            <a:fillRect/>
          </a:stretch>
        </p:blipFill>
        <p:spPr>
          <a:xfrm>
            <a:off x="5888150" y="528100"/>
            <a:ext cx="3321599" cy="2487950"/>
          </a:xfrm>
          <a:prstGeom prst="rect">
            <a:avLst/>
          </a:prstGeom>
          <a:noFill/>
          <a:ln>
            <a:noFill/>
          </a:ln>
        </p:spPr>
      </p:pic>
      <p:pic>
        <p:nvPicPr>
          <p:cNvPr id="3772" name="Google Shape;3772;g3dc3dab8585_0_101"/>
          <p:cNvPicPr preferRelativeResize="0"/>
          <p:nvPr/>
        </p:nvPicPr>
        <p:blipFill>
          <a:blip r:embed="rId4">
            <a:alphaModFix/>
          </a:blip>
          <a:stretch>
            <a:fillRect/>
          </a:stretch>
        </p:blipFill>
        <p:spPr>
          <a:xfrm>
            <a:off x="8007350" y="3086462"/>
            <a:ext cx="4071994" cy="324881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76"/>
        <p:cNvGrpSpPr/>
        <p:nvPr/>
      </p:nvGrpSpPr>
      <p:grpSpPr>
        <a:xfrm>
          <a:off x="0" y="0"/>
          <a:ext cx="0" cy="0"/>
          <a:chOff x="0" y="0"/>
          <a:chExt cx="0" cy="0"/>
        </a:xfrm>
      </p:grpSpPr>
      <p:grpSp>
        <p:nvGrpSpPr>
          <p:cNvPr id="3777" name="Google Shape;3777;g3e34c58cc36_0_688"/>
          <p:cNvGrpSpPr/>
          <p:nvPr/>
        </p:nvGrpSpPr>
        <p:grpSpPr>
          <a:xfrm>
            <a:off x="721161" y="6216798"/>
            <a:ext cx="961228" cy="381610"/>
            <a:chOff x="2807303" y="2354764"/>
            <a:chExt cx="944974" cy="368527"/>
          </a:xfrm>
        </p:grpSpPr>
        <p:sp>
          <p:nvSpPr>
            <p:cNvPr id="3778" name="Google Shape;3778;g3e34c58cc36_0_688"/>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79" name="Google Shape;3779;g3e34c58cc36_0_688"/>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0" name="Google Shape;3780;g3e34c58cc36_0_688"/>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1" name="Google Shape;3781;g3e34c58cc36_0_688"/>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2" name="Google Shape;3782;g3e34c58cc36_0_688"/>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3" name="Google Shape;3783;g3e34c58cc36_0_688"/>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4" name="Google Shape;3784;g3e34c58cc36_0_688"/>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85" name="Google Shape;3785;g3e34c58cc36_0_688"/>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786" name="Google Shape;3786;g3e34c58cc36_0_688"/>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787" name="Google Shape;3787;g3e34c58cc36_0_688"/>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788" name="Google Shape;3788;g3e34c58cc36_0_688"/>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19</a:t>
            </a:fld>
            <a:endParaRPr/>
          </a:p>
        </p:txBody>
      </p:sp>
      <p:sp>
        <p:nvSpPr>
          <p:cNvPr id="3789" name="Google Shape;3789;g3e34c58cc36_0_688"/>
          <p:cNvSpPr txBox="1"/>
          <p:nvPr/>
        </p:nvSpPr>
        <p:spPr>
          <a:xfrm>
            <a:off x="2894425" y="192550"/>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Support structure design rules and layout</a:t>
            </a:r>
            <a:endParaRPr sz="300"/>
          </a:p>
        </p:txBody>
      </p:sp>
      <p:sp>
        <p:nvSpPr>
          <p:cNvPr id="3790" name="Google Shape;3790;g3e34c58cc36_0_688"/>
          <p:cNvSpPr txBox="1"/>
          <p:nvPr/>
        </p:nvSpPr>
        <p:spPr>
          <a:xfrm>
            <a:off x="206375" y="769125"/>
            <a:ext cx="11758800" cy="19395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Many design choices exist based on examples found online. Usually the support structure layout is a function of envelope radius, but there is no consistent trend.</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The support structures modelled do not change configuration with envelope radius, and are according to the suggestions made by the supervisors. </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When propulsors (either longitudinal or vertical) are at the equator</a:t>
            </a:r>
            <a:endParaRPr sz="2000">
              <a:solidFill>
                <a:schemeClr val="dk2"/>
              </a:solidFill>
            </a:endParaRPr>
          </a:p>
          <a:p>
            <a:pPr marL="457200" marR="0" lvl="0" indent="0" algn="just" rtl="0">
              <a:lnSpc>
                <a:spcPct val="90000"/>
              </a:lnSpc>
              <a:spcBef>
                <a:spcPts val="0"/>
              </a:spcBef>
              <a:spcAft>
                <a:spcPts val="0"/>
              </a:spcAft>
              <a:buNone/>
            </a:pPr>
            <a:r>
              <a:rPr lang="en-GB" sz="2000">
                <a:solidFill>
                  <a:schemeClr val="dk2"/>
                </a:solidFill>
              </a:rPr>
              <a:t>45 degree angle between the support struts and the main strut -</a:t>
            </a:r>
            <a:endParaRPr sz="2000">
              <a:solidFill>
                <a:schemeClr val="dk2"/>
              </a:solidFill>
            </a:endParaRPr>
          </a:p>
          <a:p>
            <a:pPr marL="457200" marR="0" lvl="0" indent="0" algn="just" rtl="0">
              <a:lnSpc>
                <a:spcPct val="90000"/>
              </a:lnSpc>
              <a:spcBef>
                <a:spcPts val="0"/>
              </a:spcBef>
              <a:spcAft>
                <a:spcPts val="0"/>
              </a:spcAft>
              <a:buNone/>
            </a:pPr>
            <a:r>
              <a:rPr lang="en-GB" sz="2000">
                <a:solidFill>
                  <a:schemeClr val="dk2"/>
                </a:solidFill>
              </a:rPr>
              <a:t>symmetrical: </a:t>
            </a:r>
            <a:endParaRPr sz="2000">
              <a:solidFill>
                <a:schemeClr val="dk2"/>
              </a:solidFill>
            </a:endParaRPr>
          </a:p>
        </p:txBody>
      </p:sp>
      <p:grpSp>
        <p:nvGrpSpPr>
          <p:cNvPr id="3791" name="Google Shape;3791;g3e34c58cc36_0_688"/>
          <p:cNvGrpSpPr/>
          <p:nvPr/>
        </p:nvGrpSpPr>
        <p:grpSpPr>
          <a:xfrm>
            <a:off x="12377595" y="0"/>
            <a:ext cx="3693486" cy="5359349"/>
            <a:chOff x="-3786437" y="0"/>
            <a:chExt cx="3693486" cy="5359349"/>
          </a:xfrm>
        </p:grpSpPr>
        <p:sp>
          <p:nvSpPr>
            <p:cNvPr id="3792" name="Google Shape;3792;g3e34c58cc36_0_688"/>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793" name="Google Shape;3793;g3e34c58cc36_0_688"/>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794" name="Google Shape;3794;g3e34c58cc36_0_688"/>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795" name="Google Shape;3795;g3e34c58cc36_0_688"/>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796" name="Google Shape;3796;g3e34c58cc36_0_688"/>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797" name="Google Shape;3797;g3e34c58cc36_0_688"/>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798" name="Google Shape;3798;g3e34c58cc36_0_688"/>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799" name="Google Shape;3799;g3e34c58cc36_0_688"/>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800" name="Google Shape;3800;g3e34c58cc36_0_688"/>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801" name="Google Shape;3801;g3e34c58cc36_0_688"/>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802" name="Google Shape;3802;g3e34c58cc36_0_688"/>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803" name="Google Shape;3803;g3e34c58cc36_0_688"/>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804" name="Google Shape;3804;g3e34c58cc36_0_688"/>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805" name="Google Shape;3805;g3e34c58cc36_0_688"/>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806" name="Google Shape;3806;g3e34c58cc36_0_688"/>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807" name="Google Shape;3807;g3e34c58cc36_0_688"/>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808" name="Google Shape;3808;g3e34c58cc36_0_688"/>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809" name="Google Shape;3809;g3e34c58cc36_0_688"/>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810" name="Google Shape;3810;g3e34c58cc36_0_688"/>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811" name="Google Shape;3811;g3e34c58cc36_0_688"/>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812" name="Google Shape;3812;g3e34c58cc36_0_688"/>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813" name="Google Shape;3813;g3e34c58cc36_0_688"/>
            <p:cNvGrpSpPr/>
            <p:nvPr/>
          </p:nvGrpSpPr>
          <p:grpSpPr>
            <a:xfrm>
              <a:off x="-376743" y="4400265"/>
              <a:ext cx="283792" cy="283792"/>
              <a:chOff x="-510741" y="5913713"/>
              <a:chExt cx="267652" cy="267652"/>
            </a:xfrm>
          </p:grpSpPr>
          <p:sp>
            <p:nvSpPr>
              <p:cNvPr id="3814" name="Google Shape;3814;g3e34c58cc36_0_688"/>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815" name="Google Shape;3815;g3e34c58cc36_0_688"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816" name="Google Shape;3816;g3e34c58cc36_0_688"/>
            <p:cNvGrpSpPr/>
            <p:nvPr/>
          </p:nvGrpSpPr>
          <p:grpSpPr>
            <a:xfrm>
              <a:off x="-3605416" y="458674"/>
              <a:ext cx="3234613" cy="558894"/>
              <a:chOff x="-3605416" y="458674"/>
              <a:chExt cx="3234613" cy="558894"/>
            </a:xfrm>
          </p:grpSpPr>
          <p:sp>
            <p:nvSpPr>
              <p:cNvPr id="3817" name="Google Shape;3817;g3e34c58cc36_0_688"/>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818" name="Google Shape;3818;g3e34c58cc36_0_688"/>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819" name="Google Shape;3819;g3e34c58cc36_0_688"/>
              <p:cNvGrpSpPr/>
              <p:nvPr/>
            </p:nvGrpSpPr>
            <p:grpSpPr>
              <a:xfrm>
                <a:off x="-3386389" y="830833"/>
                <a:ext cx="139393" cy="109560"/>
                <a:chOff x="-2866744" y="827071"/>
                <a:chExt cx="168654" cy="132575"/>
              </a:xfrm>
            </p:grpSpPr>
            <p:grpSp>
              <p:nvGrpSpPr>
                <p:cNvPr id="3820" name="Google Shape;3820;g3e34c58cc36_0_688"/>
                <p:cNvGrpSpPr/>
                <p:nvPr/>
              </p:nvGrpSpPr>
              <p:grpSpPr>
                <a:xfrm>
                  <a:off x="-2866744" y="827071"/>
                  <a:ext cx="168654" cy="132575"/>
                  <a:chOff x="-2866744" y="827071"/>
                  <a:chExt cx="168654" cy="132575"/>
                </a:xfrm>
              </p:grpSpPr>
              <p:cxnSp>
                <p:nvCxnSpPr>
                  <p:cNvPr id="3821" name="Google Shape;3821;g3e34c58cc36_0_688"/>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22" name="Google Shape;3822;g3e34c58cc36_0_688"/>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23" name="Google Shape;3823;g3e34c58cc36_0_688"/>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24" name="Google Shape;3824;g3e34c58cc36_0_688"/>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25" name="Google Shape;3825;g3e34c58cc36_0_688"/>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826" name="Google Shape;3826;g3e34c58cc36_0_688"/>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827" name="Google Shape;3827;g3e34c58cc36_0_688"/>
              <p:cNvGrpSpPr/>
              <p:nvPr/>
            </p:nvGrpSpPr>
            <p:grpSpPr>
              <a:xfrm>
                <a:off x="-3605416" y="830847"/>
                <a:ext cx="139495" cy="109560"/>
                <a:chOff x="-2866868" y="518074"/>
                <a:chExt cx="168778" cy="132575"/>
              </a:xfrm>
            </p:grpSpPr>
            <p:grpSp>
              <p:nvGrpSpPr>
                <p:cNvPr id="3828" name="Google Shape;3828;g3e34c58cc36_0_688"/>
                <p:cNvGrpSpPr/>
                <p:nvPr/>
              </p:nvGrpSpPr>
              <p:grpSpPr>
                <a:xfrm>
                  <a:off x="-2866744" y="518074"/>
                  <a:ext cx="168654" cy="132575"/>
                  <a:chOff x="-2866744" y="518074"/>
                  <a:chExt cx="168654" cy="132575"/>
                </a:xfrm>
              </p:grpSpPr>
              <p:cxnSp>
                <p:nvCxnSpPr>
                  <p:cNvPr id="3829" name="Google Shape;3829;g3e34c58cc36_0_688"/>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30" name="Google Shape;3830;g3e34c58cc36_0_688"/>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31" name="Google Shape;3831;g3e34c58cc36_0_688"/>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32" name="Google Shape;3832;g3e34c58cc36_0_688"/>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33" name="Google Shape;3833;g3e34c58cc36_0_688"/>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834" name="Google Shape;3834;g3e34c58cc36_0_688"/>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835" name="Google Shape;3835;g3e34c58cc36_0_688"/>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836" name="Google Shape;3836;g3e34c58cc36_0_688"/>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837" name="Google Shape;3837;g3e34c58cc36_0_688"/>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838" name="Google Shape;3838;g3e34c58cc36_0_688"/>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839" name="Google Shape;3839;g3e34c58cc36_0_688"/>
              <p:cNvGrpSpPr/>
              <p:nvPr/>
            </p:nvGrpSpPr>
            <p:grpSpPr>
              <a:xfrm>
                <a:off x="-2916763" y="769168"/>
                <a:ext cx="268800" cy="248400"/>
                <a:chOff x="-2916763" y="769168"/>
                <a:chExt cx="268800" cy="248400"/>
              </a:xfrm>
            </p:grpSpPr>
            <p:sp>
              <p:nvSpPr>
                <p:cNvPr id="3840" name="Google Shape;3840;g3e34c58cc36_0_688"/>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841" name="Google Shape;3841;g3e34c58cc36_0_688"/>
                <p:cNvGrpSpPr/>
                <p:nvPr/>
              </p:nvGrpSpPr>
              <p:grpSpPr>
                <a:xfrm>
                  <a:off x="-2866744" y="827071"/>
                  <a:ext cx="168654" cy="132575"/>
                  <a:chOff x="-2866744" y="827071"/>
                  <a:chExt cx="168654" cy="132575"/>
                </a:xfrm>
              </p:grpSpPr>
              <p:cxnSp>
                <p:nvCxnSpPr>
                  <p:cNvPr id="3842" name="Google Shape;3842;g3e34c58cc36_0_688"/>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43" name="Google Shape;3843;g3e34c58cc36_0_688"/>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44" name="Google Shape;3844;g3e34c58cc36_0_688"/>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45" name="Google Shape;3845;g3e34c58cc36_0_688"/>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46" name="Google Shape;3846;g3e34c58cc36_0_688"/>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847" name="Google Shape;3847;g3e34c58cc36_0_688"/>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848" name="Google Shape;3848;g3e34c58cc36_0_688"/>
              <p:cNvGrpSpPr/>
              <p:nvPr/>
            </p:nvGrpSpPr>
            <p:grpSpPr>
              <a:xfrm>
                <a:off x="-2916763" y="460171"/>
                <a:ext cx="268800" cy="248400"/>
                <a:chOff x="-2916763" y="460171"/>
                <a:chExt cx="268800" cy="248400"/>
              </a:xfrm>
            </p:grpSpPr>
            <p:sp>
              <p:nvSpPr>
                <p:cNvPr id="3849" name="Google Shape;3849;g3e34c58cc36_0_688"/>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850" name="Google Shape;3850;g3e34c58cc36_0_688"/>
                <p:cNvGrpSpPr/>
                <p:nvPr/>
              </p:nvGrpSpPr>
              <p:grpSpPr>
                <a:xfrm>
                  <a:off x="-2866744" y="518074"/>
                  <a:ext cx="168654" cy="132575"/>
                  <a:chOff x="-2866744" y="518074"/>
                  <a:chExt cx="168654" cy="132575"/>
                </a:xfrm>
              </p:grpSpPr>
              <p:cxnSp>
                <p:nvCxnSpPr>
                  <p:cNvPr id="3851" name="Google Shape;3851;g3e34c58cc36_0_688"/>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52" name="Google Shape;3852;g3e34c58cc36_0_688"/>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53" name="Google Shape;3853;g3e34c58cc36_0_688"/>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54" name="Google Shape;3854;g3e34c58cc36_0_688"/>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855" name="Google Shape;3855;g3e34c58cc36_0_688"/>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856" name="Google Shape;3856;g3e34c58cc36_0_688"/>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857" name="Google Shape;3857;g3e34c58cc36_0_688"/>
            <p:cNvGrpSpPr/>
            <p:nvPr/>
          </p:nvGrpSpPr>
          <p:grpSpPr>
            <a:xfrm>
              <a:off x="-938352" y="4662750"/>
              <a:ext cx="627733" cy="576735"/>
              <a:chOff x="-1753862" y="6112775"/>
              <a:chExt cx="759600" cy="697889"/>
            </a:xfrm>
          </p:grpSpPr>
          <p:grpSp>
            <p:nvGrpSpPr>
              <p:cNvPr id="3858" name="Google Shape;3858;g3e34c58cc36_0_688"/>
              <p:cNvGrpSpPr/>
              <p:nvPr/>
            </p:nvGrpSpPr>
            <p:grpSpPr>
              <a:xfrm>
                <a:off x="-1484858" y="6112775"/>
                <a:ext cx="205430" cy="293286"/>
                <a:chOff x="4768" y="2783"/>
                <a:chExt cx="788" cy="1125"/>
              </a:xfrm>
            </p:grpSpPr>
            <p:sp>
              <p:nvSpPr>
                <p:cNvPr id="3859" name="Google Shape;3859;g3e34c58cc36_0_688"/>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860" name="Google Shape;3860;g3e34c58cc36_0_688"/>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861" name="Google Shape;3861;g3e34c58cc36_0_688"/>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862" name="Google Shape;3862;g3e34c58cc36_0_688"/>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
        <p:nvSpPr>
          <p:cNvPr id="3863" name="Google Shape;3863;g3e34c58cc36_0_688"/>
          <p:cNvSpPr txBox="1"/>
          <p:nvPr/>
        </p:nvSpPr>
        <p:spPr>
          <a:xfrm>
            <a:off x="279300" y="3413325"/>
            <a:ext cx="11527200" cy="277200"/>
          </a:xfrm>
          <a:prstGeom prst="rect">
            <a:avLst/>
          </a:prstGeom>
          <a:noFill/>
          <a:ln>
            <a:noFill/>
          </a:ln>
        </p:spPr>
        <p:txBody>
          <a:bodyPr spcFirstLastPara="1" wrap="square" lIns="0" tIns="0" rIns="0" bIns="0" anchor="t" anchorCtr="0">
            <a:spAutoFit/>
          </a:bodyPr>
          <a:lstStyle/>
          <a:p>
            <a:pPr marL="457200" marR="0" lvl="0" indent="0" algn="just" rtl="0">
              <a:lnSpc>
                <a:spcPct val="90000"/>
              </a:lnSpc>
              <a:spcBef>
                <a:spcPts val="0"/>
              </a:spcBef>
              <a:spcAft>
                <a:spcPts val="0"/>
              </a:spcAft>
              <a:buNone/>
            </a:pPr>
            <a:endParaRPr sz="2000">
              <a:solidFill>
                <a:schemeClr val="dk2"/>
              </a:solidFill>
            </a:endParaRPr>
          </a:p>
        </p:txBody>
      </p:sp>
      <p:pic>
        <p:nvPicPr>
          <p:cNvPr id="3864" name="Google Shape;3864;g3e34c58cc36_0_688"/>
          <p:cNvPicPr preferRelativeResize="0"/>
          <p:nvPr/>
        </p:nvPicPr>
        <p:blipFill>
          <a:blip r:embed="rId3">
            <a:alphaModFix/>
          </a:blip>
          <a:stretch>
            <a:fillRect/>
          </a:stretch>
        </p:blipFill>
        <p:spPr>
          <a:xfrm>
            <a:off x="6943725" y="3324381"/>
            <a:ext cx="5248275" cy="3076426"/>
          </a:xfrm>
          <a:prstGeom prst="rect">
            <a:avLst/>
          </a:prstGeom>
          <a:noFill/>
          <a:ln>
            <a:noFill/>
          </a:ln>
        </p:spPr>
      </p:pic>
      <p:pic>
        <p:nvPicPr>
          <p:cNvPr id="3865" name="Google Shape;3865;g3e34c58cc36_0_688"/>
          <p:cNvPicPr preferRelativeResize="0"/>
          <p:nvPr/>
        </p:nvPicPr>
        <p:blipFill>
          <a:blip r:embed="rId4">
            <a:alphaModFix/>
          </a:blip>
          <a:stretch>
            <a:fillRect/>
          </a:stretch>
        </p:blipFill>
        <p:spPr>
          <a:xfrm>
            <a:off x="8407275" y="1692472"/>
            <a:ext cx="1795501" cy="1476604"/>
          </a:xfrm>
          <a:prstGeom prst="rect">
            <a:avLst/>
          </a:prstGeom>
          <a:noFill/>
          <a:ln>
            <a:noFill/>
          </a:ln>
        </p:spPr>
      </p:pic>
      <p:sp>
        <p:nvSpPr>
          <p:cNvPr id="3866" name="Google Shape;3866;g3e34c58cc36_0_688"/>
          <p:cNvSpPr txBox="1"/>
          <p:nvPr/>
        </p:nvSpPr>
        <p:spPr>
          <a:xfrm>
            <a:off x="163500" y="3324375"/>
            <a:ext cx="6971100" cy="22164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When propulsors (either longitudinal or vertical) are at the below the equator:</a:t>
            </a:r>
            <a:endParaRPr sz="2000">
              <a:solidFill>
                <a:schemeClr val="dk2"/>
              </a:solidFill>
            </a:endParaRPr>
          </a:p>
          <a:p>
            <a:pPr marL="914400" marR="0" lvl="1" indent="-355600" algn="just" rtl="0">
              <a:lnSpc>
                <a:spcPct val="90000"/>
              </a:lnSpc>
              <a:spcBef>
                <a:spcPts val="0"/>
              </a:spcBef>
              <a:spcAft>
                <a:spcPts val="0"/>
              </a:spcAft>
              <a:buClr>
                <a:schemeClr val="dk2"/>
              </a:buClr>
              <a:buSzPts val="2000"/>
              <a:buChar char="○"/>
            </a:pPr>
            <a:r>
              <a:rPr lang="en-GB" sz="2000">
                <a:solidFill>
                  <a:schemeClr val="dk2"/>
                </a:solidFill>
              </a:rPr>
              <a:t>Upper support strut increases in angle wrt. the main strut while the lower support structure strut decreases in angle wrt. the main strut - attachment point on airship maintained</a:t>
            </a:r>
            <a:endParaRPr sz="2000">
              <a:solidFill>
                <a:schemeClr val="dk2"/>
              </a:solidFill>
            </a:endParaRPr>
          </a:p>
          <a:p>
            <a:pPr marL="914400" marR="0" lvl="1" indent="-355600" algn="just" rtl="0">
              <a:lnSpc>
                <a:spcPct val="90000"/>
              </a:lnSpc>
              <a:spcBef>
                <a:spcPts val="0"/>
              </a:spcBef>
              <a:spcAft>
                <a:spcPts val="0"/>
              </a:spcAft>
              <a:buClr>
                <a:schemeClr val="dk2"/>
              </a:buClr>
              <a:buSzPts val="2000"/>
              <a:buChar char="○"/>
            </a:pPr>
            <a:r>
              <a:rPr lang="en-GB" sz="2000">
                <a:solidFill>
                  <a:schemeClr val="dk2"/>
                </a:solidFill>
              </a:rPr>
              <a:t>Load-patch radius increases to ensure that support structure remains on load-patch.</a:t>
            </a:r>
            <a:endParaRPr sz="2000">
              <a:solidFill>
                <a:schemeClr val="dk2"/>
              </a:solidFill>
            </a:endParaRPr>
          </a:p>
        </p:txBody>
      </p:sp>
      <p:pic>
        <p:nvPicPr>
          <p:cNvPr id="3867" name="Google Shape;3867;g3e34c58cc36_0_688"/>
          <p:cNvPicPr preferRelativeResize="0"/>
          <p:nvPr/>
        </p:nvPicPr>
        <p:blipFill>
          <a:blip r:embed="rId5">
            <a:alphaModFix/>
          </a:blip>
          <a:stretch>
            <a:fillRect/>
          </a:stretch>
        </p:blipFill>
        <p:spPr>
          <a:xfrm>
            <a:off x="4776550" y="5265950"/>
            <a:ext cx="2260301" cy="155255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1"/>
        <p:cNvGrpSpPr/>
        <p:nvPr/>
      </p:nvGrpSpPr>
      <p:grpSpPr>
        <a:xfrm>
          <a:off x="0" y="0"/>
          <a:ext cx="0" cy="0"/>
          <a:chOff x="0" y="0"/>
          <a:chExt cx="0" cy="0"/>
        </a:xfrm>
      </p:grpSpPr>
      <p:sp>
        <p:nvSpPr>
          <p:cNvPr id="3872" name="Google Shape;3872;g3dc3dab8585_0_42"/>
          <p:cNvSpPr txBox="1">
            <a:spLocks noGrp="1"/>
          </p:cNvSpPr>
          <p:nvPr>
            <p:ph type="title"/>
          </p:nvPr>
        </p:nvSpPr>
        <p:spPr>
          <a:xfrm>
            <a:off x="0" y="-429019"/>
            <a:ext cx="1782600" cy="5541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Chapter | dark mode</a:t>
            </a:r>
            <a:endParaRPr/>
          </a:p>
        </p:txBody>
      </p:sp>
      <p:sp>
        <p:nvSpPr>
          <p:cNvPr id="3873" name="Google Shape;3873;g3dc3dab8585_0_42"/>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874" name="Google Shape;3874;g3dc3dab8585_0_42"/>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20</a:t>
            </a:fld>
            <a:endParaRPr/>
          </a:p>
        </p:txBody>
      </p:sp>
      <p:sp>
        <p:nvSpPr>
          <p:cNvPr id="3875" name="Google Shape;3875;g3dc3dab8585_0_42"/>
          <p:cNvSpPr/>
          <p:nvPr/>
        </p:nvSpPr>
        <p:spPr>
          <a:xfrm>
            <a:off x="3818238" y="719138"/>
            <a:ext cx="7651500" cy="5281500"/>
          </a:xfrm>
          <a:prstGeom prst="rect">
            <a:avLst/>
          </a:prstGeom>
          <a:solidFill>
            <a:schemeClr val="accent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grpSp>
        <p:nvGrpSpPr>
          <p:cNvPr id="3876" name="Google Shape;3876;g3dc3dab8585_0_42"/>
          <p:cNvGrpSpPr/>
          <p:nvPr/>
        </p:nvGrpSpPr>
        <p:grpSpPr>
          <a:xfrm>
            <a:off x="719133" y="1565265"/>
            <a:ext cx="4005866" cy="2251643"/>
            <a:chOff x="719138" y="1565275"/>
            <a:chExt cx="5349000" cy="3006600"/>
          </a:xfrm>
        </p:grpSpPr>
        <p:sp>
          <p:nvSpPr>
            <p:cNvPr id="3877" name="Google Shape;3877;g3dc3dab8585_0_42"/>
            <p:cNvSpPr/>
            <p:nvPr/>
          </p:nvSpPr>
          <p:spPr>
            <a:xfrm>
              <a:off x="719138" y="1565275"/>
              <a:ext cx="5349000" cy="30066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878" name="Google Shape;3878;g3dc3dab8585_0_42"/>
            <p:cNvSpPr/>
            <p:nvPr/>
          </p:nvSpPr>
          <p:spPr>
            <a:xfrm>
              <a:off x="719138" y="1565275"/>
              <a:ext cx="5338704" cy="3000375"/>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grpSp>
      <p:sp>
        <p:nvSpPr>
          <p:cNvPr id="3879" name="Google Shape;3879;g3dc3dab8585_0_42"/>
          <p:cNvSpPr txBox="1"/>
          <p:nvPr/>
        </p:nvSpPr>
        <p:spPr>
          <a:xfrm>
            <a:off x="5288058" y="2190058"/>
            <a:ext cx="5288700" cy="7389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accent1"/>
              </a:buClr>
              <a:buSzPts val="5760"/>
              <a:buFont typeface="Arial"/>
              <a:buNone/>
            </a:pPr>
            <a:r>
              <a:rPr lang="en-GB" sz="4800" b="1">
                <a:solidFill>
                  <a:schemeClr val="lt1"/>
                </a:solidFill>
              </a:rPr>
              <a:t>Ballonet</a:t>
            </a:r>
            <a:endParaRPr/>
          </a:p>
        </p:txBody>
      </p:sp>
      <p:sp>
        <p:nvSpPr>
          <p:cNvPr id="3880" name="Google Shape;3880;g3dc3dab8585_0_42"/>
          <p:cNvSpPr txBox="1"/>
          <p:nvPr/>
        </p:nvSpPr>
        <p:spPr>
          <a:xfrm>
            <a:off x="1467775" y="2026350"/>
            <a:ext cx="1938600" cy="14223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accent1"/>
              </a:buClr>
              <a:buSzPts val="11520"/>
              <a:buFont typeface="Arial"/>
              <a:buNone/>
            </a:pPr>
            <a:r>
              <a:rPr lang="en-GB" sz="9600" b="0" i="0" cap="none">
                <a:solidFill>
                  <a:schemeClr val="lt1"/>
                </a:solidFill>
                <a:latin typeface="Arial"/>
                <a:ea typeface="Arial"/>
                <a:cs typeface="Arial"/>
                <a:sym typeface="Arial"/>
              </a:rPr>
              <a:t>0</a:t>
            </a:r>
            <a:r>
              <a:rPr lang="en-GB" sz="9600">
                <a:solidFill>
                  <a:schemeClr val="lt1"/>
                </a:solidFill>
              </a:rPr>
              <a:t>5</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84"/>
        <p:cNvGrpSpPr/>
        <p:nvPr/>
      </p:nvGrpSpPr>
      <p:grpSpPr>
        <a:xfrm>
          <a:off x="0" y="0"/>
          <a:ext cx="0" cy="0"/>
          <a:chOff x="0" y="0"/>
          <a:chExt cx="0" cy="0"/>
        </a:xfrm>
      </p:grpSpPr>
      <p:grpSp>
        <p:nvGrpSpPr>
          <p:cNvPr id="3885" name="Google Shape;3885;g3e34c58cc36_0_786"/>
          <p:cNvGrpSpPr/>
          <p:nvPr/>
        </p:nvGrpSpPr>
        <p:grpSpPr>
          <a:xfrm>
            <a:off x="721161" y="6216798"/>
            <a:ext cx="961228" cy="381610"/>
            <a:chOff x="2807303" y="2354764"/>
            <a:chExt cx="944974" cy="368527"/>
          </a:xfrm>
        </p:grpSpPr>
        <p:sp>
          <p:nvSpPr>
            <p:cNvPr id="3886" name="Google Shape;3886;g3e34c58cc36_0_786"/>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7" name="Google Shape;3887;g3e34c58cc36_0_786"/>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8" name="Google Shape;3888;g3e34c58cc36_0_786"/>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9" name="Google Shape;3889;g3e34c58cc36_0_786"/>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0" name="Google Shape;3890;g3e34c58cc36_0_786"/>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1" name="Google Shape;3891;g3e34c58cc36_0_786"/>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2" name="Google Shape;3892;g3e34c58cc36_0_786"/>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3" name="Google Shape;3893;g3e34c58cc36_0_786"/>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894" name="Google Shape;3894;g3e34c58cc36_0_786"/>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3895" name="Google Shape;3895;g3e34c58cc36_0_786"/>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896" name="Google Shape;3896;g3e34c58cc36_0_786"/>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21</a:t>
            </a:fld>
            <a:endParaRPr/>
          </a:p>
        </p:txBody>
      </p:sp>
      <p:sp>
        <p:nvSpPr>
          <p:cNvPr id="3897" name="Google Shape;3897;g3e34c58cc36_0_786"/>
          <p:cNvSpPr txBox="1"/>
          <p:nvPr/>
        </p:nvSpPr>
        <p:spPr>
          <a:xfrm>
            <a:off x="5305400" y="169875"/>
            <a:ext cx="7072200" cy="400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2600" b="1">
                <a:solidFill>
                  <a:schemeClr val="lt1"/>
                </a:solidFill>
              </a:rPr>
              <a:t>Design</a:t>
            </a:r>
            <a:endParaRPr sz="300"/>
          </a:p>
        </p:txBody>
      </p:sp>
      <p:sp>
        <p:nvSpPr>
          <p:cNvPr id="3898" name="Google Shape;3898;g3e34c58cc36_0_786"/>
          <p:cNvSpPr txBox="1"/>
          <p:nvPr/>
        </p:nvSpPr>
        <p:spPr>
          <a:xfrm>
            <a:off x="206375" y="769125"/>
            <a:ext cx="11758800" cy="8313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Ballonet is used for altering the density of the lifting gas.</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Also provides expansion volume for the lifting gas as altitude increases, maintaining near-zero envelope overpressure until the pressure ceiling is reached.</a:t>
            </a:r>
            <a:endParaRPr sz="2000">
              <a:solidFill>
                <a:schemeClr val="dk2"/>
              </a:solidFill>
            </a:endParaRPr>
          </a:p>
        </p:txBody>
      </p:sp>
      <p:grpSp>
        <p:nvGrpSpPr>
          <p:cNvPr id="3899" name="Google Shape;3899;g3e34c58cc36_0_786"/>
          <p:cNvGrpSpPr/>
          <p:nvPr/>
        </p:nvGrpSpPr>
        <p:grpSpPr>
          <a:xfrm>
            <a:off x="12377595" y="0"/>
            <a:ext cx="3693486" cy="5359349"/>
            <a:chOff x="-3786437" y="0"/>
            <a:chExt cx="3693486" cy="5359349"/>
          </a:xfrm>
        </p:grpSpPr>
        <p:sp>
          <p:nvSpPr>
            <p:cNvPr id="3900" name="Google Shape;3900;g3e34c58cc36_0_786"/>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3901" name="Google Shape;3901;g3e34c58cc36_0_786"/>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3902" name="Google Shape;3902;g3e34c58cc36_0_786"/>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3903" name="Google Shape;3903;g3e34c58cc36_0_786"/>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3904" name="Google Shape;3904;g3e34c58cc36_0_786"/>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3905" name="Google Shape;3905;g3e34c58cc36_0_786"/>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3906" name="Google Shape;3906;g3e34c58cc36_0_786"/>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3907" name="Google Shape;3907;g3e34c58cc36_0_786"/>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908" name="Google Shape;3908;g3e34c58cc36_0_786"/>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3909" name="Google Shape;3909;g3e34c58cc36_0_786"/>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3910" name="Google Shape;3910;g3e34c58cc36_0_786"/>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3911" name="Google Shape;3911;g3e34c58cc36_0_786"/>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3912" name="Google Shape;3912;g3e34c58cc36_0_786"/>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3913" name="Google Shape;3913;g3e34c58cc36_0_786"/>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3914" name="Google Shape;3914;g3e34c58cc36_0_786"/>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3915" name="Google Shape;3915;g3e34c58cc36_0_786"/>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3916" name="Google Shape;3916;g3e34c58cc36_0_786"/>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3917" name="Google Shape;3917;g3e34c58cc36_0_786"/>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3918" name="Google Shape;3918;g3e34c58cc36_0_786"/>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3919" name="Google Shape;3919;g3e34c58cc36_0_786"/>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3920" name="Google Shape;3920;g3e34c58cc36_0_786"/>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3921" name="Google Shape;3921;g3e34c58cc36_0_786"/>
            <p:cNvGrpSpPr/>
            <p:nvPr/>
          </p:nvGrpSpPr>
          <p:grpSpPr>
            <a:xfrm>
              <a:off x="-376743" y="4400265"/>
              <a:ext cx="283792" cy="283792"/>
              <a:chOff x="-510741" y="5913713"/>
              <a:chExt cx="267652" cy="267652"/>
            </a:xfrm>
          </p:grpSpPr>
          <p:sp>
            <p:nvSpPr>
              <p:cNvPr id="3922" name="Google Shape;3922;g3e34c58cc36_0_786"/>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3923" name="Google Shape;3923;g3e34c58cc36_0_786"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3924" name="Google Shape;3924;g3e34c58cc36_0_786"/>
            <p:cNvGrpSpPr/>
            <p:nvPr/>
          </p:nvGrpSpPr>
          <p:grpSpPr>
            <a:xfrm>
              <a:off x="-3605416" y="458674"/>
              <a:ext cx="3234613" cy="558894"/>
              <a:chOff x="-3605416" y="458674"/>
              <a:chExt cx="3234613" cy="558894"/>
            </a:xfrm>
          </p:grpSpPr>
          <p:sp>
            <p:nvSpPr>
              <p:cNvPr id="3925" name="Google Shape;3925;g3e34c58cc36_0_786"/>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3926" name="Google Shape;3926;g3e34c58cc36_0_786"/>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3927" name="Google Shape;3927;g3e34c58cc36_0_786"/>
              <p:cNvGrpSpPr/>
              <p:nvPr/>
            </p:nvGrpSpPr>
            <p:grpSpPr>
              <a:xfrm>
                <a:off x="-3386389" y="830833"/>
                <a:ext cx="139393" cy="109560"/>
                <a:chOff x="-2866744" y="827071"/>
                <a:chExt cx="168654" cy="132575"/>
              </a:xfrm>
            </p:grpSpPr>
            <p:grpSp>
              <p:nvGrpSpPr>
                <p:cNvPr id="3928" name="Google Shape;3928;g3e34c58cc36_0_786"/>
                <p:cNvGrpSpPr/>
                <p:nvPr/>
              </p:nvGrpSpPr>
              <p:grpSpPr>
                <a:xfrm>
                  <a:off x="-2866744" y="827071"/>
                  <a:ext cx="168654" cy="132575"/>
                  <a:chOff x="-2866744" y="827071"/>
                  <a:chExt cx="168654" cy="132575"/>
                </a:xfrm>
              </p:grpSpPr>
              <p:cxnSp>
                <p:nvCxnSpPr>
                  <p:cNvPr id="3929" name="Google Shape;3929;g3e34c58cc36_0_786"/>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30" name="Google Shape;3930;g3e34c58cc36_0_786"/>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31" name="Google Shape;3931;g3e34c58cc36_0_786"/>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32" name="Google Shape;3932;g3e34c58cc36_0_786"/>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33" name="Google Shape;3933;g3e34c58cc36_0_786"/>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934" name="Google Shape;3934;g3e34c58cc36_0_786"/>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935" name="Google Shape;3935;g3e34c58cc36_0_786"/>
              <p:cNvGrpSpPr/>
              <p:nvPr/>
            </p:nvGrpSpPr>
            <p:grpSpPr>
              <a:xfrm>
                <a:off x="-3605416" y="830847"/>
                <a:ext cx="139495" cy="109560"/>
                <a:chOff x="-2866868" y="518074"/>
                <a:chExt cx="168778" cy="132575"/>
              </a:xfrm>
            </p:grpSpPr>
            <p:grpSp>
              <p:nvGrpSpPr>
                <p:cNvPr id="3936" name="Google Shape;3936;g3e34c58cc36_0_786"/>
                <p:cNvGrpSpPr/>
                <p:nvPr/>
              </p:nvGrpSpPr>
              <p:grpSpPr>
                <a:xfrm>
                  <a:off x="-2866744" y="518074"/>
                  <a:ext cx="168654" cy="132575"/>
                  <a:chOff x="-2866744" y="518074"/>
                  <a:chExt cx="168654" cy="132575"/>
                </a:xfrm>
              </p:grpSpPr>
              <p:cxnSp>
                <p:nvCxnSpPr>
                  <p:cNvPr id="3937" name="Google Shape;3937;g3e34c58cc36_0_786"/>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38" name="Google Shape;3938;g3e34c58cc36_0_786"/>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39" name="Google Shape;3939;g3e34c58cc36_0_786"/>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40" name="Google Shape;3940;g3e34c58cc36_0_786"/>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41" name="Google Shape;3941;g3e34c58cc36_0_786"/>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942" name="Google Shape;3942;g3e34c58cc36_0_786"/>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3943" name="Google Shape;3943;g3e34c58cc36_0_786"/>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3944" name="Google Shape;3944;g3e34c58cc36_0_786"/>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3945" name="Google Shape;3945;g3e34c58cc36_0_786"/>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3946" name="Google Shape;3946;g3e34c58cc36_0_786"/>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3947" name="Google Shape;3947;g3e34c58cc36_0_786"/>
              <p:cNvGrpSpPr/>
              <p:nvPr/>
            </p:nvGrpSpPr>
            <p:grpSpPr>
              <a:xfrm>
                <a:off x="-2916763" y="769168"/>
                <a:ext cx="268800" cy="248400"/>
                <a:chOff x="-2916763" y="769168"/>
                <a:chExt cx="268800" cy="248400"/>
              </a:xfrm>
            </p:grpSpPr>
            <p:sp>
              <p:nvSpPr>
                <p:cNvPr id="3948" name="Google Shape;3948;g3e34c58cc36_0_786"/>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949" name="Google Shape;3949;g3e34c58cc36_0_786"/>
                <p:cNvGrpSpPr/>
                <p:nvPr/>
              </p:nvGrpSpPr>
              <p:grpSpPr>
                <a:xfrm>
                  <a:off x="-2866744" y="827071"/>
                  <a:ext cx="168654" cy="132575"/>
                  <a:chOff x="-2866744" y="827071"/>
                  <a:chExt cx="168654" cy="132575"/>
                </a:xfrm>
              </p:grpSpPr>
              <p:cxnSp>
                <p:nvCxnSpPr>
                  <p:cNvPr id="3950" name="Google Shape;3950;g3e34c58cc36_0_786"/>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51" name="Google Shape;3951;g3e34c58cc36_0_786"/>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52" name="Google Shape;3952;g3e34c58cc36_0_786"/>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53" name="Google Shape;3953;g3e34c58cc36_0_786"/>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54" name="Google Shape;3954;g3e34c58cc36_0_786"/>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955" name="Google Shape;3955;g3e34c58cc36_0_786"/>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3956" name="Google Shape;3956;g3e34c58cc36_0_786"/>
              <p:cNvGrpSpPr/>
              <p:nvPr/>
            </p:nvGrpSpPr>
            <p:grpSpPr>
              <a:xfrm>
                <a:off x="-2916763" y="460171"/>
                <a:ext cx="268800" cy="248400"/>
                <a:chOff x="-2916763" y="460171"/>
                <a:chExt cx="268800" cy="248400"/>
              </a:xfrm>
            </p:grpSpPr>
            <p:sp>
              <p:nvSpPr>
                <p:cNvPr id="3957" name="Google Shape;3957;g3e34c58cc36_0_786"/>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3958" name="Google Shape;3958;g3e34c58cc36_0_786"/>
                <p:cNvGrpSpPr/>
                <p:nvPr/>
              </p:nvGrpSpPr>
              <p:grpSpPr>
                <a:xfrm>
                  <a:off x="-2866744" y="518074"/>
                  <a:ext cx="168654" cy="132575"/>
                  <a:chOff x="-2866744" y="518074"/>
                  <a:chExt cx="168654" cy="132575"/>
                </a:xfrm>
              </p:grpSpPr>
              <p:cxnSp>
                <p:nvCxnSpPr>
                  <p:cNvPr id="3959" name="Google Shape;3959;g3e34c58cc36_0_786"/>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60" name="Google Shape;3960;g3e34c58cc36_0_786"/>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61" name="Google Shape;3961;g3e34c58cc36_0_786"/>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62" name="Google Shape;3962;g3e34c58cc36_0_786"/>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3963" name="Google Shape;3963;g3e34c58cc36_0_786"/>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3964" name="Google Shape;3964;g3e34c58cc36_0_786"/>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3965" name="Google Shape;3965;g3e34c58cc36_0_786"/>
            <p:cNvGrpSpPr/>
            <p:nvPr/>
          </p:nvGrpSpPr>
          <p:grpSpPr>
            <a:xfrm>
              <a:off x="-938352" y="4662750"/>
              <a:ext cx="627733" cy="576735"/>
              <a:chOff x="-1753862" y="6112775"/>
              <a:chExt cx="759600" cy="697889"/>
            </a:xfrm>
          </p:grpSpPr>
          <p:grpSp>
            <p:nvGrpSpPr>
              <p:cNvPr id="3966" name="Google Shape;3966;g3e34c58cc36_0_786"/>
              <p:cNvGrpSpPr/>
              <p:nvPr/>
            </p:nvGrpSpPr>
            <p:grpSpPr>
              <a:xfrm>
                <a:off x="-1484858" y="6112775"/>
                <a:ext cx="205430" cy="293286"/>
                <a:chOff x="4768" y="2783"/>
                <a:chExt cx="788" cy="1125"/>
              </a:xfrm>
            </p:grpSpPr>
            <p:sp>
              <p:nvSpPr>
                <p:cNvPr id="3967" name="Google Shape;3967;g3e34c58cc36_0_786"/>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968" name="Google Shape;3968;g3e34c58cc36_0_786"/>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3969" name="Google Shape;3969;g3e34c58cc36_0_786"/>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3970" name="Google Shape;3970;g3e34c58cc36_0_786"/>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pic>
        <p:nvPicPr>
          <p:cNvPr id="3971" name="Google Shape;3971;g3e34c58cc36_0_786"/>
          <p:cNvPicPr preferRelativeResize="0"/>
          <p:nvPr/>
        </p:nvPicPr>
        <p:blipFill>
          <a:blip r:embed="rId3">
            <a:alphaModFix/>
          </a:blip>
          <a:stretch>
            <a:fillRect/>
          </a:stretch>
        </p:blipFill>
        <p:spPr>
          <a:xfrm>
            <a:off x="2499863" y="1751913"/>
            <a:ext cx="2066925" cy="904875"/>
          </a:xfrm>
          <a:prstGeom prst="rect">
            <a:avLst/>
          </a:prstGeom>
          <a:noFill/>
          <a:ln>
            <a:noFill/>
          </a:ln>
        </p:spPr>
      </p:pic>
      <p:pic>
        <p:nvPicPr>
          <p:cNvPr id="3972" name="Google Shape;3972;g3e34c58cc36_0_786"/>
          <p:cNvPicPr preferRelativeResize="0"/>
          <p:nvPr/>
        </p:nvPicPr>
        <p:blipFill>
          <a:blip r:embed="rId4">
            <a:alphaModFix/>
          </a:blip>
          <a:stretch>
            <a:fillRect/>
          </a:stretch>
        </p:blipFill>
        <p:spPr>
          <a:xfrm>
            <a:off x="6292588" y="1918613"/>
            <a:ext cx="3400425" cy="571500"/>
          </a:xfrm>
          <a:prstGeom prst="rect">
            <a:avLst/>
          </a:prstGeom>
          <a:noFill/>
          <a:ln>
            <a:noFill/>
          </a:ln>
        </p:spPr>
      </p:pic>
      <p:sp>
        <p:nvSpPr>
          <p:cNvPr id="3973" name="Google Shape;3973;g3e34c58cc36_0_786"/>
          <p:cNvSpPr txBox="1"/>
          <p:nvPr/>
        </p:nvSpPr>
        <p:spPr>
          <a:xfrm>
            <a:off x="216600" y="3348150"/>
            <a:ext cx="11758800" cy="19395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After the ballonet deflates completely at the max altitude, any further increase in altitude will lead to increase in envelope overpressure. </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This leads to stresses on the outer envelope structure and eventually the structure will fail.</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Due to time constraints, instead of modelling the altitude that you can increase after the ballonet has completely deflated based on envelope structural properties, we have set a ceiling tolerance that the design must adhere to.</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Replacing this will lead to more accurate calculations. </a:t>
            </a:r>
            <a:endParaRPr sz="2000">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77"/>
        <p:cNvGrpSpPr/>
        <p:nvPr/>
      </p:nvGrpSpPr>
      <p:grpSpPr>
        <a:xfrm>
          <a:off x="0" y="0"/>
          <a:ext cx="0" cy="0"/>
          <a:chOff x="0" y="0"/>
          <a:chExt cx="0" cy="0"/>
        </a:xfrm>
      </p:grpSpPr>
      <p:sp>
        <p:nvSpPr>
          <p:cNvPr id="3978" name="Google Shape;3978;g3e34c58cc36_0_880"/>
          <p:cNvSpPr txBox="1">
            <a:spLocks noGrp="1"/>
          </p:cNvSpPr>
          <p:nvPr>
            <p:ph type="title"/>
          </p:nvPr>
        </p:nvSpPr>
        <p:spPr>
          <a:xfrm>
            <a:off x="0" y="-429019"/>
            <a:ext cx="1782600" cy="5541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Chapter | dark mode</a:t>
            </a:r>
            <a:endParaRPr/>
          </a:p>
        </p:txBody>
      </p:sp>
      <p:sp>
        <p:nvSpPr>
          <p:cNvPr id="3979" name="Google Shape;3979;g3e34c58cc36_0_880"/>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3980" name="Google Shape;3980;g3e34c58cc36_0_880"/>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22</a:t>
            </a:fld>
            <a:endParaRPr/>
          </a:p>
        </p:txBody>
      </p:sp>
      <p:sp>
        <p:nvSpPr>
          <p:cNvPr id="3981" name="Google Shape;3981;g3e34c58cc36_0_880"/>
          <p:cNvSpPr/>
          <p:nvPr/>
        </p:nvSpPr>
        <p:spPr>
          <a:xfrm>
            <a:off x="3818238" y="719138"/>
            <a:ext cx="7651500" cy="5281500"/>
          </a:xfrm>
          <a:prstGeom prst="rect">
            <a:avLst/>
          </a:prstGeom>
          <a:solidFill>
            <a:schemeClr val="accent2"/>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grpSp>
        <p:nvGrpSpPr>
          <p:cNvPr id="3982" name="Google Shape;3982;g3e34c58cc36_0_880"/>
          <p:cNvGrpSpPr/>
          <p:nvPr/>
        </p:nvGrpSpPr>
        <p:grpSpPr>
          <a:xfrm>
            <a:off x="719133" y="1565265"/>
            <a:ext cx="4005866" cy="2251643"/>
            <a:chOff x="719138" y="1565275"/>
            <a:chExt cx="5349000" cy="3006600"/>
          </a:xfrm>
        </p:grpSpPr>
        <p:sp>
          <p:nvSpPr>
            <p:cNvPr id="3983" name="Google Shape;3983;g3e34c58cc36_0_880"/>
            <p:cNvSpPr/>
            <p:nvPr/>
          </p:nvSpPr>
          <p:spPr>
            <a:xfrm>
              <a:off x="719138" y="1565275"/>
              <a:ext cx="5349000" cy="3006600"/>
            </a:xfrm>
            <a:prstGeom prst="rect">
              <a:avLst/>
            </a:prstGeom>
            <a:solidFill>
              <a:schemeClr val="accent1"/>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endParaRPr sz="1600">
                <a:solidFill>
                  <a:schemeClr val="lt1"/>
                </a:solidFill>
                <a:latin typeface="Arial"/>
                <a:ea typeface="Arial"/>
                <a:cs typeface="Arial"/>
                <a:sym typeface="Arial"/>
              </a:endParaRPr>
            </a:p>
          </p:txBody>
        </p:sp>
        <p:sp>
          <p:nvSpPr>
            <p:cNvPr id="3984" name="Google Shape;3984;g3e34c58cc36_0_880"/>
            <p:cNvSpPr/>
            <p:nvPr/>
          </p:nvSpPr>
          <p:spPr>
            <a:xfrm>
              <a:off x="719138" y="1565275"/>
              <a:ext cx="5338704" cy="3000375"/>
            </a:xfrm>
            <a:custGeom>
              <a:avLst/>
              <a:gdLst/>
              <a:ahLst/>
              <a:cxnLst/>
              <a:rect l="l" t="t" r="r" b="b"/>
              <a:pathLst>
                <a:path w="12202751" h="6858000"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chemeClr val="accent6"/>
            </a:solidFill>
            <a:ln>
              <a:noFill/>
            </a:ln>
          </p:spPr>
          <p:txBody>
            <a:bodyPr spcFirstLastPara="1" wrap="square" lIns="144000" tIns="144000" rIns="144000" bIns="144000" anchor="ctr" anchorCtr="0">
              <a:noAutofit/>
            </a:bodyPr>
            <a:lstStyle/>
            <a:p>
              <a:pPr marL="0" marR="0" lvl="0" indent="0" algn="ctr" rtl="0">
                <a:lnSpc>
                  <a:spcPct val="90000"/>
                </a:lnSpc>
                <a:spcBef>
                  <a:spcPts val="0"/>
                </a:spcBef>
                <a:spcAft>
                  <a:spcPts val="0"/>
                </a:spcAft>
                <a:buNone/>
              </a:pPr>
              <a:r>
                <a:rPr lang="en-GB"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p:txBody>
        </p:sp>
      </p:grpSp>
      <p:sp>
        <p:nvSpPr>
          <p:cNvPr id="3985" name="Google Shape;3985;g3e34c58cc36_0_880"/>
          <p:cNvSpPr txBox="1"/>
          <p:nvPr/>
        </p:nvSpPr>
        <p:spPr>
          <a:xfrm>
            <a:off x="5446783" y="1645783"/>
            <a:ext cx="5288700" cy="31401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accent1"/>
              </a:buClr>
              <a:buSzPts val="5760"/>
              <a:buFont typeface="Arial"/>
              <a:buNone/>
            </a:pPr>
            <a:r>
              <a:rPr lang="en-GB" sz="4800" b="1">
                <a:solidFill>
                  <a:schemeClr val="lt1"/>
                </a:solidFill>
              </a:rPr>
              <a:t>Energy system (Solar panels - thrusters - batteries)</a:t>
            </a:r>
            <a:endParaRPr/>
          </a:p>
        </p:txBody>
      </p:sp>
      <p:sp>
        <p:nvSpPr>
          <p:cNvPr id="3986" name="Google Shape;3986;g3e34c58cc36_0_880"/>
          <p:cNvSpPr txBox="1"/>
          <p:nvPr/>
        </p:nvSpPr>
        <p:spPr>
          <a:xfrm>
            <a:off x="1467775" y="2026350"/>
            <a:ext cx="1938600" cy="142230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chemeClr val="accent1"/>
              </a:buClr>
              <a:buSzPts val="11520"/>
              <a:buFont typeface="Arial"/>
              <a:buNone/>
            </a:pPr>
            <a:r>
              <a:rPr lang="en-GB" sz="9600" b="0" i="0" cap="none">
                <a:solidFill>
                  <a:schemeClr val="lt1"/>
                </a:solidFill>
                <a:latin typeface="Arial"/>
                <a:ea typeface="Arial"/>
                <a:cs typeface="Arial"/>
                <a:sym typeface="Arial"/>
              </a:rPr>
              <a:t>0</a:t>
            </a:r>
            <a:r>
              <a:rPr lang="en-GB" sz="9600">
                <a:solidFill>
                  <a:schemeClr val="lt1"/>
                </a:solidFill>
              </a:rPr>
              <a:t>6</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90"/>
        <p:cNvGrpSpPr/>
        <p:nvPr/>
      </p:nvGrpSpPr>
      <p:grpSpPr>
        <a:xfrm>
          <a:off x="0" y="0"/>
          <a:ext cx="0" cy="0"/>
          <a:chOff x="0" y="0"/>
          <a:chExt cx="0" cy="0"/>
        </a:xfrm>
      </p:grpSpPr>
      <p:grpSp>
        <p:nvGrpSpPr>
          <p:cNvPr id="3991" name="Google Shape;3991;g3e34c58cc36_0_897"/>
          <p:cNvGrpSpPr/>
          <p:nvPr/>
        </p:nvGrpSpPr>
        <p:grpSpPr>
          <a:xfrm>
            <a:off x="721161" y="6216798"/>
            <a:ext cx="961228" cy="381610"/>
            <a:chOff x="2807303" y="2354764"/>
            <a:chExt cx="944974" cy="368527"/>
          </a:xfrm>
        </p:grpSpPr>
        <p:sp>
          <p:nvSpPr>
            <p:cNvPr id="3992" name="Google Shape;3992;g3e34c58cc36_0_897"/>
            <p:cNvSpPr/>
            <p:nvPr/>
          </p:nvSpPr>
          <p:spPr>
            <a:xfrm>
              <a:off x="2994660" y="2537173"/>
              <a:ext cx="174307" cy="186023"/>
            </a:xfrm>
            <a:custGeom>
              <a:avLst/>
              <a:gdLst/>
              <a:ahLst/>
              <a:cxnLst/>
              <a:rect l="l" t="t" r="r" b="b"/>
              <a:pathLst>
                <a:path w="174307" h="186023"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3" name="Google Shape;3993;g3e34c58cc36_0_897"/>
            <p:cNvSpPr/>
            <p:nvPr/>
          </p:nvSpPr>
          <p:spPr>
            <a:xfrm>
              <a:off x="2807303" y="2537173"/>
              <a:ext cx="163639" cy="182213"/>
            </a:xfrm>
            <a:custGeom>
              <a:avLst/>
              <a:gdLst/>
              <a:ahLst/>
              <a:cxnLst/>
              <a:rect l="l" t="t" r="r" b="b"/>
              <a:pathLst>
                <a:path w="163639" h="182213"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4" name="Google Shape;3994;g3e34c58cc36_0_897"/>
            <p:cNvSpPr/>
            <p:nvPr/>
          </p:nvSpPr>
          <p:spPr>
            <a:xfrm>
              <a:off x="2856490" y="2354764"/>
              <a:ext cx="172449" cy="170903"/>
            </a:xfrm>
            <a:custGeom>
              <a:avLst/>
              <a:gdLst/>
              <a:ahLst/>
              <a:cxnLst/>
              <a:rect l="l" t="t" r="r" b="b"/>
              <a:pathLst>
                <a:path w="172449" h="170903"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5" name="Google Shape;3995;g3e34c58cc36_0_897"/>
            <p:cNvSpPr/>
            <p:nvPr/>
          </p:nvSpPr>
          <p:spPr>
            <a:xfrm>
              <a:off x="3391376" y="2588894"/>
              <a:ext cx="114680" cy="134397"/>
            </a:xfrm>
            <a:custGeom>
              <a:avLst/>
              <a:gdLst/>
              <a:ahLst/>
              <a:cxnLst/>
              <a:rect l="l" t="t" r="r" b="b"/>
              <a:pathLst>
                <a:path w="114680" h="134397"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6" name="Google Shape;3996;g3e34c58cc36_0_897"/>
            <p:cNvSpPr/>
            <p:nvPr/>
          </p:nvSpPr>
          <p:spPr>
            <a:xfrm>
              <a:off x="3535108" y="2537173"/>
              <a:ext cx="24003" cy="182213"/>
            </a:xfrm>
            <a:custGeom>
              <a:avLst/>
              <a:gdLst/>
              <a:ahLst/>
              <a:cxnLst/>
              <a:rect l="l" t="t" r="r" b="b"/>
              <a:pathLst>
                <a:path w="24003" h="182213" extrusionOk="0">
                  <a:moveTo>
                    <a:pt x="0" y="0"/>
                  </a:moveTo>
                  <a:lnTo>
                    <a:pt x="24003" y="0"/>
                  </a:lnTo>
                  <a:lnTo>
                    <a:pt x="24003" y="182213"/>
                  </a:lnTo>
                  <a:lnTo>
                    <a:pt x="0" y="18221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7" name="Google Shape;3997;g3e34c58cc36_0_897"/>
            <p:cNvSpPr/>
            <p:nvPr/>
          </p:nvSpPr>
          <p:spPr>
            <a:xfrm>
              <a:off x="3585591" y="2533363"/>
              <a:ext cx="81533" cy="186023"/>
            </a:xfrm>
            <a:custGeom>
              <a:avLst/>
              <a:gdLst/>
              <a:ahLst/>
              <a:cxnLst/>
              <a:rect l="l" t="t" r="r" b="b"/>
              <a:pathLst>
                <a:path w="81533" h="186023"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8" name="Google Shape;3998;g3e34c58cc36_0_897"/>
            <p:cNvSpPr/>
            <p:nvPr/>
          </p:nvSpPr>
          <p:spPr>
            <a:xfrm>
              <a:off x="3677316" y="2558224"/>
              <a:ext cx="74961" cy="164972"/>
            </a:xfrm>
            <a:custGeom>
              <a:avLst/>
              <a:gdLst/>
              <a:ahLst/>
              <a:cxnLst/>
              <a:rect l="l" t="t" r="r" b="b"/>
              <a:pathLst>
                <a:path w="74961" h="164972"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99" name="Google Shape;3999;g3e34c58cc36_0_897"/>
            <p:cNvSpPr/>
            <p:nvPr/>
          </p:nvSpPr>
          <p:spPr>
            <a:xfrm>
              <a:off x="3219450" y="2537078"/>
              <a:ext cx="148685" cy="182308"/>
            </a:xfrm>
            <a:custGeom>
              <a:avLst/>
              <a:gdLst/>
              <a:ahLst/>
              <a:cxnLst/>
              <a:rect l="l" t="t" r="r" b="b"/>
              <a:pathLst>
                <a:path w="148685" h="182308"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000" name="Google Shape;4000;g3e34c58cc36_0_897"/>
          <p:cNvSpPr txBox="1">
            <a:spLocks noGrp="1"/>
          </p:cNvSpPr>
          <p:nvPr>
            <p:ph type="title"/>
          </p:nvPr>
        </p:nvSpPr>
        <p:spPr>
          <a:xfrm>
            <a:off x="0" y="-429012"/>
            <a:ext cx="1795500" cy="277200"/>
          </a:xfrm>
          <a:prstGeom prst="rect">
            <a:avLst/>
          </a:prstGeom>
          <a:noFill/>
          <a:ln>
            <a:noFill/>
          </a:ln>
        </p:spPr>
        <p:txBody>
          <a:bodyPr spcFirstLastPara="1" wrap="square" lIns="0" tIns="0" rIns="0" bIns="0" anchor="ctr" anchorCtr="0">
            <a:spAutoFit/>
          </a:bodyPr>
          <a:lstStyle/>
          <a:p>
            <a:pPr marL="0" lvl="0" indent="0" algn="l" rtl="0">
              <a:lnSpc>
                <a:spcPct val="100000"/>
              </a:lnSpc>
              <a:spcBef>
                <a:spcPts val="0"/>
              </a:spcBef>
              <a:spcAft>
                <a:spcPts val="0"/>
              </a:spcAft>
              <a:buClr>
                <a:schemeClr val="accent1"/>
              </a:buClr>
              <a:buSzPts val="1800"/>
              <a:buFont typeface="Arial"/>
              <a:buNone/>
            </a:pPr>
            <a:r>
              <a:rPr lang="en-GB"/>
              <a:t>Introduction | 1x</a:t>
            </a:r>
            <a:endParaRPr/>
          </a:p>
        </p:txBody>
      </p:sp>
      <p:sp>
        <p:nvSpPr>
          <p:cNvPr id="4001" name="Google Shape;4001;g3e34c58cc36_0_897"/>
          <p:cNvSpPr txBox="1">
            <a:spLocks noGrp="1"/>
          </p:cNvSpPr>
          <p:nvPr>
            <p:ph type="dt" idx="10"/>
          </p:nvPr>
        </p:nvSpPr>
        <p:spPr>
          <a:xfrm>
            <a:off x="10146569" y="6405669"/>
            <a:ext cx="7662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r>
              <a:rPr lang="en-GB"/>
              <a:t>20-05-26</a:t>
            </a:r>
            <a:endParaRPr/>
          </a:p>
        </p:txBody>
      </p:sp>
      <p:sp>
        <p:nvSpPr>
          <p:cNvPr id="4002" name="Google Shape;4002;g3e34c58cc36_0_897"/>
          <p:cNvSpPr txBox="1">
            <a:spLocks noGrp="1"/>
          </p:cNvSpPr>
          <p:nvPr>
            <p:ph type="sldNum" idx="12"/>
          </p:nvPr>
        </p:nvSpPr>
        <p:spPr>
          <a:xfrm>
            <a:off x="11178464" y="6405669"/>
            <a:ext cx="291300" cy="1848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GB"/>
              <a:t>23</a:t>
            </a:fld>
            <a:endParaRPr/>
          </a:p>
        </p:txBody>
      </p:sp>
      <p:sp>
        <p:nvSpPr>
          <p:cNvPr id="4003" name="Google Shape;4003;g3e34c58cc36_0_897"/>
          <p:cNvSpPr txBox="1"/>
          <p:nvPr/>
        </p:nvSpPr>
        <p:spPr>
          <a:xfrm>
            <a:off x="2847625" y="195950"/>
            <a:ext cx="7072200" cy="523200"/>
          </a:xfrm>
          <a:prstGeom prst="rect">
            <a:avLst/>
          </a:prstGeom>
          <a:noFill/>
          <a:ln>
            <a:noFill/>
          </a:ln>
        </p:spPr>
        <p:txBody>
          <a:bodyPr spcFirstLastPara="1" wrap="square" lIns="0" tIns="0" rIns="0" bIns="0" anchor="b" anchorCtr="0">
            <a:spAutoFit/>
          </a:bodyPr>
          <a:lstStyle/>
          <a:p>
            <a:pPr marL="0" marR="0" lvl="0" indent="0" algn="l" rtl="0">
              <a:lnSpc>
                <a:spcPct val="108333"/>
              </a:lnSpc>
              <a:spcBef>
                <a:spcPts val="0"/>
              </a:spcBef>
              <a:spcAft>
                <a:spcPts val="0"/>
              </a:spcAft>
              <a:buClr>
                <a:schemeClr val="lt1"/>
              </a:buClr>
              <a:buSzPts val="4800"/>
              <a:buFont typeface="Arial"/>
              <a:buNone/>
            </a:pPr>
            <a:r>
              <a:rPr lang="en-GB" sz="3400" b="1">
                <a:solidFill>
                  <a:schemeClr val="lt1"/>
                </a:solidFill>
              </a:rPr>
              <a:t>Energy System Description</a:t>
            </a:r>
            <a:endParaRPr sz="1100"/>
          </a:p>
        </p:txBody>
      </p:sp>
      <p:grpSp>
        <p:nvGrpSpPr>
          <p:cNvPr id="4004" name="Google Shape;4004;g3e34c58cc36_0_897"/>
          <p:cNvGrpSpPr/>
          <p:nvPr/>
        </p:nvGrpSpPr>
        <p:grpSpPr>
          <a:xfrm>
            <a:off x="12377595" y="0"/>
            <a:ext cx="3693486" cy="5359349"/>
            <a:chOff x="-3786437" y="0"/>
            <a:chExt cx="3693486" cy="5359349"/>
          </a:xfrm>
        </p:grpSpPr>
        <p:sp>
          <p:nvSpPr>
            <p:cNvPr id="4005" name="Google Shape;4005;g3e34c58cc36_0_897"/>
            <p:cNvSpPr/>
            <p:nvPr/>
          </p:nvSpPr>
          <p:spPr>
            <a:xfrm>
              <a:off x="-3786165" y="0"/>
              <a:ext cx="3593100" cy="4641300"/>
            </a:xfrm>
            <a:prstGeom prst="rect">
              <a:avLst/>
            </a:prstGeom>
            <a:solidFill>
              <a:srgbClr val="FFFFFF"/>
            </a:solidFill>
            <a:ln w="9525" cap="flat" cmpd="sng">
              <a:solidFill>
                <a:srgbClr val="ECECEC"/>
              </a:solidFill>
              <a:prstDash val="solid"/>
              <a:miter lim="800000"/>
              <a:headEnd type="none" w="sm" len="sm"/>
              <a:tailEnd type="none" w="sm" len="sm"/>
            </a:ln>
          </p:spPr>
          <p:txBody>
            <a:bodyPr spcFirstLastPara="1" wrap="square" lIns="180000" tIns="144000" rIns="180000" bIns="144000" anchor="t" anchorCtr="0">
              <a:noAutofit/>
            </a:bodyPr>
            <a:lstStyle/>
            <a:p>
              <a:pPr marL="0" marR="0" lvl="0" indent="0" algn="l" rtl="0">
                <a:lnSpc>
                  <a:spcPct val="90000"/>
                </a:lnSpc>
                <a:spcBef>
                  <a:spcPts val="0"/>
                </a:spcBef>
                <a:spcAft>
                  <a:spcPts val="0"/>
                </a:spcAft>
                <a:buNone/>
              </a:pPr>
              <a:r>
                <a:rPr lang="en-GB" sz="1400" b="1" cap="none">
                  <a:solidFill>
                    <a:schemeClr val="accent1"/>
                  </a:solidFill>
                  <a:latin typeface="Calibri"/>
                  <a:ea typeface="Calibri"/>
                  <a:cs typeface="Calibri"/>
                  <a:sym typeface="Calibri"/>
                </a:rPr>
                <a:t>CHOOSING TEXT LEVELS</a:t>
              </a:r>
              <a:endParaRPr/>
            </a:p>
          </p:txBody>
        </p:sp>
        <p:sp>
          <p:nvSpPr>
            <p:cNvPr id="4006" name="Google Shape;4006;g3e34c58cc36_0_897"/>
            <p:cNvSpPr/>
            <p:nvPr/>
          </p:nvSpPr>
          <p:spPr>
            <a:xfrm>
              <a:off x="-3604183" y="183748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1</a:t>
              </a:r>
              <a:endParaRPr/>
            </a:p>
          </p:txBody>
        </p:sp>
        <p:sp>
          <p:nvSpPr>
            <p:cNvPr id="4007" name="Google Shape;4007;g3e34c58cc36_0_897"/>
            <p:cNvSpPr/>
            <p:nvPr/>
          </p:nvSpPr>
          <p:spPr>
            <a:xfrm>
              <a:off x="-3319415" y="1837484"/>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Bullet</a:t>
              </a:r>
              <a:endParaRPr/>
            </a:p>
          </p:txBody>
        </p:sp>
        <p:sp>
          <p:nvSpPr>
            <p:cNvPr id="4008" name="Google Shape;4008;g3e34c58cc36_0_897"/>
            <p:cNvSpPr/>
            <p:nvPr/>
          </p:nvSpPr>
          <p:spPr>
            <a:xfrm>
              <a:off x="-3604183" y="212876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2</a:t>
              </a:r>
              <a:endParaRPr/>
            </a:p>
          </p:txBody>
        </p:sp>
        <p:sp>
          <p:nvSpPr>
            <p:cNvPr id="4009" name="Google Shape;4009;g3e34c58cc36_0_897"/>
            <p:cNvSpPr/>
            <p:nvPr/>
          </p:nvSpPr>
          <p:spPr>
            <a:xfrm>
              <a:off x="-3604183" y="1196113"/>
              <a:ext cx="3228900" cy="4593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000000"/>
                </a:buClr>
                <a:buSzPts val="1200"/>
                <a:buFont typeface="Calibri"/>
                <a:buNone/>
              </a:pPr>
              <a:r>
                <a:rPr lang="en-GB" sz="1200" b="0" i="0" u="none" strike="noStrike" cap="none">
                  <a:solidFill>
                    <a:srgbClr val="000000"/>
                  </a:solidFill>
                  <a:latin typeface="Calibri"/>
                  <a:ea typeface="Calibri"/>
                  <a:cs typeface="Calibri"/>
                  <a:sym typeface="Calibri"/>
                </a:rPr>
                <a:t>Under the tab </a:t>
              </a:r>
              <a:r>
                <a:rPr lang="en-GB" sz="1200" b="1" i="0" u="none" strike="noStrike" cap="none">
                  <a:solidFill>
                    <a:srgbClr val="000000"/>
                  </a:solidFill>
                  <a:latin typeface="Calibri"/>
                  <a:ea typeface="Calibri"/>
                  <a:cs typeface="Calibri"/>
                  <a:sym typeface="Calibri"/>
                </a:rPr>
                <a:t>‘Home’</a:t>
              </a:r>
              <a:r>
                <a:rPr lang="en-GB" sz="1200" b="0" i="0" u="none" strike="noStrike" cap="none">
                  <a:solidFill>
                    <a:srgbClr val="000000"/>
                  </a:solidFill>
                  <a:latin typeface="Calibri"/>
                  <a:ea typeface="Calibri"/>
                  <a:cs typeface="Calibri"/>
                  <a:sym typeface="Calibri"/>
                </a:rPr>
                <a:t>, use the </a:t>
              </a:r>
              <a:r>
                <a:rPr lang="en-GB" sz="1200" b="1" i="0" u="none" strike="noStrike" cap="none">
                  <a:solidFill>
                    <a:srgbClr val="000000"/>
                  </a:solidFill>
                  <a:latin typeface="Calibri"/>
                  <a:ea typeface="Calibri"/>
                  <a:cs typeface="Calibri"/>
                  <a:sym typeface="Calibri"/>
                </a:rPr>
                <a:t>list level-buttons</a:t>
              </a:r>
              <a:r>
                <a:rPr lang="en-GB" sz="1200" b="0" i="0" u="none" strike="noStrike" cap="none">
                  <a:solidFill>
                    <a:srgbClr val="000000"/>
                  </a:solidFill>
                  <a:latin typeface="Calibri"/>
                  <a:ea typeface="Calibri"/>
                  <a:cs typeface="Calibri"/>
                  <a:sym typeface="Calibri"/>
                </a:rPr>
                <a:t> to choose a text level. </a:t>
              </a:r>
              <a:br>
                <a:rPr lang="en-GB" sz="1200" b="0" i="0" u="none" strike="noStrike" cap="none">
                  <a:solidFill>
                    <a:srgbClr val="000000"/>
                  </a:solidFill>
                  <a:latin typeface="Calibri"/>
                  <a:ea typeface="Calibri"/>
                  <a:cs typeface="Calibri"/>
                  <a:sym typeface="Calibri"/>
                </a:rPr>
              </a:br>
              <a:r>
                <a:rPr lang="en-GB" sz="1200" b="0" i="0" u="none" strike="noStrike" cap="none">
                  <a:solidFill>
                    <a:srgbClr val="000000"/>
                  </a:solidFill>
                  <a:latin typeface="Calibri"/>
                  <a:ea typeface="Calibri"/>
                  <a:cs typeface="Calibri"/>
                  <a:sym typeface="Calibri"/>
                </a:rPr>
                <a:t>Choose from:</a:t>
              </a:r>
              <a:endParaRPr/>
            </a:p>
          </p:txBody>
        </p:sp>
        <p:sp>
          <p:nvSpPr>
            <p:cNvPr id="4010" name="Google Shape;4010;g3e34c58cc36_0_897"/>
            <p:cNvSpPr/>
            <p:nvPr/>
          </p:nvSpPr>
          <p:spPr>
            <a:xfrm>
              <a:off x="-3319415" y="2128873"/>
              <a:ext cx="2949300" cy="180000"/>
            </a:xfrm>
            <a:prstGeom prst="rect">
              <a:avLst/>
            </a:prstGeom>
            <a:noFill/>
            <a:ln>
              <a:noFill/>
            </a:ln>
          </p:spPr>
          <p:txBody>
            <a:bodyPr spcFirstLastPara="1" wrap="square" lIns="0" tIns="0" rIns="0" bIns="0" anchor="ctr" anchorCtr="0">
              <a:noAutofit/>
            </a:bodyPr>
            <a:lstStyle/>
            <a:p>
              <a:pPr marL="715963" marR="0" lvl="0" indent="-358775" algn="l" rtl="0">
                <a:lnSpc>
                  <a:spcPct val="100000"/>
                </a:lnSpc>
                <a:spcBef>
                  <a:spcPts val="0"/>
                </a:spcBef>
                <a:spcAft>
                  <a:spcPts val="0"/>
                </a:spcAft>
                <a:buClr>
                  <a:schemeClr val="accent1"/>
                </a:buClr>
                <a:buSzPts val="1400"/>
                <a:buFont typeface="Calibri"/>
                <a:buChar char="•"/>
              </a:pPr>
              <a:r>
                <a:rPr lang="en-GB" sz="1400" b="0" i="0" u="none" strike="noStrike" cap="none">
                  <a:solidFill>
                    <a:srgbClr val="000000"/>
                  </a:solidFill>
                  <a:latin typeface="Arial"/>
                  <a:ea typeface="Arial"/>
                  <a:cs typeface="Arial"/>
                  <a:sym typeface="Arial"/>
                </a:rPr>
                <a:t>Sub-bullet </a:t>
              </a:r>
              <a:endParaRPr/>
            </a:p>
          </p:txBody>
        </p:sp>
        <p:sp>
          <p:nvSpPr>
            <p:cNvPr id="4011" name="Google Shape;4011;g3e34c58cc36_0_897"/>
            <p:cNvSpPr/>
            <p:nvPr/>
          </p:nvSpPr>
          <p:spPr>
            <a:xfrm>
              <a:off x="-3604183" y="242005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3</a:t>
              </a:r>
              <a:endParaRPr/>
            </a:p>
          </p:txBody>
        </p:sp>
        <p:sp>
          <p:nvSpPr>
            <p:cNvPr id="4012" name="Google Shape;4012;g3e34c58cc36_0_897"/>
            <p:cNvSpPr/>
            <p:nvPr/>
          </p:nvSpPr>
          <p:spPr>
            <a:xfrm>
              <a:off x="-3319415" y="2420262"/>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4013" name="Google Shape;4013;g3e34c58cc36_0_897"/>
            <p:cNvSpPr/>
            <p:nvPr/>
          </p:nvSpPr>
          <p:spPr>
            <a:xfrm>
              <a:off x="-3604183" y="2711336"/>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4</a:t>
              </a:r>
              <a:endParaRPr/>
            </a:p>
          </p:txBody>
        </p:sp>
        <p:sp>
          <p:nvSpPr>
            <p:cNvPr id="4014" name="Google Shape;4014;g3e34c58cc36_0_897"/>
            <p:cNvSpPr/>
            <p:nvPr/>
          </p:nvSpPr>
          <p:spPr>
            <a:xfrm>
              <a:off x="-3319415" y="2711651"/>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2400"/>
                <a:buFont typeface="Calibri"/>
                <a:buNone/>
              </a:pPr>
              <a:r>
                <a:rPr lang="en-GB" sz="2400" b="1" i="0" u="none" strike="noStrike" cap="none">
                  <a:solidFill>
                    <a:schemeClr val="dk1"/>
                  </a:solidFill>
                  <a:latin typeface="Arial"/>
                  <a:ea typeface="Arial"/>
                  <a:cs typeface="Arial"/>
                  <a:sym typeface="Arial"/>
                </a:rPr>
                <a:t>Title/Quote</a:t>
              </a:r>
              <a:endParaRPr/>
            </a:p>
          </p:txBody>
        </p:sp>
        <p:sp>
          <p:nvSpPr>
            <p:cNvPr id="4015" name="Google Shape;4015;g3e34c58cc36_0_897"/>
            <p:cNvSpPr/>
            <p:nvPr/>
          </p:nvSpPr>
          <p:spPr>
            <a:xfrm>
              <a:off x="-3604183" y="3002620"/>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5</a:t>
              </a:r>
              <a:endParaRPr/>
            </a:p>
          </p:txBody>
        </p:sp>
        <p:sp>
          <p:nvSpPr>
            <p:cNvPr id="4016" name="Google Shape;4016;g3e34c58cc36_0_897"/>
            <p:cNvSpPr/>
            <p:nvPr/>
          </p:nvSpPr>
          <p:spPr>
            <a:xfrm>
              <a:off x="-3319415" y="3003040"/>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800"/>
                <a:buFont typeface="Calibri"/>
                <a:buNone/>
              </a:pPr>
              <a:r>
                <a:rPr lang="en-GB" sz="1800" b="0" i="0" u="none" strike="noStrike" cap="none">
                  <a:solidFill>
                    <a:schemeClr val="accent1"/>
                  </a:solidFill>
                  <a:latin typeface="Arial"/>
                  <a:ea typeface="Arial"/>
                  <a:cs typeface="Arial"/>
                  <a:sym typeface="Arial"/>
                </a:rPr>
                <a:t>Subtitle</a:t>
              </a:r>
              <a:endParaRPr/>
            </a:p>
          </p:txBody>
        </p:sp>
        <p:sp>
          <p:nvSpPr>
            <p:cNvPr id="4017" name="Google Shape;4017;g3e34c58cc36_0_897"/>
            <p:cNvSpPr/>
            <p:nvPr/>
          </p:nvSpPr>
          <p:spPr>
            <a:xfrm>
              <a:off x="-3604183" y="329390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6</a:t>
              </a:r>
              <a:endParaRPr/>
            </a:p>
          </p:txBody>
        </p:sp>
        <p:sp>
          <p:nvSpPr>
            <p:cNvPr id="4018" name="Google Shape;4018;g3e34c58cc36_0_897"/>
            <p:cNvSpPr/>
            <p:nvPr/>
          </p:nvSpPr>
          <p:spPr>
            <a:xfrm>
              <a:off x="-3319415" y="3585818"/>
              <a:ext cx="2949300" cy="180000"/>
            </a:xfrm>
            <a:prstGeom prst="rect">
              <a:avLst/>
            </a:prstGeom>
            <a:noFill/>
            <a:ln>
              <a:noFill/>
            </a:ln>
          </p:spPr>
          <p:txBody>
            <a:bodyPr spcFirstLastPara="1" wrap="square" lIns="0" tIns="0" rIns="0" bIns="0" anchor="ctr" anchorCtr="0">
              <a:noAutofit/>
            </a:bodyPr>
            <a:lstStyle/>
            <a:p>
              <a:pPr marL="357188" marR="0" lvl="0" indent="-357188" algn="l" rtl="0">
                <a:lnSpc>
                  <a:spcPct val="100000"/>
                </a:lnSpc>
                <a:spcBef>
                  <a:spcPts val="0"/>
                </a:spcBef>
                <a:spcAft>
                  <a:spcPts val="0"/>
                </a:spcAft>
                <a:buClr>
                  <a:schemeClr val="accent1"/>
                </a:buClr>
                <a:buSzPts val="1400"/>
                <a:buFont typeface="Arial"/>
                <a:buAutoNum type="arabicPeriod"/>
              </a:pPr>
              <a:r>
                <a:rPr lang="en-GB" sz="1400" b="0" i="0" u="none" strike="noStrike" cap="none">
                  <a:solidFill>
                    <a:schemeClr val="dk1"/>
                  </a:solidFill>
                  <a:latin typeface="Arial"/>
                  <a:ea typeface="Arial"/>
                  <a:cs typeface="Arial"/>
                  <a:sym typeface="Arial"/>
                </a:rPr>
                <a:t>Numerical bullet</a:t>
              </a:r>
              <a:endParaRPr/>
            </a:p>
          </p:txBody>
        </p:sp>
        <p:sp>
          <p:nvSpPr>
            <p:cNvPr id="4019" name="Google Shape;4019;g3e34c58cc36_0_897"/>
            <p:cNvSpPr/>
            <p:nvPr/>
          </p:nvSpPr>
          <p:spPr>
            <a:xfrm>
              <a:off x="-3604183" y="3585188"/>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7</a:t>
              </a:r>
              <a:endParaRPr/>
            </a:p>
          </p:txBody>
        </p:sp>
        <p:sp>
          <p:nvSpPr>
            <p:cNvPr id="4020" name="Google Shape;4020;g3e34c58cc36_0_897"/>
            <p:cNvSpPr/>
            <p:nvPr/>
          </p:nvSpPr>
          <p:spPr>
            <a:xfrm>
              <a:off x="-3325830" y="3877207"/>
              <a:ext cx="2949300" cy="180000"/>
            </a:xfrm>
            <a:prstGeom prst="rect">
              <a:avLst/>
            </a:prstGeom>
            <a:noFill/>
            <a:ln>
              <a:noFill/>
            </a:ln>
          </p:spPr>
          <p:txBody>
            <a:bodyPr spcFirstLastPara="1" wrap="square" lIns="0" tIns="0" rIns="0" bIns="0" anchor="ctr" anchorCtr="0">
              <a:noAutofit/>
            </a:bodyPr>
            <a:lstStyle/>
            <a:p>
              <a:pPr marL="342900" marR="0" lvl="0" indent="-342900" algn="l" rtl="0">
                <a:lnSpc>
                  <a:spcPct val="100000"/>
                </a:lnSpc>
                <a:spcBef>
                  <a:spcPts val="0"/>
                </a:spcBef>
                <a:spcAft>
                  <a:spcPts val="0"/>
                </a:spcAft>
                <a:buClr>
                  <a:schemeClr val="accent1"/>
                </a:buClr>
                <a:buSzPts val="1400"/>
                <a:buFont typeface="Arial"/>
                <a:buAutoNum type="alphaLcPeriod"/>
              </a:pPr>
              <a:r>
                <a:rPr lang="en-GB" sz="1400" b="0" i="0" u="none" strike="noStrike" cap="none">
                  <a:solidFill>
                    <a:schemeClr val="dk1"/>
                  </a:solidFill>
                  <a:latin typeface="Arial"/>
                  <a:ea typeface="Arial"/>
                  <a:cs typeface="Arial"/>
                  <a:sym typeface="Arial"/>
                </a:rPr>
                <a:t>Alphabetical bullet</a:t>
              </a:r>
              <a:endParaRPr/>
            </a:p>
          </p:txBody>
        </p:sp>
        <p:sp>
          <p:nvSpPr>
            <p:cNvPr id="4021" name="Google Shape;4021;g3e34c58cc36_0_897"/>
            <p:cNvSpPr/>
            <p:nvPr/>
          </p:nvSpPr>
          <p:spPr>
            <a:xfrm>
              <a:off x="-3604183" y="3876472"/>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8</a:t>
              </a:r>
              <a:endParaRPr/>
            </a:p>
          </p:txBody>
        </p:sp>
        <p:sp>
          <p:nvSpPr>
            <p:cNvPr id="4022" name="Google Shape;4022;g3e34c58cc36_0_897"/>
            <p:cNvSpPr/>
            <p:nvPr/>
          </p:nvSpPr>
          <p:spPr>
            <a:xfrm>
              <a:off x="-3319415" y="4168594"/>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200"/>
                <a:buFont typeface="Calibri"/>
                <a:buNone/>
              </a:pPr>
              <a:r>
                <a:rPr lang="en-GB" sz="1200" b="0" i="1" u="none" strike="noStrike" cap="none">
                  <a:solidFill>
                    <a:srgbClr val="000000"/>
                  </a:solidFill>
                  <a:latin typeface="Arial"/>
                  <a:ea typeface="Arial"/>
                  <a:cs typeface="Arial"/>
                  <a:sym typeface="Arial"/>
                </a:rPr>
                <a:t>Source</a:t>
              </a:r>
              <a:endParaRPr/>
            </a:p>
          </p:txBody>
        </p:sp>
        <p:sp>
          <p:nvSpPr>
            <p:cNvPr id="4023" name="Google Shape;4023;g3e34c58cc36_0_897"/>
            <p:cNvSpPr/>
            <p:nvPr/>
          </p:nvSpPr>
          <p:spPr>
            <a:xfrm>
              <a:off x="-3604183" y="4168594"/>
              <a:ext cx="180000" cy="180000"/>
            </a:xfrm>
            <a:prstGeom prst="ellipse">
              <a:avLst/>
            </a:prstGeom>
            <a:solidFill>
              <a:schemeClr val="accent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Calibri"/>
                <a:buNone/>
              </a:pPr>
              <a:r>
                <a:rPr lang="en-GB" sz="1000" b="1" i="0" u="none" strike="noStrike" cap="none">
                  <a:solidFill>
                    <a:srgbClr val="FFFFFF"/>
                  </a:solidFill>
                  <a:latin typeface="Calibri"/>
                  <a:ea typeface="Calibri"/>
                  <a:cs typeface="Calibri"/>
                  <a:sym typeface="Calibri"/>
                </a:rPr>
                <a:t>9</a:t>
              </a:r>
              <a:endParaRPr/>
            </a:p>
          </p:txBody>
        </p:sp>
        <p:sp>
          <p:nvSpPr>
            <p:cNvPr id="4024" name="Google Shape;4024;g3e34c58cc36_0_897"/>
            <p:cNvSpPr/>
            <p:nvPr/>
          </p:nvSpPr>
          <p:spPr>
            <a:xfrm>
              <a:off x="-3319415" y="3294429"/>
              <a:ext cx="2949300" cy="180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1"/>
                </a:buClr>
                <a:buSzPts val="1400"/>
                <a:buFont typeface="Calibri"/>
                <a:buNone/>
              </a:pPr>
              <a:r>
                <a:rPr lang="en-GB" sz="1400" b="0" i="0" u="none" strike="noStrike" cap="none">
                  <a:solidFill>
                    <a:srgbClr val="000000"/>
                  </a:solidFill>
                  <a:latin typeface="Arial"/>
                  <a:ea typeface="Arial"/>
                  <a:cs typeface="Arial"/>
                  <a:sym typeface="Arial"/>
                </a:rPr>
                <a:t>Default text</a:t>
              </a:r>
              <a:endParaRPr/>
            </a:p>
          </p:txBody>
        </p:sp>
        <p:sp>
          <p:nvSpPr>
            <p:cNvPr id="4025" name="Google Shape;4025;g3e34c58cc36_0_897"/>
            <p:cNvSpPr/>
            <p:nvPr/>
          </p:nvSpPr>
          <p:spPr>
            <a:xfrm>
              <a:off x="-3786437" y="4531349"/>
              <a:ext cx="3593700" cy="828000"/>
            </a:xfrm>
            <a:prstGeom prst="rect">
              <a:avLst/>
            </a:prstGeom>
            <a:solidFill>
              <a:srgbClr val="ECECEC"/>
            </a:solidFill>
            <a:ln w="9525" cap="flat" cmpd="sng">
              <a:solidFill>
                <a:srgbClr val="ECECEC"/>
              </a:solidFill>
              <a:prstDash val="solid"/>
              <a:miter lim="800000"/>
              <a:headEnd type="none" w="sm" len="sm"/>
              <a:tailEnd type="none" w="sm" len="sm"/>
            </a:ln>
          </p:spPr>
          <p:txBody>
            <a:bodyPr spcFirstLastPara="1" wrap="square" lIns="180000" tIns="144000" rIns="180000" bIns="144000" anchor="ctr" anchorCtr="0">
              <a:noAutofit/>
            </a:bodyPr>
            <a:lstStyle/>
            <a:p>
              <a:pPr marL="0" marR="0" lvl="0" indent="0" algn="l" rtl="0">
                <a:lnSpc>
                  <a:spcPct val="90000"/>
                </a:lnSpc>
                <a:spcBef>
                  <a:spcPts val="0"/>
                </a:spcBef>
                <a:spcAft>
                  <a:spcPts val="0"/>
                </a:spcAft>
                <a:buNone/>
              </a:pPr>
              <a:r>
                <a:rPr lang="en-GB" sz="1200" b="1" cap="none">
                  <a:solidFill>
                    <a:srgbClr val="211F26"/>
                  </a:solidFill>
                  <a:latin typeface="Calibri"/>
                  <a:ea typeface="Calibri"/>
                  <a:cs typeface="Calibri"/>
                  <a:sym typeface="Calibri"/>
                </a:rPr>
                <a:t>WANT TO KNOW MORE?</a:t>
              </a:r>
              <a:br>
                <a:rPr lang="en-GB" sz="1200" b="1"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Go to the tab</a:t>
              </a:r>
              <a:r>
                <a:rPr lang="en-GB" sz="1200" b="1" cap="none">
                  <a:solidFill>
                    <a:srgbClr val="211F26"/>
                  </a:solidFill>
                  <a:latin typeface="Calibri"/>
                  <a:ea typeface="Calibri"/>
                  <a:cs typeface="Calibri"/>
                  <a:sym typeface="Calibri"/>
                </a:rPr>
                <a:t> 'SLIDEBUILDER’ </a:t>
              </a:r>
              <a:r>
                <a:rPr lang="en-GB" sz="1200" cap="none">
                  <a:solidFill>
                    <a:srgbClr val="211F26"/>
                  </a:solidFill>
                  <a:latin typeface="Calibri"/>
                  <a:ea typeface="Calibri"/>
                  <a:cs typeface="Calibri"/>
                  <a:sym typeface="Calibri"/>
                </a:rPr>
                <a:t>and click</a:t>
              </a:r>
              <a:br>
                <a:rPr lang="en-GB" sz="1200" cap="none">
                  <a:solidFill>
                    <a:srgbClr val="211F26"/>
                  </a:solidFill>
                  <a:latin typeface="Calibri"/>
                  <a:ea typeface="Calibri"/>
                  <a:cs typeface="Calibri"/>
                  <a:sym typeface="Calibri"/>
                </a:rPr>
              </a:br>
              <a:r>
                <a:rPr lang="en-GB" sz="1200" cap="none">
                  <a:solidFill>
                    <a:srgbClr val="211F26"/>
                  </a:solidFill>
                  <a:latin typeface="Calibri"/>
                  <a:ea typeface="Calibri"/>
                  <a:cs typeface="Calibri"/>
                  <a:sym typeface="Calibri"/>
                </a:rPr>
                <a:t>on the button </a:t>
              </a:r>
              <a:r>
                <a:rPr lang="en-GB" sz="1200" b="1" cap="none">
                  <a:solidFill>
                    <a:srgbClr val="211F26"/>
                  </a:solidFill>
                  <a:latin typeface="Calibri"/>
                  <a:ea typeface="Calibri"/>
                  <a:cs typeface="Calibri"/>
                  <a:sym typeface="Calibri"/>
                </a:rPr>
                <a:t>‘INSPIRATION'</a:t>
              </a:r>
              <a:endParaRPr/>
            </a:p>
          </p:txBody>
        </p:sp>
        <p:grpSp>
          <p:nvGrpSpPr>
            <p:cNvPr id="4026" name="Google Shape;4026;g3e34c58cc36_0_897"/>
            <p:cNvGrpSpPr/>
            <p:nvPr/>
          </p:nvGrpSpPr>
          <p:grpSpPr>
            <a:xfrm>
              <a:off x="-376743" y="4400265"/>
              <a:ext cx="283792" cy="283792"/>
              <a:chOff x="-510741" y="5913713"/>
              <a:chExt cx="267652" cy="267652"/>
            </a:xfrm>
          </p:grpSpPr>
          <p:sp>
            <p:nvSpPr>
              <p:cNvPr id="4027" name="Google Shape;4027;g3e34c58cc36_0_897"/>
              <p:cNvSpPr/>
              <p:nvPr/>
            </p:nvSpPr>
            <p:spPr>
              <a:xfrm>
                <a:off x="-491853" y="5932072"/>
                <a:ext cx="230700" cy="230700"/>
              </a:xfrm>
              <a:prstGeom prst="ellipse">
                <a:avLst/>
              </a:prstGeom>
              <a:solidFill>
                <a:srgbClr val="211F26"/>
              </a:solidFill>
              <a:ln>
                <a:noFill/>
              </a:ln>
            </p:spPr>
            <p:txBody>
              <a:bodyPr spcFirstLastPara="1" wrap="square" lIns="180000" tIns="180000" rIns="180000" bIns="180000" anchor="ctr" anchorCtr="0">
                <a:noAutofit/>
              </a:bodyPr>
              <a:lstStyle/>
              <a:p>
                <a:pPr marL="0" marR="0" lvl="0" indent="0" algn="ctr" rtl="0">
                  <a:lnSpc>
                    <a:spcPct val="90000"/>
                  </a:lnSpc>
                  <a:spcBef>
                    <a:spcPts val="0"/>
                  </a:spcBef>
                  <a:spcAft>
                    <a:spcPts val="0"/>
                  </a:spcAft>
                  <a:buNone/>
                </a:pPr>
                <a:endParaRPr sz="1600" cap="none">
                  <a:solidFill>
                    <a:schemeClr val="lt1"/>
                  </a:solidFill>
                  <a:latin typeface="Calibri"/>
                  <a:ea typeface="Calibri"/>
                  <a:cs typeface="Calibri"/>
                  <a:sym typeface="Calibri"/>
                </a:endParaRPr>
              </a:p>
            </p:txBody>
          </p:sp>
          <p:sp>
            <p:nvSpPr>
              <p:cNvPr id="4028" name="Google Shape;4028;g3e34c58cc36_0_897" descr="Informatie"/>
              <p:cNvSpPr/>
              <p:nvPr/>
            </p:nvSpPr>
            <p:spPr>
              <a:xfrm>
                <a:off x="-510741" y="5913713"/>
                <a:ext cx="267652" cy="267652"/>
              </a:xfrm>
              <a:custGeom>
                <a:avLst/>
                <a:gdLst/>
                <a:ahLst/>
                <a:cxnLst/>
                <a:rect l="l" t="t" r="r" b="b"/>
                <a:pathLst>
                  <a:path w="291719" h="291719"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000">
                  <a:solidFill>
                    <a:srgbClr val="211F26"/>
                  </a:solidFill>
                  <a:latin typeface="Calibri"/>
                  <a:ea typeface="Calibri"/>
                  <a:cs typeface="Calibri"/>
                  <a:sym typeface="Calibri"/>
                </a:endParaRPr>
              </a:p>
            </p:txBody>
          </p:sp>
        </p:grpSp>
        <p:grpSp>
          <p:nvGrpSpPr>
            <p:cNvPr id="4029" name="Google Shape;4029;g3e34c58cc36_0_897"/>
            <p:cNvGrpSpPr/>
            <p:nvPr/>
          </p:nvGrpSpPr>
          <p:grpSpPr>
            <a:xfrm>
              <a:off x="-3605416" y="458674"/>
              <a:ext cx="3234613" cy="558894"/>
              <a:chOff x="-3605416" y="458674"/>
              <a:chExt cx="3234613" cy="558894"/>
            </a:xfrm>
          </p:grpSpPr>
          <p:sp>
            <p:nvSpPr>
              <p:cNvPr id="4030" name="Google Shape;4030;g3e34c58cc36_0_897"/>
              <p:cNvSpPr/>
              <p:nvPr/>
            </p:nvSpPr>
            <p:spPr>
              <a:xfrm>
                <a:off x="-3604183" y="458674"/>
                <a:ext cx="393600" cy="184200"/>
              </a:xfrm>
              <a:prstGeom prst="rect">
                <a:avLst/>
              </a:prstGeom>
              <a:solidFill>
                <a:srgbClr val="F8F8F8"/>
              </a:solidFill>
              <a:ln>
                <a:noFill/>
              </a:ln>
            </p:spPr>
            <p:txBody>
              <a:bodyPr spcFirstLastPara="1" wrap="square" lIns="0" tIns="18000" rIns="0" bIns="0" anchor="t" anchorCtr="0">
                <a:noAutofit/>
              </a:bodyPr>
              <a:lstStyle/>
              <a:p>
                <a:pPr marL="0" marR="0" lvl="0" indent="0" algn="ctr" rtl="0">
                  <a:spcBef>
                    <a:spcPts val="0"/>
                  </a:spcBef>
                  <a:spcAft>
                    <a:spcPts val="0"/>
                  </a:spcAft>
                  <a:buNone/>
                </a:pPr>
                <a:r>
                  <a:rPr lang="en-GB" sz="900" b="1">
                    <a:solidFill>
                      <a:srgbClr val="211F26"/>
                    </a:solidFill>
                    <a:latin typeface="Calibri"/>
                    <a:ea typeface="Calibri"/>
                    <a:cs typeface="Calibri"/>
                    <a:sym typeface="Calibri"/>
                  </a:rPr>
                  <a:t>Home</a:t>
                </a:r>
                <a:endParaRPr/>
              </a:p>
            </p:txBody>
          </p:sp>
          <p:sp>
            <p:nvSpPr>
              <p:cNvPr id="4031" name="Google Shape;4031;g3e34c58cc36_0_897"/>
              <p:cNvSpPr/>
              <p:nvPr/>
            </p:nvSpPr>
            <p:spPr>
              <a:xfrm>
                <a:off x="-3599184" y="621345"/>
                <a:ext cx="383700" cy="27300"/>
              </a:xfrm>
              <a:prstGeom prst="rect">
                <a:avLst/>
              </a:prstGeom>
              <a:solidFill>
                <a:srgbClr val="B74629"/>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nvGrpSpPr>
              <p:cNvPr id="4032" name="Google Shape;4032;g3e34c58cc36_0_897"/>
              <p:cNvGrpSpPr/>
              <p:nvPr/>
            </p:nvGrpSpPr>
            <p:grpSpPr>
              <a:xfrm>
                <a:off x="-3386389" y="830833"/>
                <a:ext cx="139393" cy="109560"/>
                <a:chOff x="-2866744" y="827071"/>
                <a:chExt cx="168654" cy="132575"/>
              </a:xfrm>
            </p:grpSpPr>
            <p:grpSp>
              <p:nvGrpSpPr>
                <p:cNvPr id="4033" name="Google Shape;4033;g3e34c58cc36_0_897"/>
                <p:cNvGrpSpPr/>
                <p:nvPr/>
              </p:nvGrpSpPr>
              <p:grpSpPr>
                <a:xfrm>
                  <a:off x="-2866744" y="827071"/>
                  <a:ext cx="168654" cy="132575"/>
                  <a:chOff x="-2866744" y="827071"/>
                  <a:chExt cx="168654" cy="132575"/>
                </a:xfrm>
              </p:grpSpPr>
              <p:cxnSp>
                <p:nvCxnSpPr>
                  <p:cNvPr id="4034" name="Google Shape;4034;g3e34c58cc36_0_897"/>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35" name="Google Shape;4035;g3e34c58cc36_0_897"/>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36" name="Google Shape;4036;g3e34c58cc36_0_897"/>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37" name="Google Shape;4037;g3e34c58cc36_0_897"/>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38" name="Google Shape;4038;g3e34c58cc36_0_897"/>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4039" name="Google Shape;4039;g3e34c58cc36_0_897"/>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4040" name="Google Shape;4040;g3e34c58cc36_0_897"/>
              <p:cNvGrpSpPr/>
              <p:nvPr/>
            </p:nvGrpSpPr>
            <p:grpSpPr>
              <a:xfrm>
                <a:off x="-3605416" y="830847"/>
                <a:ext cx="139495" cy="109560"/>
                <a:chOff x="-2866868" y="518074"/>
                <a:chExt cx="168778" cy="132575"/>
              </a:xfrm>
            </p:grpSpPr>
            <p:grpSp>
              <p:nvGrpSpPr>
                <p:cNvPr id="4041" name="Google Shape;4041;g3e34c58cc36_0_897"/>
                <p:cNvGrpSpPr/>
                <p:nvPr/>
              </p:nvGrpSpPr>
              <p:grpSpPr>
                <a:xfrm>
                  <a:off x="-2866744" y="518074"/>
                  <a:ext cx="168654" cy="132575"/>
                  <a:chOff x="-2866744" y="518074"/>
                  <a:chExt cx="168654" cy="132575"/>
                </a:xfrm>
              </p:grpSpPr>
              <p:cxnSp>
                <p:nvCxnSpPr>
                  <p:cNvPr id="4042" name="Google Shape;4042;g3e34c58cc36_0_897"/>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43" name="Google Shape;4043;g3e34c58cc36_0_897"/>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44" name="Google Shape;4044;g3e34c58cc36_0_897"/>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45" name="Google Shape;4045;g3e34c58cc36_0_897"/>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46" name="Google Shape;4046;g3e34c58cc36_0_897"/>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4047" name="Google Shape;4047;g3e34c58cc36_0_897"/>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cxnSp>
            <p:nvCxnSpPr>
              <p:cNvPr id="4048" name="Google Shape;4048;g3e34c58cc36_0_897"/>
              <p:cNvCxnSpPr/>
              <p:nvPr/>
            </p:nvCxnSpPr>
            <p:spPr>
              <a:xfrm rot="10800000" flipH="1">
                <a:off x="-3459956" y="588245"/>
                <a:ext cx="547800" cy="219000"/>
              </a:xfrm>
              <a:prstGeom prst="straightConnector1">
                <a:avLst/>
              </a:prstGeom>
              <a:noFill/>
              <a:ln w="19050" cap="rnd" cmpd="sng">
                <a:solidFill>
                  <a:schemeClr val="accent1"/>
                </a:solidFill>
                <a:prstDash val="solid"/>
                <a:round/>
                <a:headEnd type="oval" w="med" len="med"/>
                <a:tailEnd type="none" w="sm" len="sm"/>
              </a:ln>
            </p:spPr>
          </p:cxnSp>
          <p:cxnSp>
            <p:nvCxnSpPr>
              <p:cNvPr id="4049" name="Google Shape;4049;g3e34c58cc36_0_897"/>
              <p:cNvCxnSpPr/>
              <p:nvPr/>
            </p:nvCxnSpPr>
            <p:spPr>
              <a:xfrm>
                <a:off x="-3224213" y="828675"/>
                <a:ext cx="319200" cy="0"/>
              </a:xfrm>
              <a:prstGeom prst="straightConnector1">
                <a:avLst/>
              </a:prstGeom>
              <a:noFill/>
              <a:ln w="19050" cap="rnd" cmpd="sng">
                <a:solidFill>
                  <a:schemeClr val="accent1"/>
                </a:solidFill>
                <a:prstDash val="solid"/>
                <a:round/>
                <a:headEnd type="oval" w="med" len="med"/>
                <a:tailEnd type="none" w="sm" len="sm"/>
              </a:ln>
            </p:spPr>
          </p:cxnSp>
          <p:sp>
            <p:nvSpPr>
              <p:cNvPr id="4050" name="Google Shape;4050;g3e34c58cc36_0_897"/>
              <p:cNvSpPr/>
              <p:nvPr/>
            </p:nvSpPr>
            <p:spPr>
              <a:xfrm>
                <a:off x="-2559903" y="512179"/>
                <a:ext cx="2189100" cy="151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down</a:t>
                </a:r>
                <a:endParaRPr/>
              </a:p>
            </p:txBody>
          </p:sp>
          <p:sp>
            <p:nvSpPr>
              <p:cNvPr id="4051" name="Google Shape;4051;g3e34c58cc36_0_897"/>
              <p:cNvSpPr/>
              <p:nvPr/>
            </p:nvSpPr>
            <p:spPr>
              <a:xfrm>
                <a:off x="-2559903" y="819562"/>
                <a:ext cx="2189100" cy="1422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1100"/>
                  <a:buFont typeface="Calibri"/>
                  <a:buNone/>
                </a:pPr>
                <a:r>
                  <a:rPr lang="en-GB" sz="1100" b="0" i="0" u="none" strike="noStrike" cap="none">
                    <a:solidFill>
                      <a:schemeClr val="dk1"/>
                    </a:solidFill>
                    <a:latin typeface="Calibri"/>
                    <a:ea typeface="Calibri"/>
                    <a:cs typeface="Calibri"/>
                    <a:sym typeface="Calibri"/>
                  </a:rPr>
                  <a:t>Text level up</a:t>
                </a:r>
                <a:endParaRPr/>
              </a:p>
            </p:txBody>
          </p:sp>
          <p:grpSp>
            <p:nvGrpSpPr>
              <p:cNvPr id="4052" name="Google Shape;4052;g3e34c58cc36_0_897"/>
              <p:cNvGrpSpPr/>
              <p:nvPr/>
            </p:nvGrpSpPr>
            <p:grpSpPr>
              <a:xfrm>
                <a:off x="-2916763" y="769168"/>
                <a:ext cx="268800" cy="248400"/>
                <a:chOff x="-2916763" y="769168"/>
                <a:chExt cx="268800" cy="248400"/>
              </a:xfrm>
            </p:grpSpPr>
            <p:sp>
              <p:nvSpPr>
                <p:cNvPr id="4053" name="Google Shape;4053;g3e34c58cc36_0_897"/>
                <p:cNvSpPr/>
                <p:nvPr/>
              </p:nvSpPr>
              <p:spPr>
                <a:xfrm>
                  <a:off x="-2916763" y="769168"/>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4054" name="Google Shape;4054;g3e34c58cc36_0_897"/>
                <p:cNvGrpSpPr/>
                <p:nvPr/>
              </p:nvGrpSpPr>
              <p:grpSpPr>
                <a:xfrm>
                  <a:off x="-2866744" y="827071"/>
                  <a:ext cx="168654" cy="132575"/>
                  <a:chOff x="-2866744" y="827071"/>
                  <a:chExt cx="168654" cy="132575"/>
                </a:xfrm>
              </p:grpSpPr>
              <p:cxnSp>
                <p:nvCxnSpPr>
                  <p:cNvPr id="4055" name="Google Shape;4055;g3e34c58cc36_0_897"/>
                  <p:cNvCxnSpPr/>
                  <p:nvPr/>
                </p:nvCxnSpPr>
                <p:spPr>
                  <a:xfrm>
                    <a:off x="-2866744" y="827071"/>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56" name="Google Shape;4056;g3e34c58cc36_0_897"/>
                  <p:cNvCxnSpPr/>
                  <p:nvPr/>
                </p:nvCxnSpPr>
                <p:spPr>
                  <a:xfrm>
                    <a:off x="-2866744" y="959646"/>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57" name="Google Shape;4057;g3e34c58cc36_0_897"/>
                  <p:cNvCxnSpPr/>
                  <p:nvPr/>
                </p:nvCxnSpPr>
                <p:spPr>
                  <a:xfrm>
                    <a:off x="-2773990" y="926503"/>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58" name="Google Shape;4058;g3e34c58cc36_0_897"/>
                  <p:cNvCxnSpPr/>
                  <p:nvPr/>
                </p:nvCxnSpPr>
                <p:spPr>
                  <a:xfrm>
                    <a:off x="-2773990" y="893359"/>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59" name="Google Shape;4059;g3e34c58cc36_0_897"/>
                  <p:cNvCxnSpPr/>
                  <p:nvPr/>
                </p:nvCxnSpPr>
                <p:spPr>
                  <a:xfrm>
                    <a:off x="-2773990" y="860215"/>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4060" name="Google Shape;4060;g3e34c58cc36_0_897"/>
                <p:cNvSpPr/>
                <p:nvPr/>
              </p:nvSpPr>
              <p:spPr>
                <a:xfrm>
                  <a:off x="-2866744" y="858737"/>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nvGrpSpPr>
              <p:cNvPr id="4061" name="Google Shape;4061;g3e34c58cc36_0_897"/>
              <p:cNvGrpSpPr/>
              <p:nvPr/>
            </p:nvGrpSpPr>
            <p:grpSpPr>
              <a:xfrm>
                <a:off x="-2916763" y="460171"/>
                <a:ext cx="268800" cy="248400"/>
                <a:chOff x="-2916763" y="460171"/>
                <a:chExt cx="268800" cy="248400"/>
              </a:xfrm>
            </p:grpSpPr>
            <p:sp>
              <p:nvSpPr>
                <p:cNvPr id="4062" name="Google Shape;4062;g3e34c58cc36_0_897"/>
                <p:cNvSpPr/>
                <p:nvPr/>
              </p:nvSpPr>
              <p:spPr>
                <a:xfrm>
                  <a:off x="-2916763" y="460171"/>
                  <a:ext cx="268800" cy="248400"/>
                </a:xfrm>
                <a:prstGeom prst="rect">
                  <a:avLst/>
                </a:prstGeom>
                <a:solidFill>
                  <a:srgbClr val="FFFFFF"/>
                </a:solidFill>
                <a:ln w="9525" cap="flat" cmpd="sng">
                  <a:solidFill>
                    <a:srgbClr val="DADADA"/>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050" b="0">
                    <a:solidFill>
                      <a:srgbClr val="211F26"/>
                    </a:solidFill>
                    <a:latin typeface="Calibri"/>
                    <a:ea typeface="Calibri"/>
                    <a:cs typeface="Calibri"/>
                    <a:sym typeface="Calibri"/>
                  </a:endParaRPr>
                </a:p>
              </p:txBody>
            </p:sp>
            <p:grpSp>
              <p:nvGrpSpPr>
                <p:cNvPr id="4063" name="Google Shape;4063;g3e34c58cc36_0_897"/>
                <p:cNvGrpSpPr/>
                <p:nvPr/>
              </p:nvGrpSpPr>
              <p:grpSpPr>
                <a:xfrm>
                  <a:off x="-2866744" y="518074"/>
                  <a:ext cx="168654" cy="132575"/>
                  <a:chOff x="-2866744" y="518074"/>
                  <a:chExt cx="168654" cy="132575"/>
                </a:xfrm>
              </p:grpSpPr>
              <p:cxnSp>
                <p:nvCxnSpPr>
                  <p:cNvPr id="4064" name="Google Shape;4064;g3e34c58cc36_0_897"/>
                  <p:cNvCxnSpPr/>
                  <p:nvPr/>
                </p:nvCxnSpPr>
                <p:spPr>
                  <a:xfrm>
                    <a:off x="-2866744" y="518074"/>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65" name="Google Shape;4065;g3e34c58cc36_0_897"/>
                  <p:cNvCxnSpPr/>
                  <p:nvPr/>
                </p:nvCxnSpPr>
                <p:spPr>
                  <a:xfrm>
                    <a:off x="-2866744" y="650649"/>
                    <a:ext cx="1686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66" name="Google Shape;4066;g3e34c58cc36_0_897"/>
                  <p:cNvCxnSpPr/>
                  <p:nvPr/>
                </p:nvCxnSpPr>
                <p:spPr>
                  <a:xfrm>
                    <a:off x="-2773990" y="617506"/>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67" name="Google Shape;4067;g3e34c58cc36_0_897"/>
                  <p:cNvCxnSpPr/>
                  <p:nvPr/>
                </p:nvCxnSpPr>
                <p:spPr>
                  <a:xfrm>
                    <a:off x="-2773990" y="584362"/>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cxnSp>
                <p:nvCxnSpPr>
                  <p:cNvPr id="4068" name="Google Shape;4068;g3e34c58cc36_0_897"/>
                  <p:cNvCxnSpPr/>
                  <p:nvPr/>
                </p:nvCxnSpPr>
                <p:spPr>
                  <a:xfrm>
                    <a:off x="-2773990" y="551218"/>
                    <a:ext cx="75900" cy="0"/>
                  </a:xfrm>
                  <a:prstGeom prst="straightConnector1">
                    <a:avLst/>
                  </a:prstGeom>
                  <a:solidFill>
                    <a:schemeClr val="lt1"/>
                  </a:solidFill>
                  <a:ln w="12700" cap="flat" cmpd="sng">
                    <a:solidFill>
                      <a:srgbClr val="9D9FA1"/>
                    </a:solidFill>
                    <a:prstDash val="solid"/>
                    <a:round/>
                    <a:headEnd type="none" w="sm" len="sm"/>
                    <a:tailEnd type="none" w="sm" len="sm"/>
                  </a:ln>
                </p:spPr>
              </p:cxnSp>
            </p:grpSp>
            <p:sp>
              <p:nvSpPr>
                <p:cNvPr id="4069" name="Google Shape;4069;g3e34c58cc36_0_897"/>
                <p:cNvSpPr/>
                <p:nvPr/>
              </p:nvSpPr>
              <p:spPr>
                <a:xfrm flipH="1">
                  <a:off x="-2866868" y="549740"/>
                  <a:ext cx="70800" cy="67800"/>
                </a:xfrm>
                <a:prstGeom prst="rightArrow">
                  <a:avLst>
                    <a:gd name="adj1" fmla="val 25329"/>
                    <a:gd name="adj2" fmla="val 63628"/>
                  </a:avLst>
                </a:prstGeom>
                <a:solidFill>
                  <a:srgbClr val="4A7DB1"/>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000" b="1">
                    <a:solidFill>
                      <a:srgbClr val="211F26"/>
                    </a:solidFill>
                    <a:latin typeface="Calibri"/>
                    <a:ea typeface="Calibri"/>
                    <a:cs typeface="Calibri"/>
                    <a:sym typeface="Calibri"/>
                  </a:endParaRPr>
                </a:p>
              </p:txBody>
            </p:sp>
          </p:grpSp>
        </p:grpSp>
        <p:grpSp>
          <p:nvGrpSpPr>
            <p:cNvPr id="4070" name="Google Shape;4070;g3e34c58cc36_0_897"/>
            <p:cNvGrpSpPr/>
            <p:nvPr/>
          </p:nvGrpSpPr>
          <p:grpSpPr>
            <a:xfrm>
              <a:off x="-938352" y="4662750"/>
              <a:ext cx="627733" cy="576735"/>
              <a:chOff x="-1753862" y="6112775"/>
              <a:chExt cx="759600" cy="697889"/>
            </a:xfrm>
          </p:grpSpPr>
          <p:grpSp>
            <p:nvGrpSpPr>
              <p:cNvPr id="4071" name="Google Shape;4071;g3e34c58cc36_0_897"/>
              <p:cNvGrpSpPr/>
              <p:nvPr/>
            </p:nvGrpSpPr>
            <p:grpSpPr>
              <a:xfrm>
                <a:off x="-1484858" y="6112775"/>
                <a:ext cx="205430" cy="293286"/>
                <a:chOff x="4768" y="2783"/>
                <a:chExt cx="788" cy="1125"/>
              </a:xfrm>
            </p:grpSpPr>
            <p:sp>
              <p:nvSpPr>
                <p:cNvPr id="4072" name="Google Shape;4072;g3e34c58cc36_0_897"/>
                <p:cNvSpPr/>
                <p:nvPr/>
              </p:nvSpPr>
              <p:spPr>
                <a:xfrm>
                  <a:off x="5001" y="3186"/>
                  <a:ext cx="319" cy="288"/>
                </a:xfrm>
                <a:custGeom>
                  <a:avLst/>
                  <a:gdLst/>
                  <a:ahLst/>
                  <a:cxnLst/>
                  <a:rect l="l" t="t" r="r" b="b"/>
                  <a:pathLst>
                    <a:path w="319" h="288" extrusionOk="0">
                      <a:moveTo>
                        <a:pt x="220" y="288"/>
                      </a:moveTo>
                      <a:lnTo>
                        <a:pt x="107" y="288"/>
                      </a:lnTo>
                      <a:lnTo>
                        <a:pt x="0" y="0"/>
                      </a:lnTo>
                      <a:lnTo>
                        <a:pt x="319" y="0"/>
                      </a:lnTo>
                      <a:lnTo>
                        <a:pt x="220" y="288"/>
                      </a:lnTo>
                      <a:close/>
                    </a:path>
                  </a:pathLst>
                </a:custGeom>
                <a:solidFill>
                  <a:srgbClr val="1FF52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4073" name="Google Shape;4073;g3e34c58cc36_0_897"/>
                <p:cNvSpPr/>
                <p:nvPr/>
              </p:nvSpPr>
              <p:spPr>
                <a:xfrm>
                  <a:off x="5022" y="3796"/>
                  <a:ext cx="282" cy="112"/>
                </a:xfrm>
                <a:custGeom>
                  <a:avLst/>
                  <a:gdLst/>
                  <a:ahLst/>
                  <a:cxnLst/>
                  <a:rect l="l" t="t" r="r" b="b"/>
                  <a:pathLst>
                    <a:path w="251" h="100"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sp>
              <p:nvSpPr>
                <p:cNvPr id="4074" name="Google Shape;4074;g3e34c58cc36_0_897"/>
                <p:cNvSpPr/>
                <p:nvPr/>
              </p:nvSpPr>
              <p:spPr>
                <a:xfrm>
                  <a:off x="4768" y="2783"/>
                  <a:ext cx="788" cy="965"/>
                </a:xfrm>
                <a:custGeom>
                  <a:avLst/>
                  <a:gdLst/>
                  <a:ahLst/>
                  <a:cxnLst/>
                  <a:rect l="l" t="t" r="r" b="b"/>
                  <a:pathLst>
                    <a:path w="702" h="860"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adFill>
                  <a:gsLst>
                    <a:gs pos="0">
                      <a:srgbClr val="9D9FA1"/>
                    </a:gs>
                    <a:gs pos="70000">
                      <a:srgbClr val="211F26"/>
                    </a:gs>
                    <a:gs pos="100000">
                      <a:srgbClr val="211F26"/>
                    </a:gs>
                  </a:gsLst>
                  <a:lin ang="2700006"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300" b="0" i="0" u="none" strike="noStrike" cap="none">
                    <a:solidFill>
                      <a:srgbClr val="211F26"/>
                    </a:solidFill>
                    <a:latin typeface="Arial"/>
                    <a:ea typeface="Arial"/>
                    <a:cs typeface="Arial"/>
                    <a:sym typeface="Arial"/>
                  </a:endParaRPr>
                </a:p>
              </p:txBody>
            </p:sp>
          </p:grpSp>
          <p:sp>
            <p:nvSpPr>
              <p:cNvPr id="4075" name="Google Shape;4075;g3e34c58cc36_0_897"/>
              <p:cNvSpPr txBox="1"/>
              <p:nvPr/>
            </p:nvSpPr>
            <p:spPr>
              <a:xfrm>
                <a:off x="-1753862" y="6420664"/>
                <a:ext cx="759600" cy="3900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211F26"/>
                  </a:buClr>
                  <a:buSzPts val="1000"/>
                  <a:buFont typeface="Calibri"/>
                  <a:buNone/>
                </a:pPr>
                <a:r>
                  <a:rPr lang="en-GB" sz="1000" b="0" i="0" u="none" strike="noStrike" cap="none">
                    <a:solidFill>
                      <a:srgbClr val="211F26"/>
                    </a:solidFill>
                    <a:latin typeface="Calibri"/>
                    <a:ea typeface="Calibri"/>
                    <a:cs typeface="Calibri"/>
                    <a:sym typeface="Calibri"/>
                  </a:rPr>
                  <a:t>Inspiration</a:t>
                </a:r>
                <a:endParaRPr/>
              </a:p>
            </p:txBody>
          </p:sp>
        </p:grpSp>
      </p:grpSp>
      <p:sp>
        <p:nvSpPr>
          <p:cNvPr id="4076" name="Google Shape;4076;g3e34c58cc36_0_897"/>
          <p:cNvSpPr txBox="1"/>
          <p:nvPr/>
        </p:nvSpPr>
        <p:spPr>
          <a:xfrm>
            <a:off x="369150" y="1443050"/>
            <a:ext cx="11453700" cy="1385400"/>
          </a:xfrm>
          <a:prstGeom prst="rect">
            <a:avLst/>
          </a:prstGeom>
          <a:noFill/>
          <a:ln>
            <a:noFill/>
          </a:ln>
        </p:spPr>
        <p:txBody>
          <a:bodyPr spcFirstLastPara="1" wrap="square" lIns="0" tIns="0" rIns="0" bIns="0" anchor="t" anchorCtr="0">
            <a:spAutoFit/>
          </a:bodyPr>
          <a:lstStyle/>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The optimization framework is based on a simulation based architecture, where the user defines timesteps which is used to discretize the mission.</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Each mission segment is evaluated for the amount of energy used, stored and generated.</a:t>
            </a:r>
            <a:endParaRPr sz="2000">
              <a:solidFill>
                <a:schemeClr val="dk2"/>
              </a:solidFill>
            </a:endParaRPr>
          </a:p>
          <a:p>
            <a:pPr marL="457200" marR="0" lvl="0" indent="-355600" algn="just" rtl="0">
              <a:lnSpc>
                <a:spcPct val="90000"/>
              </a:lnSpc>
              <a:spcBef>
                <a:spcPts val="0"/>
              </a:spcBef>
              <a:spcAft>
                <a:spcPts val="0"/>
              </a:spcAft>
              <a:buClr>
                <a:schemeClr val="dk2"/>
              </a:buClr>
              <a:buSzPts val="2000"/>
              <a:buChar char="●"/>
            </a:pPr>
            <a:r>
              <a:rPr lang="en-GB" sz="2000">
                <a:solidFill>
                  <a:schemeClr val="dk2"/>
                </a:solidFill>
              </a:rPr>
              <a:t>It is ensured that the Energy balance never becomes lower than 0 at any time interval (which would mean that it is unphysical as more energy was used than available)</a:t>
            </a:r>
            <a:endParaRPr sz="2000">
              <a:solidFill>
                <a:schemeClr val="dk2"/>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TU DELFT | TEMPLATE (SLIDEBUILDER)">
  <a:themeElements>
    <a:clrScheme name="Aangepast 43">
      <a:dk1>
        <a:srgbClr val="000000"/>
      </a:dk1>
      <a:lt1>
        <a:srgbClr val="FFFFFF"/>
      </a:lt1>
      <a:dk2>
        <a:srgbClr val="000000"/>
      </a:dk2>
      <a:lt2>
        <a:srgbClr val="FFFFFF"/>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Kantoorth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2310</Words>
  <Application>Microsoft Office PowerPoint</Application>
  <PresentationFormat>Widescreen</PresentationFormat>
  <Paragraphs>487</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Quattrocento Sans</vt:lpstr>
      <vt:lpstr>TU DELFT | TEMPLATE (SLIDEBUILDER)</vt:lpstr>
      <vt:lpstr>Title slide + image</vt:lpstr>
      <vt:lpstr>Components Modelled and Optimized</vt:lpstr>
      <vt:lpstr>Chapter | dark mode</vt:lpstr>
      <vt:lpstr>Quote</vt:lpstr>
      <vt:lpstr>Introduction | 1x</vt:lpstr>
      <vt:lpstr>Introduction | 1x</vt:lpstr>
      <vt:lpstr>Introduction | 1x</vt:lpstr>
      <vt:lpstr>Chapter | colour mode</vt:lpstr>
      <vt:lpstr>Quote</vt:lpstr>
      <vt:lpstr>Introduction | 1x</vt:lpstr>
      <vt:lpstr>Introduction | 1x</vt:lpstr>
      <vt:lpstr>Introduction | 1x</vt:lpstr>
      <vt:lpstr>Chapter | dark mode</vt:lpstr>
      <vt:lpstr>Quote</vt:lpstr>
      <vt:lpstr>Introduction | 1x</vt:lpstr>
      <vt:lpstr>PowerPoint Presentation</vt:lpstr>
      <vt:lpstr>Chapter | colour mode</vt:lpstr>
      <vt:lpstr>Quote</vt:lpstr>
      <vt:lpstr>Introduction | 1x</vt:lpstr>
      <vt:lpstr>Chapter | dark mode</vt:lpstr>
      <vt:lpstr>Introduction | 1x</vt:lpstr>
      <vt:lpstr>Chapter | dark mode</vt:lpstr>
      <vt:lpstr>Introduction | 1x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Silvana Salamur</dc:creator>
  <cp:lastModifiedBy>Arnav Kochar</cp:lastModifiedBy>
  <cp:revision>1</cp:revision>
  <dcterms:created xsi:type="dcterms:W3CDTF">2018-03-15T13:05:51Z</dcterms:created>
  <dcterms:modified xsi:type="dcterms:W3CDTF">2026-06-16T23:49:40Z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0x01010047619C50047C9743A1A19A1813F2F42C</vt:lpwstr>
  </property>
</Properties>
</file>